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av" ContentType="audio/x-wav"/>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sldIdLst>
    <p:sldId id="278" r:id="rId2"/>
    <p:sldId id="347" r:id="rId3"/>
    <p:sldId id="348" r:id="rId4"/>
    <p:sldId id="349" r:id="rId5"/>
    <p:sldId id="350" r:id="rId6"/>
    <p:sldId id="351" r:id="rId7"/>
    <p:sldId id="352" r:id="rId8"/>
    <p:sldId id="353" r:id="rId9"/>
    <p:sldId id="354" r:id="rId10"/>
    <p:sldId id="355" r:id="rId11"/>
    <p:sldId id="356" r:id="rId12"/>
    <p:sldId id="357" r:id="rId13"/>
    <p:sldId id="358" r:id="rId14"/>
    <p:sldId id="359" r:id="rId15"/>
    <p:sldId id="360" r:id="rId16"/>
    <p:sldId id="282" r:id="rId17"/>
    <p:sldId id="281" r:id="rId18"/>
    <p:sldId id="256" r:id="rId19"/>
    <p:sldId id="257" r:id="rId20"/>
    <p:sldId id="258" r:id="rId21"/>
    <p:sldId id="259" r:id="rId22"/>
    <p:sldId id="260" r:id="rId23"/>
    <p:sldId id="261" r:id="rId24"/>
    <p:sldId id="332" r:id="rId25"/>
    <p:sldId id="262" r:id="rId26"/>
    <p:sldId id="263" r:id="rId27"/>
    <p:sldId id="264" r:id="rId28"/>
    <p:sldId id="330" r:id="rId29"/>
    <p:sldId id="283" r:id="rId30"/>
    <p:sldId id="333" r:id="rId31"/>
    <p:sldId id="299" r:id="rId32"/>
    <p:sldId id="284" r:id="rId33"/>
    <p:sldId id="285" r:id="rId34"/>
    <p:sldId id="286" r:id="rId35"/>
    <p:sldId id="287" r:id="rId36"/>
    <p:sldId id="288" r:id="rId37"/>
    <p:sldId id="289" r:id="rId38"/>
    <p:sldId id="365" r:id="rId39"/>
    <p:sldId id="366" r:id="rId40"/>
    <p:sldId id="367" r:id="rId41"/>
    <p:sldId id="368" r:id="rId42"/>
    <p:sldId id="369" r:id="rId43"/>
    <p:sldId id="370" r:id="rId44"/>
    <p:sldId id="371" r:id="rId45"/>
    <p:sldId id="372" r:id="rId46"/>
    <p:sldId id="373" r:id="rId47"/>
    <p:sldId id="374" r:id="rId48"/>
    <p:sldId id="375" r:id="rId49"/>
    <p:sldId id="376" r:id="rId50"/>
    <p:sldId id="377" r:id="rId51"/>
    <p:sldId id="378" r:id="rId52"/>
    <p:sldId id="379" r:id="rId53"/>
    <p:sldId id="380" r:id="rId54"/>
    <p:sldId id="381" r:id="rId55"/>
    <p:sldId id="382" r:id="rId56"/>
    <p:sldId id="383" r:id="rId57"/>
    <p:sldId id="384" r:id="rId58"/>
    <p:sldId id="385" r:id="rId59"/>
    <p:sldId id="386" r:id="rId60"/>
    <p:sldId id="387" r:id="rId61"/>
    <p:sldId id="388" r:id="rId62"/>
    <p:sldId id="389" r:id="rId63"/>
    <p:sldId id="390" r:id="rId64"/>
    <p:sldId id="391" r:id="rId65"/>
    <p:sldId id="392" r:id="rId66"/>
    <p:sldId id="393" r:id="rId67"/>
    <p:sldId id="394" r:id="rId68"/>
    <p:sldId id="395" r:id="rId69"/>
    <p:sldId id="396" r:id="rId70"/>
    <p:sldId id="397" r:id="rId71"/>
    <p:sldId id="398" r:id="rId72"/>
    <p:sldId id="399" r:id="rId73"/>
    <p:sldId id="400" r:id="rId74"/>
    <p:sldId id="401" r:id="rId75"/>
    <p:sldId id="402" r:id="rId76"/>
    <p:sldId id="403" r:id="rId77"/>
    <p:sldId id="404" r:id="rId78"/>
    <p:sldId id="405" r:id="rId79"/>
    <p:sldId id="406" r:id="rId80"/>
    <p:sldId id="407" r:id="rId81"/>
    <p:sldId id="408" r:id="rId82"/>
    <p:sldId id="409" r:id="rId83"/>
    <p:sldId id="410" r:id="rId84"/>
    <p:sldId id="411" r:id="rId85"/>
    <p:sldId id="412" r:id="rId86"/>
    <p:sldId id="413" r:id="rId87"/>
    <p:sldId id="414" r:id="rId88"/>
    <p:sldId id="415" r:id="rId89"/>
    <p:sldId id="416" r:id="rId90"/>
  </p:sldIdLst>
  <p:sldSz cx="9144000" cy="6858000" type="screen4x3"/>
  <p:notesSz cx="6858000" cy="9144000"/>
  <p:defaultTextStyle>
    <a:defPPr>
      <a:defRPr lang="zh-CN"/>
    </a:defPPr>
    <a:lvl1pPr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CC"/>
    <a:srgbClr val="FF9999"/>
    <a:srgbClr val="FFCCFF"/>
    <a:srgbClr val="FFFF00"/>
    <a:srgbClr val="00FFFF"/>
    <a:srgbClr val="FF3300"/>
    <a:srgbClr val="66FF99"/>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57" d="100"/>
          <a:sy n="57" d="100"/>
        </p:scale>
        <p:origin x="1540"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1645"/>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viewProps" Target="view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image" Target="../media/image7.wmf"/><Relationship Id="rId1" Type="http://schemas.openxmlformats.org/officeDocument/2006/relationships/image" Target="../media/image6.wmf"/><Relationship Id="rId5" Type="http://schemas.openxmlformats.org/officeDocument/2006/relationships/image" Target="../media/image10.wmf"/><Relationship Id="rId4" Type="http://schemas.openxmlformats.org/officeDocument/2006/relationships/image" Target="../media/image9.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image" Target="../media/image12.wmf"/><Relationship Id="rId1" Type="http://schemas.openxmlformats.org/officeDocument/2006/relationships/image" Target="../media/image11.wmf"/><Relationship Id="rId4" Type="http://schemas.openxmlformats.org/officeDocument/2006/relationships/image" Target="../media/image14.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wmf"/><Relationship Id="rId1" Type="http://schemas.openxmlformats.org/officeDocument/2006/relationships/image" Target="../media/image15.wmf"/><Relationship Id="rId5" Type="http://schemas.openxmlformats.org/officeDocument/2006/relationships/image" Target="../media/image12.wmf"/><Relationship Id="rId4" Type="http://schemas.openxmlformats.org/officeDocument/2006/relationships/image" Target="../media/image18.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image" Target="../media/image20.wmf"/><Relationship Id="rId1" Type="http://schemas.openxmlformats.org/officeDocument/2006/relationships/image" Target="../media/image19.wmf"/><Relationship Id="rId6" Type="http://schemas.openxmlformats.org/officeDocument/2006/relationships/image" Target="../media/image24.wmf"/><Relationship Id="rId5" Type="http://schemas.openxmlformats.org/officeDocument/2006/relationships/image" Target="../media/image23.wmf"/><Relationship Id="rId4" Type="http://schemas.openxmlformats.org/officeDocument/2006/relationships/image" Target="../media/image22.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7.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image" Target="../media/image29.wmf"/><Relationship Id="rId1" Type="http://schemas.openxmlformats.org/officeDocument/2006/relationships/image" Target="../media/image28.wmf"/></Relationships>
</file>

<file path=ppt/drawings/_rels/vmlDrawing7.vml.rels><?xml version="1.0" encoding="UTF-8" standalone="yes"?>
<Relationships xmlns="http://schemas.openxmlformats.org/package/2006/relationships"><Relationship Id="rId8" Type="http://schemas.openxmlformats.org/officeDocument/2006/relationships/image" Target="../media/image38.wmf"/><Relationship Id="rId3" Type="http://schemas.openxmlformats.org/officeDocument/2006/relationships/image" Target="../media/image33.wmf"/><Relationship Id="rId7" Type="http://schemas.openxmlformats.org/officeDocument/2006/relationships/image" Target="../media/image37.wmf"/><Relationship Id="rId2" Type="http://schemas.openxmlformats.org/officeDocument/2006/relationships/image" Target="../media/image32.wmf"/><Relationship Id="rId1" Type="http://schemas.openxmlformats.org/officeDocument/2006/relationships/image" Target="../media/image31.wmf"/><Relationship Id="rId6" Type="http://schemas.openxmlformats.org/officeDocument/2006/relationships/image" Target="../media/image36.wmf"/><Relationship Id="rId5" Type="http://schemas.openxmlformats.org/officeDocument/2006/relationships/image" Target="../media/image35.wmf"/><Relationship Id="rId10" Type="http://schemas.openxmlformats.org/officeDocument/2006/relationships/image" Target="../media/image40.wmf"/><Relationship Id="rId4" Type="http://schemas.openxmlformats.org/officeDocument/2006/relationships/image" Target="../media/image34.wmf"/><Relationship Id="rId9" Type="http://schemas.openxmlformats.org/officeDocument/2006/relationships/image" Target="../media/image39.wmf"/></Relationships>
</file>

<file path=ppt/drawings/_rels/vmlDrawing8.vml.rels><?xml version="1.0" encoding="UTF-8" standalone="yes"?>
<Relationships xmlns="http://schemas.openxmlformats.org/package/2006/relationships"><Relationship Id="rId8" Type="http://schemas.openxmlformats.org/officeDocument/2006/relationships/image" Target="../media/image48.wmf"/><Relationship Id="rId3" Type="http://schemas.openxmlformats.org/officeDocument/2006/relationships/image" Target="../media/image43.wmf"/><Relationship Id="rId7" Type="http://schemas.openxmlformats.org/officeDocument/2006/relationships/image" Target="../media/image47.wmf"/><Relationship Id="rId12" Type="http://schemas.openxmlformats.org/officeDocument/2006/relationships/image" Target="../media/image52.wmf"/><Relationship Id="rId2" Type="http://schemas.openxmlformats.org/officeDocument/2006/relationships/image" Target="../media/image42.wmf"/><Relationship Id="rId1" Type="http://schemas.openxmlformats.org/officeDocument/2006/relationships/image" Target="../media/image41.wmf"/><Relationship Id="rId6" Type="http://schemas.openxmlformats.org/officeDocument/2006/relationships/image" Target="../media/image46.wmf"/><Relationship Id="rId11" Type="http://schemas.openxmlformats.org/officeDocument/2006/relationships/image" Target="../media/image51.wmf"/><Relationship Id="rId5" Type="http://schemas.openxmlformats.org/officeDocument/2006/relationships/image" Target="../media/image45.wmf"/><Relationship Id="rId10" Type="http://schemas.openxmlformats.org/officeDocument/2006/relationships/image" Target="../media/image50.wmf"/><Relationship Id="rId4" Type="http://schemas.openxmlformats.org/officeDocument/2006/relationships/image" Target="../media/image44.wmf"/><Relationship Id="rId9" Type="http://schemas.openxmlformats.org/officeDocument/2006/relationships/image" Target="../media/image49.wmf"/></Relationships>
</file>

<file path=ppt/drawings/_rels/vmlDrawing9.vml.rels><?xml version="1.0" encoding="UTF-8" standalone="yes"?>
<Relationships xmlns="http://schemas.openxmlformats.org/package/2006/relationships"><Relationship Id="rId8" Type="http://schemas.openxmlformats.org/officeDocument/2006/relationships/image" Target="../media/image60.wmf"/><Relationship Id="rId3" Type="http://schemas.openxmlformats.org/officeDocument/2006/relationships/image" Target="../media/image55.wmf"/><Relationship Id="rId7" Type="http://schemas.openxmlformats.org/officeDocument/2006/relationships/image" Target="../media/image59.wmf"/><Relationship Id="rId2" Type="http://schemas.openxmlformats.org/officeDocument/2006/relationships/image" Target="../media/image54.wmf"/><Relationship Id="rId1" Type="http://schemas.openxmlformats.org/officeDocument/2006/relationships/image" Target="../media/image53.wmf"/><Relationship Id="rId6" Type="http://schemas.openxmlformats.org/officeDocument/2006/relationships/image" Target="../media/image58.wmf"/><Relationship Id="rId5" Type="http://schemas.openxmlformats.org/officeDocument/2006/relationships/image" Target="../media/image57.wmf"/><Relationship Id="rId4" Type="http://schemas.openxmlformats.org/officeDocument/2006/relationships/image" Target="../media/image56.wmf"/><Relationship Id="rId9" Type="http://schemas.openxmlformats.org/officeDocument/2006/relationships/image" Target="../media/image61.wmf"/></Relationships>
</file>

<file path=ppt/drawings/_rels/vmlDrawing10.vml.rels><?xml version="1.0" encoding="UTF-8" standalone="yes"?>
<Relationships xmlns="http://schemas.openxmlformats.org/package/2006/relationships"><Relationship Id="rId8" Type="http://schemas.openxmlformats.org/officeDocument/2006/relationships/image" Target="../media/image67.wmf"/><Relationship Id="rId3" Type="http://schemas.openxmlformats.org/officeDocument/2006/relationships/image" Target="../media/image65.wmf"/><Relationship Id="rId7" Type="http://schemas.openxmlformats.org/officeDocument/2006/relationships/image" Target="../media/image42.wmf"/><Relationship Id="rId2" Type="http://schemas.openxmlformats.org/officeDocument/2006/relationships/image" Target="../media/image64.wmf"/><Relationship Id="rId1" Type="http://schemas.openxmlformats.org/officeDocument/2006/relationships/image" Target="../media/image63.wmf"/><Relationship Id="rId6" Type="http://schemas.openxmlformats.org/officeDocument/2006/relationships/image" Target="../media/image43.wmf"/><Relationship Id="rId5" Type="http://schemas.openxmlformats.org/officeDocument/2006/relationships/image" Target="../media/image31.wmf"/><Relationship Id="rId4" Type="http://schemas.openxmlformats.org/officeDocument/2006/relationships/image" Target="../media/image66.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70.wmf"/><Relationship Id="rId2" Type="http://schemas.openxmlformats.org/officeDocument/2006/relationships/image" Target="../media/image69.wmf"/><Relationship Id="rId1" Type="http://schemas.openxmlformats.org/officeDocument/2006/relationships/image" Target="../media/image68.wmf"/><Relationship Id="rId4" Type="http://schemas.openxmlformats.org/officeDocument/2006/relationships/image" Target="../media/image71.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74.wmf"/><Relationship Id="rId2" Type="http://schemas.openxmlformats.org/officeDocument/2006/relationships/image" Target="../media/image73.wmf"/><Relationship Id="rId1" Type="http://schemas.openxmlformats.org/officeDocument/2006/relationships/image" Target="../media/image72.wmf"/><Relationship Id="rId4" Type="http://schemas.openxmlformats.org/officeDocument/2006/relationships/image" Target="../media/image75.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79.wmf"/><Relationship Id="rId2" Type="http://schemas.openxmlformats.org/officeDocument/2006/relationships/image" Target="../media/image78.wmf"/><Relationship Id="rId1" Type="http://schemas.openxmlformats.org/officeDocument/2006/relationships/image" Target="../media/image77.wmf"/><Relationship Id="rId5" Type="http://schemas.openxmlformats.org/officeDocument/2006/relationships/image" Target="../media/image81.wmf"/><Relationship Id="rId4" Type="http://schemas.openxmlformats.org/officeDocument/2006/relationships/image" Target="../media/image80.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84.wmf"/><Relationship Id="rId2" Type="http://schemas.openxmlformats.org/officeDocument/2006/relationships/image" Target="../media/image83.wmf"/><Relationship Id="rId1" Type="http://schemas.openxmlformats.org/officeDocument/2006/relationships/image" Target="../media/image82.wmf"/><Relationship Id="rId4" Type="http://schemas.openxmlformats.org/officeDocument/2006/relationships/image" Target="../media/image85.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88.wmf"/><Relationship Id="rId2" Type="http://schemas.openxmlformats.org/officeDocument/2006/relationships/image" Target="../media/image87.wmf"/><Relationship Id="rId1" Type="http://schemas.openxmlformats.org/officeDocument/2006/relationships/image" Target="../media/image86.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91.wmf"/><Relationship Id="rId2" Type="http://schemas.openxmlformats.org/officeDocument/2006/relationships/image" Target="../media/image90.wmf"/><Relationship Id="rId1" Type="http://schemas.openxmlformats.org/officeDocument/2006/relationships/image" Target="../media/image89.w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93.wmf"/><Relationship Id="rId1" Type="http://schemas.openxmlformats.org/officeDocument/2006/relationships/image" Target="../media/image92.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95.wmf"/><Relationship Id="rId2" Type="http://schemas.openxmlformats.org/officeDocument/2006/relationships/image" Target="../media/image94.wmf"/><Relationship Id="rId1" Type="http://schemas.openxmlformats.org/officeDocument/2006/relationships/image" Target="../media/image86.wmf"/><Relationship Id="rId5" Type="http://schemas.openxmlformats.org/officeDocument/2006/relationships/image" Target="../media/image97.wmf"/><Relationship Id="rId4" Type="http://schemas.openxmlformats.org/officeDocument/2006/relationships/image" Target="../media/image96.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98.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103.wmf"/><Relationship Id="rId2" Type="http://schemas.openxmlformats.org/officeDocument/2006/relationships/image" Target="../media/image102.wmf"/><Relationship Id="rId1" Type="http://schemas.openxmlformats.org/officeDocument/2006/relationships/image" Target="../media/image101.wmf"/><Relationship Id="rId6" Type="http://schemas.openxmlformats.org/officeDocument/2006/relationships/image" Target="../media/image106.wmf"/><Relationship Id="rId5" Type="http://schemas.openxmlformats.org/officeDocument/2006/relationships/image" Target="../media/image105.wmf"/><Relationship Id="rId4" Type="http://schemas.openxmlformats.org/officeDocument/2006/relationships/image" Target="../media/image104.wmf"/></Relationships>
</file>

<file path=ppt/drawings/_rels/vmlDrawing21.vml.rels><?xml version="1.0" encoding="UTF-8" standalone="yes"?>
<Relationships xmlns="http://schemas.openxmlformats.org/package/2006/relationships"><Relationship Id="rId8" Type="http://schemas.openxmlformats.org/officeDocument/2006/relationships/image" Target="../media/image112.wmf"/><Relationship Id="rId3" Type="http://schemas.openxmlformats.org/officeDocument/2006/relationships/image" Target="../media/image108.wmf"/><Relationship Id="rId7" Type="http://schemas.openxmlformats.org/officeDocument/2006/relationships/image" Target="../media/image111.wmf"/><Relationship Id="rId2" Type="http://schemas.openxmlformats.org/officeDocument/2006/relationships/image" Target="../media/image107.wmf"/><Relationship Id="rId1" Type="http://schemas.openxmlformats.org/officeDocument/2006/relationships/image" Target="../media/image106.wmf"/><Relationship Id="rId6" Type="http://schemas.openxmlformats.org/officeDocument/2006/relationships/image" Target="../media/image110.wmf"/><Relationship Id="rId5" Type="http://schemas.openxmlformats.org/officeDocument/2006/relationships/image" Target="../media/image109.wmf"/><Relationship Id="rId10" Type="http://schemas.openxmlformats.org/officeDocument/2006/relationships/image" Target="../media/image114.wmf"/><Relationship Id="rId4" Type="http://schemas.openxmlformats.org/officeDocument/2006/relationships/image" Target="../media/image102.wmf"/><Relationship Id="rId9" Type="http://schemas.openxmlformats.org/officeDocument/2006/relationships/image" Target="../media/image113.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117.wmf"/><Relationship Id="rId2" Type="http://schemas.openxmlformats.org/officeDocument/2006/relationships/image" Target="../media/image116.wmf"/><Relationship Id="rId1" Type="http://schemas.openxmlformats.org/officeDocument/2006/relationships/image" Target="../media/image115.wmf"/></Relationships>
</file>

<file path=ppt/drawings/_rels/vmlDrawing23.vml.rels><?xml version="1.0" encoding="UTF-8" standalone="yes"?>
<Relationships xmlns="http://schemas.openxmlformats.org/package/2006/relationships"><Relationship Id="rId8" Type="http://schemas.openxmlformats.org/officeDocument/2006/relationships/image" Target="../media/image113.wmf"/><Relationship Id="rId3" Type="http://schemas.openxmlformats.org/officeDocument/2006/relationships/image" Target="../media/image120.wmf"/><Relationship Id="rId7" Type="http://schemas.openxmlformats.org/officeDocument/2006/relationships/image" Target="../media/image114.wmf"/><Relationship Id="rId2" Type="http://schemas.openxmlformats.org/officeDocument/2006/relationships/image" Target="../media/image119.wmf"/><Relationship Id="rId1" Type="http://schemas.openxmlformats.org/officeDocument/2006/relationships/image" Target="../media/image116.wmf"/><Relationship Id="rId6" Type="http://schemas.openxmlformats.org/officeDocument/2006/relationships/image" Target="../media/image123.wmf"/><Relationship Id="rId5" Type="http://schemas.openxmlformats.org/officeDocument/2006/relationships/image" Target="../media/image122.wmf"/><Relationship Id="rId10" Type="http://schemas.openxmlformats.org/officeDocument/2006/relationships/image" Target="../media/image125.wmf"/><Relationship Id="rId4" Type="http://schemas.openxmlformats.org/officeDocument/2006/relationships/image" Target="../media/image121.wmf"/><Relationship Id="rId9" Type="http://schemas.openxmlformats.org/officeDocument/2006/relationships/image" Target="../media/image124.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126.w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130.wmf"/><Relationship Id="rId2" Type="http://schemas.openxmlformats.org/officeDocument/2006/relationships/image" Target="../media/image129.wmf"/><Relationship Id="rId1" Type="http://schemas.openxmlformats.org/officeDocument/2006/relationships/image" Target="../media/image128.wmf"/></Relationships>
</file>

<file path=ppt/drawings/_rels/vmlDrawing26.vml.rels><?xml version="1.0" encoding="UTF-8" standalone="yes"?>
<Relationships xmlns="http://schemas.openxmlformats.org/package/2006/relationships"><Relationship Id="rId8" Type="http://schemas.openxmlformats.org/officeDocument/2006/relationships/image" Target="../media/image130.wmf"/><Relationship Id="rId13" Type="http://schemas.openxmlformats.org/officeDocument/2006/relationships/image" Target="../media/image142.wmf"/><Relationship Id="rId3" Type="http://schemas.openxmlformats.org/officeDocument/2006/relationships/image" Target="../media/image133.wmf"/><Relationship Id="rId7" Type="http://schemas.openxmlformats.org/officeDocument/2006/relationships/image" Target="../media/image137.wmf"/><Relationship Id="rId12" Type="http://schemas.openxmlformats.org/officeDocument/2006/relationships/image" Target="../media/image141.wmf"/><Relationship Id="rId2" Type="http://schemas.openxmlformats.org/officeDocument/2006/relationships/image" Target="../media/image132.wmf"/><Relationship Id="rId1" Type="http://schemas.openxmlformats.org/officeDocument/2006/relationships/image" Target="../media/image131.wmf"/><Relationship Id="rId6" Type="http://schemas.openxmlformats.org/officeDocument/2006/relationships/image" Target="../media/image136.wmf"/><Relationship Id="rId11" Type="http://schemas.openxmlformats.org/officeDocument/2006/relationships/image" Target="../media/image140.wmf"/><Relationship Id="rId5" Type="http://schemas.openxmlformats.org/officeDocument/2006/relationships/image" Target="../media/image135.wmf"/><Relationship Id="rId15" Type="http://schemas.openxmlformats.org/officeDocument/2006/relationships/image" Target="../media/image144.wmf"/><Relationship Id="rId10" Type="http://schemas.openxmlformats.org/officeDocument/2006/relationships/image" Target="../media/image139.wmf"/><Relationship Id="rId4" Type="http://schemas.openxmlformats.org/officeDocument/2006/relationships/image" Target="../media/image134.wmf"/><Relationship Id="rId9" Type="http://schemas.openxmlformats.org/officeDocument/2006/relationships/image" Target="../media/image138.wmf"/><Relationship Id="rId14" Type="http://schemas.openxmlformats.org/officeDocument/2006/relationships/image" Target="../media/image143.wmf"/></Relationships>
</file>

<file path=ppt/drawings/_rels/vmlDrawing27.vml.rels><?xml version="1.0" encoding="UTF-8" standalone="yes"?>
<Relationships xmlns="http://schemas.openxmlformats.org/package/2006/relationships"><Relationship Id="rId2" Type="http://schemas.openxmlformats.org/officeDocument/2006/relationships/image" Target="../media/image146.wmf"/><Relationship Id="rId1" Type="http://schemas.openxmlformats.org/officeDocument/2006/relationships/image" Target="../media/image145.wmf"/></Relationships>
</file>

<file path=ppt/drawings/_rels/vmlDrawing28.vml.rels><?xml version="1.0" encoding="UTF-8" standalone="yes"?>
<Relationships xmlns="http://schemas.openxmlformats.org/package/2006/relationships"><Relationship Id="rId8" Type="http://schemas.openxmlformats.org/officeDocument/2006/relationships/image" Target="../media/image146.wmf"/><Relationship Id="rId13" Type="http://schemas.openxmlformats.org/officeDocument/2006/relationships/image" Target="../media/image157.wmf"/><Relationship Id="rId3" Type="http://schemas.openxmlformats.org/officeDocument/2006/relationships/image" Target="../media/image148.wmf"/><Relationship Id="rId7" Type="http://schemas.openxmlformats.org/officeDocument/2006/relationships/image" Target="../media/image152.wmf"/><Relationship Id="rId12" Type="http://schemas.openxmlformats.org/officeDocument/2006/relationships/image" Target="../media/image156.wmf"/><Relationship Id="rId2" Type="http://schemas.openxmlformats.org/officeDocument/2006/relationships/image" Target="../media/image147.wmf"/><Relationship Id="rId1" Type="http://schemas.openxmlformats.org/officeDocument/2006/relationships/image" Target="../media/image131.wmf"/><Relationship Id="rId6" Type="http://schemas.openxmlformats.org/officeDocument/2006/relationships/image" Target="../media/image151.wmf"/><Relationship Id="rId11" Type="http://schemas.openxmlformats.org/officeDocument/2006/relationships/image" Target="../media/image155.wmf"/><Relationship Id="rId5" Type="http://schemas.openxmlformats.org/officeDocument/2006/relationships/image" Target="../media/image150.wmf"/><Relationship Id="rId10" Type="http://schemas.openxmlformats.org/officeDocument/2006/relationships/image" Target="../media/image154.wmf"/><Relationship Id="rId4" Type="http://schemas.openxmlformats.org/officeDocument/2006/relationships/image" Target="../media/image149.wmf"/><Relationship Id="rId9" Type="http://schemas.openxmlformats.org/officeDocument/2006/relationships/image" Target="../media/image153.wmf"/><Relationship Id="rId14" Type="http://schemas.openxmlformats.org/officeDocument/2006/relationships/image" Target="../media/image158.wmf"/></Relationships>
</file>

<file path=ppt/drawings/_rels/vmlDrawing29.vml.rels><?xml version="1.0" encoding="UTF-8" standalone="yes"?>
<Relationships xmlns="http://schemas.openxmlformats.org/package/2006/relationships"><Relationship Id="rId8" Type="http://schemas.openxmlformats.org/officeDocument/2006/relationships/image" Target="../media/image164.wmf"/><Relationship Id="rId3" Type="http://schemas.openxmlformats.org/officeDocument/2006/relationships/image" Target="../media/image159.wmf"/><Relationship Id="rId7" Type="http://schemas.openxmlformats.org/officeDocument/2006/relationships/image" Target="../media/image163.wmf"/><Relationship Id="rId2" Type="http://schemas.openxmlformats.org/officeDocument/2006/relationships/image" Target="../media/image149.wmf"/><Relationship Id="rId1" Type="http://schemas.openxmlformats.org/officeDocument/2006/relationships/image" Target="../media/image131.wmf"/><Relationship Id="rId6" Type="http://schemas.openxmlformats.org/officeDocument/2006/relationships/image" Target="../media/image162.wmf"/><Relationship Id="rId11" Type="http://schemas.openxmlformats.org/officeDocument/2006/relationships/image" Target="../media/image167.wmf"/><Relationship Id="rId5" Type="http://schemas.openxmlformats.org/officeDocument/2006/relationships/image" Target="../media/image161.wmf"/><Relationship Id="rId10" Type="http://schemas.openxmlformats.org/officeDocument/2006/relationships/image" Target="../media/image166.wmf"/><Relationship Id="rId4" Type="http://schemas.openxmlformats.org/officeDocument/2006/relationships/image" Target="../media/image160.wmf"/><Relationship Id="rId9" Type="http://schemas.openxmlformats.org/officeDocument/2006/relationships/image" Target="../media/image165.wmf"/></Relationships>
</file>

<file path=ppt/drawings/_rels/vmlDrawing30.vml.rels><?xml version="1.0" encoding="UTF-8" standalone="yes"?>
<Relationships xmlns="http://schemas.openxmlformats.org/package/2006/relationships"><Relationship Id="rId3" Type="http://schemas.openxmlformats.org/officeDocument/2006/relationships/image" Target="../media/image170.wmf"/><Relationship Id="rId2" Type="http://schemas.openxmlformats.org/officeDocument/2006/relationships/image" Target="../media/image169.wmf"/><Relationship Id="rId1" Type="http://schemas.openxmlformats.org/officeDocument/2006/relationships/image" Target="../media/image168.wmf"/><Relationship Id="rId6" Type="http://schemas.openxmlformats.org/officeDocument/2006/relationships/image" Target="../media/image173.wmf"/><Relationship Id="rId5" Type="http://schemas.openxmlformats.org/officeDocument/2006/relationships/image" Target="../media/image172.wmf"/><Relationship Id="rId4" Type="http://schemas.openxmlformats.org/officeDocument/2006/relationships/image" Target="../media/image171.wmf"/></Relationships>
</file>

<file path=ppt/drawings/_rels/vmlDrawing31.vml.rels><?xml version="1.0" encoding="UTF-8" standalone="yes"?>
<Relationships xmlns="http://schemas.openxmlformats.org/package/2006/relationships"><Relationship Id="rId8" Type="http://schemas.openxmlformats.org/officeDocument/2006/relationships/image" Target="../media/image180.wmf"/><Relationship Id="rId3" Type="http://schemas.openxmlformats.org/officeDocument/2006/relationships/image" Target="../media/image170.wmf"/><Relationship Id="rId7" Type="http://schemas.openxmlformats.org/officeDocument/2006/relationships/image" Target="../media/image179.wmf"/><Relationship Id="rId2" Type="http://schemas.openxmlformats.org/officeDocument/2006/relationships/image" Target="../media/image175.wmf"/><Relationship Id="rId1" Type="http://schemas.openxmlformats.org/officeDocument/2006/relationships/image" Target="../media/image174.wmf"/><Relationship Id="rId6" Type="http://schemas.openxmlformats.org/officeDocument/2006/relationships/image" Target="../media/image178.wmf"/><Relationship Id="rId5" Type="http://schemas.openxmlformats.org/officeDocument/2006/relationships/image" Target="../media/image177.wmf"/><Relationship Id="rId4" Type="http://schemas.openxmlformats.org/officeDocument/2006/relationships/image" Target="../media/image176.wmf"/></Relationships>
</file>

<file path=ppt/drawings/_rels/vmlDrawing32.vml.rels><?xml version="1.0" encoding="UTF-8" standalone="yes"?>
<Relationships xmlns="http://schemas.openxmlformats.org/package/2006/relationships"><Relationship Id="rId3" Type="http://schemas.openxmlformats.org/officeDocument/2006/relationships/image" Target="../media/image181.wmf"/><Relationship Id="rId2" Type="http://schemas.openxmlformats.org/officeDocument/2006/relationships/image" Target="../media/image180.wmf"/><Relationship Id="rId1" Type="http://schemas.openxmlformats.org/officeDocument/2006/relationships/image" Target="../media/image174.wmf"/></Relationships>
</file>

<file path=ppt/drawings/_rels/vmlDrawing33.vml.rels><?xml version="1.0" encoding="UTF-8" standalone="yes"?>
<Relationships xmlns="http://schemas.openxmlformats.org/package/2006/relationships"><Relationship Id="rId3" Type="http://schemas.openxmlformats.org/officeDocument/2006/relationships/image" Target="../media/image184.wmf"/><Relationship Id="rId2" Type="http://schemas.openxmlformats.org/officeDocument/2006/relationships/image" Target="../media/image183.wmf"/><Relationship Id="rId1" Type="http://schemas.openxmlformats.org/officeDocument/2006/relationships/image" Target="../media/image182.wmf"/><Relationship Id="rId4" Type="http://schemas.openxmlformats.org/officeDocument/2006/relationships/image" Target="../media/image185.wmf"/></Relationships>
</file>

<file path=ppt/drawings/_rels/vmlDrawing34.vml.rels><?xml version="1.0" encoding="UTF-8" standalone="yes"?>
<Relationships xmlns="http://schemas.openxmlformats.org/package/2006/relationships"><Relationship Id="rId3" Type="http://schemas.openxmlformats.org/officeDocument/2006/relationships/image" Target="../media/image188.wmf"/><Relationship Id="rId2" Type="http://schemas.openxmlformats.org/officeDocument/2006/relationships/image" Target="../media/image187.wmf"/><Relationship Id="rId1" Type="http://schemas.openxmlformats.org/officeDocument/2006/relationships/image" Target="../media/image186.wmf"/><Relationship Id="rId4" Type="http://schemas.openxmlformats.org/officeDocument/2006/relationships/image" Target="../media/image189.wmf"/></Relationships>
</file>

<file path=ppt/drawings/_rels/vmlDrawing35.vml.rels><?xml version="1.0" encoding="UTF-8" standalone="yes"?>
<Relationships xmlns="http://schemas.openxmlformats.org/package/2006/relationships"><Relationship Id="rId3" Type="http://schemas.openxmlformats.org/officeDocument/2006/relationships/image" Target="../media/image193.wmf"/><Relationship Id="rId2" Type="http://schemas.openxmlformats.org/officeDocument/2006/relationships/image" Target="../media/image192.wmf"/><Relationship Id="rId1" Type="http://schemas.openxmlformats.org/officeDocument/2006/relationships/image" Target="../media/image191.wmf"/></Relationships>
</file>

<file path=ppt/drawings/_rels/vmlDrawing36.vml.rels><?xml version="1.0" encoding="UTF-8" standalone="yes"?>
<Relationships xmlns="http://schemas.openxmlformats.org/package/2006/relationships"><Relationship Id="rId3" Type="http://schemas.openxmlformats.org/officeDocument/2006/relationships/image" Target="../media/image170.wmf"/><Relationship Id="rId2" Type="http://schemas.openxmlformats.org/officeDocument/2006/relationships/image" Target="../media/image169.wmf"/><Relationship Id="rId1" Type="http://schemas.openxmlformats.org/officeDocument/2006/relationships/image" Target="../media/image168.wmf"/><Relationship Id="rId6" Type="http://schemas.openxmlformats.org/officeDocument/2006/relationships/image" Target="../media/image173.wmf"/><Relationship Id="rId5" Type="http://schemas.openxmlformats.org/officeDocument/2006/relationships/image" Target="../media/image172.wmf"/><Relationship Id="rId4" Type="http://schemas.openxmlformats.org/officeDocument/2006/relationships/image" Target="../media/image171.wmf"/></Relationships>
</file>

<file path=ppt/drawings/_rels/vmlDrawing37.vml.rels><?xml version="1.0" encoding="UTF-8" standalone="yes"?>
<Relationships xmlns="http://schemas.openxmlformats.org/package/2006/relationships"><Relationship Id="rId8" Type="http://schemas.openxmlformats.org/officeDocument/2006/relationships/image" Target="../media/image200.wmf"/><Relationship Id="rId3" Type="http://schemas.openxmlformats.org/officeDocument/2006/relationships/image" Target="../media/image196.wmf"/><Relationship Id="rId7" Type="http://schemas.openxmlformats.org/officeDocument/2006/relationships/image" Target="../media/image199.wmf"/><Relationship Id="rId2" Type="http://schemas.openxmlformats.org/officeDocument/2006/relationships/image" Target="../media/image195.wmf"/><Relationship Id="rId1" Type="http://schemas.openxmlformats.org/officeDocument/2006/relationships/image" Target="../media/image194.wmf"/><Relationship Id="rId6" Type="http://schemas.openxmlformats.org/officeDocument/2006/relationships/image" Target="../media/image198.wmf"/><Relationship Id="rId5" Type="http://schemas.openxmlformats.org/officeDocument/2006/relationships/image" Target="../media/image197.wmf"/><Relationship Id="rId4" Type="http://schemas.openxmlformats.org/officeDocument/2006/relationships/image" Target="../media/image191.wmf"/></Relationships>
</file>

<file path=ppt/drawings/_rels/vmlDrawing38.vml.rels><?xml version="1.0" encoding="UTF-8" standalone="yes"?>
<Relationships xmlns="http://schemas.openxmlformats.org/package/2006/relationships"><Relationship Id="rId8" Type="http://schemas.openxmlformats.org/officeDocument/2006/relationships/image" Target="../media/image208.wmf"/><Relationship Id="rId3" Type="http://schemas.openxmlformats.org/officeDocument/2006/relationships/image" Target="../media/image203.wmf"/><Relationship Id="rId7" Type="http://schemas.openxmlformats.org/officeDocument/2006/relationships/image" Target="../media/image207.wmf"/><Relationship Id="rId2" Type="http://schemas.openxmlformats.org/officeDocument/2006/relationships/image" Target="../media/image202.wmf"/><Relationship Id="rId1" Type="http://schemas.openxmlformats.org/officeDocument/2006/relationships/image" Target="../media/image201.wmf"/><Relationship Id="rId6" Type="http://schemas.openxmlformats.org/officeDocument/2006/relationships/image" Target="../media/image206.wmf"/><Relationship Id="rId5" Type="http://schemas.openxmlformats.org/officeDocument/2006/relationships/image" Target="../media/image205.wmf"/><Relationship Id="rId4" Type="http://schemas.openxmlformats.org/officeDocument/2006/relationships/image" Target="../media/image204.wmf"/></Relationships>
</file>

<file path=ppt/drawings/_rels/vmlDrawing39.vml.rels><?xml version="1.0" encoding="UTF-8" standalone="yes"?>
<Relationships xmlns="http://schemas.openxmlformats.org/package/2006/relationships"><Relationship Id="rId8" Type="http://schemas.openxmlformats.org/officeDocument/2006/relationships/image" Target="../media/image216.wmf"/><Relationship Id="rId3" Type="http://schemas.openxmlformats.org/officeDocument/2006/relationships/image" Target="../media/image211.wmf"/><Relationship Id="rId7" Type="http://schemas.openxmlformats.org/officeDocument/2006/relationships/image" Target="../media/image215.wmf"/><Relationship Id="rId2" Type="http://schemas.openxmlformats.org/officeDocument/2006/relationships/image" Target="../media/image210.wmf"/><Relationship Id="rId1" Type="http://schemas.openxmlformats.org/officeDocument/2006/relationships/image" Target="../media/image209.wmf"/><Relationship Id="rId6" Type="http://schemas.openxmlformats.org/officeDocument/2006/relationships/image" Target="../media/image214.wmf"/><Relationship Id="rId5" Type="http://schemas.openxmlformats.org/officeDocument/2006/relationships/image" Target="../media/image213.wmf"/><Relationship Id="rId4" Type="http://schemas.openxmlformats.org/officeDocument/2006/relationships/image" Target="../media/image212.wmf"/></Relationships>
</file>

<file path=ppt/drawings/_rels/vmlDrawing40.vml.rels><?xml version="1.0" encoding="UTF-8" standalone="yes"?>
<Relationships xmlns="http://schemas.openxmlformats.org/package/2006/relationships"><Relationship Id="rId3" Type="http://schemas.openxmlformats.org/officeDocument/2006/relationships/image" Target="../media/image218.wmf"/><Relationship Id="rId7" Type="http://schemas.openxmlformats.org/officeDocument/2006/relationships/image" Target="../media/image222.wmf"/><Relationship Id="rId2" Type="http://schemas.openxmlformats.org/officeDocument/2006/relationships/image" Target="../media/image217.wmf"/><Relationship Id="rId1" Type="http://schemas.openxmlformats.org/officeDocument/2006/relationships/image" Target="../media/image209.wmf"/><Relationship Id="rId6" Type="http://schemas.openxmlformats.org/officeDocument/2006/relationships/image" Target="../media/image221.wmf"/><Relationship Id="rId5" Type="http://schemas.openxmlformats.org/officeDocument/2006/relationships/image" Target="../media/image220.wmf"/><Relationship Id="rId4" Type="http://schemas.openxmlformats.org/officeDocument/2006/relationships/image" Target="../media/image219.wmf"/></Relationships>
</file>

<file path=ppt/drawings/_rels/vmlDrawing41.vml.rels><?xml version="1.0" encoding="UTF-8" standalone="yes"?>
<Relationships xmlns="http://schemas.openxmlformats.org/package/2006/relationships"><Relationship Id="rId8" Type="http://schemas.openxmlformats.org/officeDocument/2006/relationships/image" Target="../media/image230.wmf"/><Relationship Id="rId3" Type="http://schemas.openxmlformats.org/officeDocument/2006/relationships/image" Target="../media/image225.wmf"/><Relationship Id="rId7" Type="http://schemas.openxmlformats.org/officeDocument/2006/relationships/image" Target="../media/image229.wmf"/><Relationship Id="rId2" Type="http://schemas.openxmlformats.org/officeDocument/2006/relationships/image" Target="../media/image224.wmf"/><Relationship Id="rId1" Type="http://schemas.openxmlformats.org/officeDocument/2006/relationships/image" Target="../media/image223.wmf"/><Relationship Id="rId6" Type="http://schemas.openxmlformats.org/officeDocument/2006/relationships/image" Target="../media/image228.wmf"/><Relationship Id="rId5" Type="http://schemas.openxmlformats.org/officeDocument/2006/relationships/image" Target="../media/image227.wmf"/><Relationship Id="rId4" Type="http://schemas.openxmlformats.org/officeDocument/2006/relationships/image" Target="../media/image226.wmf"/><Relationship Id="rId9" Type="http://schemas.openxmlformats.org/officeDocument/2006/relationships/image" Target="../media/image231.wmf"/></Relationships>
</file>

<file path=ppt/drawings/_rels/vmlDrawing42.vml.rels><?xml version="1.0" encoding="UTF-8" standalone="yes"?>
<Relationships xmlns="http://schemas.openxmlformats.org/package/2006/relationships"><Relationship Id="rId2" Type="http://schemas.openxmlformats.org/officeDocument/2006/relationships/image" Target="../media/image234.wmf"/><Relationship Id="rId1" Type="http://schemas.openxmlformats.org/officeDocument/2006/relationships/image" Target="../media/image233.wmf"/></Relationships>
</file>

<file path=ppt/drawings/_rels/vmlDrawing43.vml.rels><?xml version="1.0" encoding="UTF-8" standalone="yes"?>
<Relationships xmlns="http://schemas.openxmlformats.org/package/2006/relationships"><Relationship Id="rId8" Type="http://schemas.openxmlformats.org/officeDocument/2006/relationships/image" Target="../media/image180.wmf"/><Relationship Id="rId3" Type="http://schemas.openxmlformats.org/officeDocument/2006/relationships/image" Target="../media/image170.wmf"/><Relationship Id="rId7" Type="http://schemas.openxmlformats.org/officeDocument/2006/relationships/image" Target="../media/image179.wmf"/><Relationship Id="rId2" Type="http://schemas.openxmlformats.org/officeDocument/2006/relationships/image" Target="../media/image175.wmf"/><Relationship Id="rId1" Type="http://schemas.openxmlformats.org/officeDocument/2006/relationships/image" Target="../media/image174.wmf"/><Relationship Id="rId6" Type="http://schemas.openxmlformats.org/officeDocument/2006/relationships/image" Target="../media/image178.wmf"/><Relationship Id="rId5" Type="http://schemas.openxmlformats.org/officeDocument/2006/relationships/image" Target="../media/image177.wmf"/><Relationship Id="rId4" Type="http://schemas.openxmlformats.org/officeDocument/2006/relationships/image" Target="../media/image176.wmf"/></Relationships>
</file>

<file path=ppt/drawings/_rels/vmlDrawing44.vml.rels><?xml version="1.0" encoding="UTF-8" standalone="yes"?>
<Relationships xmlns="http://schemas.openxmlformats.org/package/2006/relationships"><Relationship Id="rId3" Type="http://schemas.openxmlformats.org/officeDocument/2006/relationships/image" Target="../media/image181.wmf"/><Relationship Id="rId2" Type="http://schemas.openxmlformats.org/officeDocument/2006/relationships/image" Target="../media/image180.wmf"/><Relationship Id="rId1" Type="http://schemas.openxmlformats.org/officeDocument/2006/relationships/image" Target="../media/image174.wmf"/></Relationships>
</file>

<file path=ppt/drawings/_rels/vmlDrawing45.vml.rels><?xml version="1.0" encoding="UTF-8" standalone="yes"?>
<Relationships xmlns="http://schemas.openxmlformats.org/package/2006/relationships"><Relationship Id="rId3" Type="http://schemas.openxmlformats.org/officeDocument/2006/relationships/image" Target="../media/image237.wmf"/><Relationship Id="rId2" Type="http://schemas.openxmlformats.org/officeDocument/2006/relationships/image" Target="../media/image236.wmf"/><Relationship Id="rId1" Type="http://schemas.openxmlformats.org/officeDocument/2006/relationships/image" Target="../media/image235.wmf"/><Relationship Id="rId6" Type="http://schemas.openxmlformats.org/officeDocument/2006/relationships/image" Target="../media/image240.wmf"/><Relationship Id="rId5" Type="http://schemas.openxmlformats.org/officeDocument/2006/relationships/image" Target="../media/image239.wmf"/><Relationship Id="rId4" Type="http://schemas.openxmlformats.org/officeDocument/2006/relationships/image" Target="../media/image238.wmf"/></Relationships>
</file>

<file path=ppt/drawings/_rels/vmlDrawing46.vml.rels><?xml version="1.0" encoding="UTF-8" standalone="yes"?>
<Relationships xmlns="http://schemas.openxmlformats.org/package/2006/relationships"><Relationship Id="rId3" Type="http://schemas.openxmlformats.org/officeDocument/2006/relationships/image" Target="../media/image240.wmf"/><Relationship Id="rId2" Type="http://schemas.openxmlformats.org/officeDocument/2006/relationships/image" Target="../media/image236.wmf"/><Relationship Id="rId1" Type="http://schemas.openxmlformats.org/officeDocument/2006/relationships/image" Target="../media/image241.wmf"/></Relationships>
</file>

<file path=ppt/drawings/_rels/vmlDrawing47.vml.rels><?xml version="1.0" encoding="UTF-8" standalone="yes"?>
<Relationships xmlns="http://schemas.openxmlformats.org/package/2006/relationships"><Relationship Id="rId3" Type="http://schemas.openxmlformats.org/officeDocument/2006/relationships/image" Target="../media/image244.wmf"/><Relationship Id="rId2" Type="http://schemas.openxmlformats.org/officeDocument/2006/relationships/image" Target="../media/image243.wmf"/><Relationship Id="rId1" Type="http://schemas.openxmlformats.org/officeDocument/2006/relationships/image" Target="../media/image242.wmf"/><Relationship Id="rId5" Type="http://schemas.openxmlformats.org/officeDocument/2006/relationships/image" Target="../media/image240.wmf"/><Relationship Id="rId4" Type="http://schemas.openxmlformats.org/officeDocument/2006/relationships/image" Target="../media/image245.wmf"/></Relationships>
</file>

<file path=ppt/drawings/_rels/vmlDrawing48.vml.rels><?xml version="1.0" encoding="UTF-8" standalone="yes"?>
<Relationships xmlns="http://schemas.openxmlformats.org/package/2006/relationships"><Relationship Id="rId1" Type="http://schemas.openxmlformats.org/officeDocument/2006/relationships/image" Target="../media/image246.png"/></Relationships>
</file>

<file path=ppt/drawings/_rels/vmlDrawing49.vml.rels><?xml version="1.0" encoding="UTF-8" standalone="yes"?>
<Relationships xmlns="http://schemas.openxmlformats.org/package/2006/relationships"><Relationship Id="rId3" Type="http://schemas.openxmlformats.org/officeDocument/2006/relationships/image" Target="../media/image249.wmf"/><Relationship Id="rId2" Type="http://schemas.openxmlformats.org/officeDocument/2006/relationships/image" Target="../media/image248.wmf"/><Relationship Id="rId1" Type="http://schemas.openxmlformats.org/officeDocument/2006/relationships/image" Target="../media/image247.wmf"/><Relationship Id="rId6" Type="http://schemas.openxmlformats.org/officeDocument/2006/relationships/image" Target="../media/image252.wmf"/><Relationship Id="rId5" Type="http://schemas.openxmlformats.org/officeDocument/2006/relationships/image" Target="../media/image251.wmf"/><Relationship Id="rId4" Type="http://schemas.openxmlformats.org/officeDocument/2006/relationships/image" Target="../media/image250.wmf"/></Relationships>
</file>

<file path=ppt/drawings/_rels/vmlDrawing50.vml.rels><?xml version="1.0" encoding="UTF-8" standalone="yes"?>
<Relationships xmlns="http://schemas.openxmlformats.org/package/2006/relationships"><Relationship Id="rId3" Type="http://schemas.openxmlformats.org/officeDocument/2006/relationships/image" Target="../media/image254.wmf"/><Relationship Id="rId7" Type="http://schemas.openxmlformats.org/officeDocument/2006/relationships/image" Target="../media/image185.wmf"/><Relationship Id="rId2" Type="http://schemas.openxmlformats.org/officeDocument/2006/relationships/image" Target="../media/image247.wmf"/><Relationship Id="rId1" Type="http://schemas.openxmlformats.org/officeDocument/2006/relationships/image" Target="../media/image253.wmf"/><Relationship Id="rId6" Type="http://schemas.openxmlformats.org/officeDocument/2006/relationships/image" Target="../media/image184.wmf"/><Relationship Id="rId5" Type="http://schemas.openxmlformats.org/officeDocument/2006/relationships/image" Target="../media/image183.wmf"/><Relationship Id="rId4" Type="http://schemas.openxmlformats.org/officeDocument/2006/relationships/image" Target="../media/image182.wmf"/></Relationships>
</file>

<file path=ppt/drawings/_rels/vmlDrawing51.vml.rels><?xml version="1.0" encoding="UTF-8" standalone="yes"?>
<Relationships xmlns="http://schemas.openxmlformats.org/package/2006/relationships"><Relationship Id="rId3" Type="http://schemas.openxmlformats.org/officeDocument/2006/relationships/image" Target="../media/image188.wmf"/><Relationship Id="rId2" Type="http://schemas.openxmlformats.org/officeDocument/2006/relationships/image" Target="../media/image187.wmf"/><Relationship Id="rId1" Type="http://schemas.openxmlformats.org/officeDocument/2006/relationships/image" Target="../media/image186.wmf"/><Relationship Id="rId4" Type="http://schemas.openxmlformats.org/officeDocument/2006/relationships/image" Target="../media/image189.wmf"/></Relationships>
</file>

<file path=ppt/drawings/_rels/vmlDrawing52.vml.rels><?xml version="1.0" encoding="UTF-8" standalone="yes"?>
<Relationships xmlns="http://schemas.openxmlformats.org/package/2006/relationships"><Relationship Id="rId3" Type="http://schemas.openxmlformats.org/officeDocument/2006/relationships/image" Target="../media/image253.wmf"/><Relationship Id="rId2" Type="http://schemas.openxmlformats.org/officeDocument/2006/relationships/image" Target="../media/image256.wmf"/><Relationship Id="rId1" Type="http://schemas.openxmlformats.org/officeDocument/2006/relationships/image" Target="../media/image255.wmf"/><Relationship Id="rId5" Type="http://schemas.openxmlformats.org/officeDocument/2006/relationships/image" Target="../media/image257.wmf"/><Relationship Id="rId4" Type="http://schemas.openxmlformats.org/officeDocument/2006/relationships/image" Target="../media/image247.wmf"/></Relationships>
</file>

<file path=ppt/drawings/_rels/vmlDrawing53.vml.rels><?xml version="1.0" encoding="UTF-8" standalone="yes"?>
<Relationships xmlns="http://schemas.openxmlformats.org/package/2006/relationships"><Relationship Id="rId3" Type="http://schemas.openxmlformats.org/officeDocument/2006/relationships/image" Target="../media/image260.wmf"/><Relationship Id="rId2" Type="http://schemas.openxmlformats.org/officeDocument/2006/relationships/image" Target="../media/image259.wmf"/><Relationship Id="rId1" Type="http://schemas.openxmlformats.org/officeDocument/2006/relationships/image" Target="../media/image258.wmf"/></Relationships>
</file>

<file path=ppt/drawings/_rels/vmlDrawing54.vml.rels><?xml version="1.0" encoding="UTF-8" standalone="yes"?>
<Relationships xmlns="http://schemas.openxmlformats.org/package/2006/relationships"><Relationship Id="rId8" Type="http://schemas.openxmlformats.org/officeDocument/2006/relationships/image" Target="../media/image268.wmf"/><Relationship Id="rId13" Type="http://schemas.openxmlformats.org/officeDocument/2006/relationships/image" Target="../media/image273.wmf"/><Relationship Id="rId3" Type="http://schemas.openxmlformats.org/officeDocument/2006/relationships/image" Target="../media/image263.wmf"/><Relationship Id="rId7" Type="http://schemas.openxmlformats.org/officeDocument/2006/relationships/image" Target="../media/image267.wmf"/><Relationship Id="rId12" Type="http://schemas.openxmlformats.org/officeDocument/2006/relationships/image" Target="../media/image272.wmf"/><Relationship Id="rId2" Type="http://schemas.openxmlformats.org/officeDocument/2006/relationships/image" Target="../media/image262.wmf"/><Relationship Id="rId1" Type="http://schemas.openxmlformats.org/officeDocument/2006/relationships/image" Target="../media/image261.wmf"/><Relationship Id="rId6" Type="http://schemas.openxmlformats.org/officeDocument/2006/relationships/image" Target="../media/image266.wmf"/><Relationship Id="rId11" Type="http://schemas.openxmlformats.org/officeDocument/2006/relationships/image" Target="../media/image271.wmf"/><Relationship Id="rId5" Type="http://schemas.openxmlformats.org/officeDocument/2006/relationships/image" Target="../media/image265.wmf"/><Relationship Id="rId10" Type="http://schemas.openxmlformats.org/officeDocument/2006/relationships/image" Target="../media/image270.wmf"/><Relationship Id="rId4" Type="http://schemas.openxmlformats.org/officeDocument/2006/relationships/image" Target="../media/image264.wmf"/><Relationship Id="rId9" Type="http://schemas.openxmlformats.org/officeDocument/2006/relationships/image" Target="../media/image269.wmf"/><Relationship Id="rId14" Type="http://schemas.openxmlformats.org/officeDocument/2006/relationships/image" Target="../media/image274.wmf"/></Relationships>
</file>

<file path=ppt/drawings/_rels/vmlDrawing55.vml.rels><?xml version="1.0" encoding="UTF-8" standalone="yes"?>
<Relationships xmlns="http://schemas.openxmlformats.org/package/2006/relationships"><Relationship Id="rId8" Type="http://schemas.openxmlformats.org/officeDocument/2006/relationships/image" Target="../media/image280.wmf"/><Relationship Id="rId13" Type="http://schemas.openxmlformats.org/officeDocument/2006/relationships/image" Target="../media/image285.wmf"/><Relationship Id="rId3" Type="http://schemas.openxmlformats.org/officeDocument/2006/relationships/image" Target="../media/image247.wmf"/><Relationship Id="rId7" Type="http://schemas.openxmlformats.org/officeDocument/2006/relationships/image" Target="../media/image279.wmf"/><Relationship Id="rId12" Type="http://schemas.openxmlformats.org/officeDocument/2006/relationships/image" Target="../media/image284.wmf"/><Relationship Id="rId2" Type="http://schemas.openxmlformats.org/officeDocument/2006/relationships/image" Target="../media/image253.wmf"/><Relationship Id="rId1" Type="http://schemas.openxmlformats.org/officeDocument/2006/relationships/image" Target="../media/image275.wmf"/><Relationship Id="rId6" Type="http://schemas.openxmlformats.org/officeDocument/2006/relationships/image" Target="../media/image278.wmf"/><Relationship Id="rId11" Type="http://schemas.openxmlformats.org/officeDocument/2006/relationships/image" Target="../media/image283.wmf"/><Relationship Id="rId5" Type="http://schemas.openxmlformats.org/officeDocument/2006/relationships/image" Target="../media/image277.wmf"/><Relationship Id="rId15" Type="http://schemas.openxmlformats.org/officeDocument/2006/relationships/image" Target="../media/image287.wmf"/><Relationship Id="rId10" Type="http://schemas.openxmlformats.org/officeDocument/2006/relationships/image" Target="../media/image282.wmf"/><Relationship Id="rId4" Type="http://schemas.openxmlformats.org/officeDocument/2006/relationships/image" Target="../media/image276.wmf"/><Relationship Id="rId9" Type="http://schemas.openxmlformats.org/officeDocument/2006/relationships/image" Target="../media/image281.wmf"/><Relationship Id="rId14" Type="http://schemas.openxmlformats.org/officeDocument/2006/relationships/image" Target="../media/image286.wmf"/></Relationships>
</file>

<file path=ppt/drawings/_rels/vmlDrawing56.vml.rels><?xml version="1.0" encoding="UTF-8" standalone="yes"?>
<Relationships xmlns="http://schemas.openxmlformats.org/package/2006/relationships"><Relationship Id="rId8" Type="http://schemas.openxmlformats.org/officeDocument/2006/relationships/image" Target="../media/image288.wmf"/><Relationship Id="rId3" Type="http://schemas.openxmlformats.org/officeDocument/2006/relationships/image" Target="../media/image280.wmf"/><Relationship Id="rId7" Type="http://schemas.openxmlformats.org/officeDocument/2006/relationships/image" Target="../media/image285.wmf"/><Relationship Id="rId2" Type="http://schemas.openxmlformats.org/officeDocument/2006/relationships/image" Target="../media/image287.wmf"/><Relationship Id="rId1" Type="http://schemas.openxmlformats.org/officeDocument/2006/relationships/image" Target="../media/image286.wmf"/><Relationship Id="rId6" Type="http://schemas.openxmlformats.org/officeDocument/2006/relationships/image" Target="../media/image283.wmf"/><Relationship Id="rId11" Type="http://schemas.openxmlformats.org/officeDocument/2006/relationships/image" Target="../media/image291.wmf"/><Relationship Id="rId5" Type="http://schemas.openxmlformats.org/officeDocument/2006/relationships/image" Target="../media/image282.wmf"/><Relationship Id="rId10" Type="http://schemas.openxmlformats.org/officeDocument/2006/relationships/image" Target="../media/image290.wmf"/><Relationship Id="rId4" Type="http://schemas.openxmlformats.org/officeDocument/2006/relationships/image" Target="../media/image281.wmf"/><Relationship Id="rId9" Type="http://schemas.openxmlformats.org/officeDocument/2006/relationships/image" Target="../media/image289.wmf"/></Relationships>
</file>

<file path=ppt/drawings/_rels/vmlDrawing57.vml.rels><?xml version="1.0" encoding="UTF-8" standalone="yes"?>
<Relationships xmlns="http://schemas.openxmlformats.org/package/2006/relationships"><Relationship Id="rId1" Type="http://schemas.openxmlformats.org/officeDocument/2006/relationships/image" Target="../media/image292.png"/></Relationships>
</file>

<file path=ppt/drawings/_rels/vmlDrawing58.vml.rels><?xml version="1.0" encoding="UTF-8" standalone="yes"?>
<Relationships xmlns="http://schemas.openxmlformats.org/package/2006/relationships"><Relationship Id="rId3" Type="http://schemas.openxmlformats.org/officeDocument/2006/relationships/image" Target="../media/image295.wmf"/><Relationship Id="rId2" Type="http://schemas.openxmlformats.org/officeDocument/2006/relationships/image" Target="../media/image294.wmf"/><Relationship Id="rId1" Type="http://schemas.openxmlformats.org/officeDocument/2006/relationships/image" Target="../media/image293.wmf"/><Relationship Id="rId5" Type="http://schemas.openxmlformats.org/officeDocument/2006/relationships/image" Target="../media/image297.wmf"/><Relationship Id="rId4" Type="http://schemas.openxmlformats.org/officeDocument/2006/relationships/image" Target="../media/image296.wmf"/></Relationships>
</file>

<file path=ppt/drawings/_rels/vmlDrawing59.vml.rels><?xml version="1.0" encoding="UTF-8" standalone="yes"?>
<Relationships xmlns="http://schemas.openxmlformats.org/package/2006/relationships"><Relationship Id="rId8" Type="http://schemas.openxmlformats.org/officeDocument/2006/relationships/image" Target="../media/image303.wmf"/><Relationship Id="rId13" Type="http://schemas.openxmlformats.org/officeDocument/2006/relationships/image" Target="../media/image308.wmf"/><Relationship Id="rId3" Type="http://schemas.openxmlformats.org/officeDocument/2006/relationships/image" Target="../media/image263.wmf"/><Relationship Id="rId7" Type="http://schemas.openxmlformats.org/officeDocument/2006/relationships/image" Target="../media/image302.wmf"/><Relationship Id="rId12" Type="http://schemas.openxmlformats.org/officeDocument/2006/relationships/image" Target="../media/image307.wmf"/><Relationship Id="rId2" Type="http://schemas.openxmlformats.org/officeDocument/2006/relationships/image" Target="../media/image299.wmf"/><Relationship Id="rId1" Type="http://schemas.openxmlformats.org/officeDocument/2006/relationships/image" Target="../media/image298.wmf"/><Relationship Id="rId6" Type="http://schemas.openxmlformats.org/officeDocument/2006/relationships/image" Target="../media/image301.wmf"/><Relationship Id="rId11" Type="http://schemas.openxmlformats.org/officeDocument/2006/relationships/image" Target="../media/image306.wmf"/><Relationship Id="rId5" Type="http://schemas.openxmlformats.org/officeDocument/2006/relationships/image" Target="../media/image300.wmf"/><Relationship Id="rId10" Type="http://schemas.openxmlformats.org/officeDocument/2006/relationships/image" Target="../media/image305.wmf"/><Relationship Id="rId4" Type="http://schemas.openxmlformats.org/officeDocument/2006/relationships/image" Target="../media/image264.wmf"/><Relationship Id="rId9" Type="http://schemas.openxmlformats.org/officeDocument/2006/relationships/image" Target="../media/image304.wmf"/></Relationships>
</file>

<file path=ppt/drawings/_rels/vmlDrawing60.vml.rels><?xml version="1.0" encoding="UTF-8" standalone="yes"?>
<Relationships xmlns="http://schemas.openxmlformats.org/package/2006/relationships"><Relationship Id="rId8" Type="http://schemas.openxmlformats.org/officeDocument/2006/relationships/image" Target="../media/image282.wmf"/><Relationship Id="rId13" Type="http://schemas.openxmlformats.org/officeDocument/2006/relationships/image" Target="../media/image291.wmf"/><Relationship Id="rId3" Type="http://schemas.openxmlformats.org/officeDocument/2006/relationships/image" Target="../media/image310.wmf"/><Relationship Id="rId7" Type="http://schemas.openxmlformats.org/officeDocument/2006/relationships/image" Target="../media/image281.wmf"/><Relationship Id="rId12" Type="http://schemas.openxmlformats.org/officeDocument/2006/relationships/image" Target="../media/image285.wmf"/><Relationship Id="rId2" Type="http://schemas.openxmlformats.org/officeDocument/2006/relationships/image" Target="../media/image309.wmf"/><Relationship Id="rId16" Type="http://schemas.openxmlformats.org/officeDocument/2006/relationships/image" Target="../media/image315.wmf"/><Relationship Id="rId1" Type="http://schemas.openxmlformats.org/officeDocument/2006/relationships/image" Target="../media/image302.wmf"/><Relationship Id="rId6" Type="http://schemas.openxmlformats.org/officeDocument/2006/relationships/image" Target="../media/image287.wmf"/><Relationship Id="rId11" Type="http://schemas.openxmlformats.org/officeDocument/2006/relationships/image" Target="../media/image314.wmf"/><Relationship Id="rId5" Type="http://schemas.openxmlformats.org/officeDocument/2006/relationships/image" Target="../media/image286.wmf"/><Relationship Id="rId15" Type="http://schemas.openxmlformats.org/officeDocument/2006/relationships/image" Target="../media/image290.wmf"/><Relationship Id="rId10" Type="http://schemas.openxmlformats.org/officeDocument/2006/relationships/image" Target="../media/image313.wmf"/><Relationship Id="rId4" Type="http://schemas.openxmlformats.org/officeDocument/2006/relationships/image" Target="../media/image311.wmf"/><Relationship Id="rId9" Type="http://schemas.openxmlformats.org/officeDocument/2006/relationships/image" Target="../media/image312.wmf"/><Relationship Id="rId14" Type="http://schemas.openxmlformats.org/officeDocument/2006/relationships/image" Target="../media/image289.wmf"/></Relationships>
</file>

<file path=ppt/drawings/_rels/vmlDrawing61.vml.rels><?xml version="1.0" encoding="UTF-8" standalone="yes"?>
<Relationships xmlns="http://schemas.openxmlformats.org/package/2006/relationships"><Relationship Id="rId3" Type="http://schemas.openxmlformats.org/officeDocument/2006/relationships/image" Target="../media/image317.wmf"/><Relationship Id="rId2" Type="http://schemas.openxmlformats.org/officeDocument/2006/relationships/image" Target="../media/image316.wmf"/><Relationship Id="rId1" Type="http://schemas.openxmlformats.org/officeDocument/2006/relationships/image" Target="../media/image302.wmf"/></Relationships>
</file>

<file path=ppt/drawings/_rels/vmlDrawing62.vml.rels><?xml version="1.0" encoding="UTF-8" standalone="yes"?>
<Relationships xmlns="http://schemas.openxmlformats.org/package/2006/relationships"><Relationship Id="rId1" Type="http://schemas.openxmlformats.org/officeDocument/2006/relationships/image" Target="../media/image292.png"/></Relationships>
</file>

<file path=ppt/drawings/_rels/vmlDrawing63.vml.rels><?xml version="1.0" encoding="UTF-8" standalone="yes"?>
<Relationships xmlns="http://schemas.openxmlformats.org/package/2006/relationships"><Relationship Id="rId1" Type="http://schemas.openxmlformats.org/officeDocument/2006/relationships/image" Target="../media/image318.png"/></Relationships>
</file>

<file path=ppt/drawings/_rels/vmlDrawing64.vml.rels><?xml version="1.0" encoding="UTF-8" standalone="yes"?>
<Relationships xmlns="http://schemas.openxmlformats.org/package/2006/relationships"><Relationship Id="rId3" Type="http://schemas.openxmlformats.org/officeDocument/2006/relationships/image" Target="../media/image321.wmf"/><Relationship Id="rId2" Type="http://schemas.openxmlformats.org/officeDocument/2006/relationships/image" Target="../media/image320.wmf"/><Relationship Id="rId1" Type="http://schemas.openxmlformats.org/officeDocument/2006/relationships/image" Target="../media/image319.wmf"/><Relationship Id="rId6" Type="http://schemas.openxmlformats.org/officeDocument/2006/relationships/image" Target="../media/image324.wmf"/><Relationship Id="rId5" Type="http://schemas.openxmlformats.org/officeDocument/2006/relationships/image" Target="../media/image323.wmf"/><Relationship Id="rId4" Type="http://schemas.openxmlformats.org/officeDocument/2006/relationships/image" Target="../media/image322.wmf"/></Relationships>
</file>

<file path=ppt/drawings/_rels/vmlDrawing65.vml.rels><?xml version="1.0" encoding="UTF-8" standalone="yes"?>
<Relationships xmlns="http://schemas.openxmlformats.org/package/2006/relationships"><Relationship Id="rId3" Type="http://schemas.openxmlformats.org/officeDocument/2006/relationships/image" Target="../media/image327.wmf"/><Relationship Id="rId7" Type="http://schemas.openxmlformats.org/officeDocument/2006/relationships/image" Target="../media/image331.wmf"/><Relationship Id="rId2" Type="http://schemas.openxmlformats.org/officeDocument/2006/relationships/image" Target="../media/image326.wmf"/><Relationship Id="rId1" Type="http://schemas.openxmlformats.org/officeDocument/2006/relationships/image" Target="../media/image325.wmf"/><Relationship Id="rId6" Type="http://schemas.openxmlformats.org/officeDocument/2006/relationships/image" Target="../media/image330.wmf"/><Relationship Id="rId5" Type="http://schemas.openxmlformats.org/officeDocument/2006/relationships/image" Target="../media/image329.wmf"/><Relationship Id="rId4" Type="http://schemas.openxmlformats.org/officeDocument/2006/relationships/image" Target="../media/image328.wmf"/></Relationships>
</file>

<file path=ppt/drawings/_rels/vmlDrawing66.vml.rels><?xml version="1.0" encoding="UTF-8" standalone="yes"?>
<Relationships xmlns="http://schemas.openxmlformats.org/package/2006/relationships"><Relationship Id="rId3" Type="http://schemas.openxmlformats.org/officeDocument/2006/relationships/image" Target="../media/image335.wmf"/><Relationship Id="rId2" Type="http://schemas.openxmlformats.org/officeDocument/2006/relationships/image" Target="../media/image334.wmf"/><Relationship Id="rId1" Type="http://schemas.openxmlformats.org/officeDocument/2006/relationships/image" Target="../media/image318.png"/></Relationships>
</file>

<file path=ppt/drawings/_rels/vmlDrawing67.vml.rels><?xml version="1.0" encoding="UTF-8" standalone="yes"?>
<Relationships xmlns="http://schemas.openxmlformats.org/package/2006/relationships"><Relationship Id="rId3" Type="http://schemas.openxmlformats.org/officeDocument/2006/relationships/image" Target="../media/image338.wmf"/><Relationship Id="rId2" Type="http://schemas.openxmlformats.org/officeDocument/2006/relationships/image" Target="../media/image337.wmf"/><Relationship Id="rId1" Type="http://schemas.openxmlformats.org/officeDocument/2006/relationships/image" Target="../media/image336.wmf"/><Relationship Id="rId6" Type="http://schemas.openxmlformats.org/officeDocument/2006/relationships/image" Target="../media/image341.wmf"/><Relationship Id="rId5" Type="http://schemas.openxmlformats.org/officeDocument/2006/relationships/image" Target="../media/image340.wmf"/><Relationship Id="rId4" Type="http://schemas.openxmlformats.org/officeDocument/2006/relationships/image" Target="../media/image339.wmf"/></Relationships>
</file>

<file path=ppt/drawings/_rels/vmlDrawing68.vml.rels><?xml version="1.0" encoding="UTF-8" standalone="yes"?>
<Relationships xmlns="http://schemas.openxmlformats.org/package/2006/relationships"><Relationship Id="rId8" Type="http://schemas.openxmlformats.org/officeDocument/2006/relationships/image" Target="../media/image348.wmf"/><Relationship Id="rId3" Type="http://schemas.openxmlformats.org/officeDocument/2006/relationships/image" Target="../media/image344.wmf"/><Relationship Id="rId7" Type="http://schemas.openxmlformats.org/officeDocument/2006/relationships/image" Target="../media/image347.wmf"/><Relationship Id="rId2" Type="http://schemas.openxmlformats.org/officeDocument/2006/relationships/image" Target="../media/image343.wmf"/><Relationship Id="rId1" Type="http://schemas.openxmlformats.org/officeDocument/2006/relationships/image" Target="../media/image342.wmf"/><Relationship Id="rId6" Type="http://schemas.openxmlformats.org/officeDocument/2006/relationships/image" Target="../media/image346.wmf"/><Relationship Id="rId5" Type="http://schemas.openxmlformats.org/officeDocument/2006/relationships/image" Target="../media/image341.wmf"/><Relationship Id="rId10" Type="http://schemas.openxmlformats.org/officeDocument/2006/relationships/image" Target="../media/image350.wmf"/><Relationship Id="rId4" Type="http://schemas.openxmlformats.org/officeDocument/2006/relationships/image" Target="../media/image345.wmf"/><Relationship Id="rId9" Type="http://schemas.openxmlformats.org/officeDocument/2006/relationships/image" Target="../media/image349.wmf"/></Relationships>
</file>

<file path=ppt/drawings/_rels/vmlDrawing69.vml.rels><?xml version="1.0" encoding="UTF-8" standalone="yes"?>
<Relationships xmlns="http://schemas.openxmlformats.org/package/2006/relationships"><Relationship Id="rId8" Type="http://schemas.openxmlformats.org/officeDocument/2006/relationships/image" Target="../media/image358.wmf"/><Relationship Id="rId3" Type="http://schemas.openxmlformats.org/officeDocument/2006/relationships/image" Target="../media/image353.wmf"/><Relationship Id="rId7" Type="http://schemas.openxmlformats.org/officeDocument/2006/relationships/image" Target="../media/image357.wmf"/><Relationship Id="rId12" Type="http://schemas.openxmlformats.org/officeDocument/2006/relationships/image" Target="../media/image344.wmf"/><Relationship Id="rId2" Type="http://schemas.openxmlformats.org/officeDocument/2006/relationships/image" Target="../media/image352.wmf"/><Relationship Id="rId1" Type="http://schemas.openxmlformats.org/officeDocument/2006/relationships/image" Target="../media/image351.wmf"/><Relationship Id="rId6" Type="http://schemas.openxmlformats.org/officeDocument/2006/relationships/image" Target="../media/image356.wmf"/><Relationship Id="rId11" Type="http://schemas.openxmlformats.org/officeDocument/2006/relationships/image" Target="../media/image361.wmf"/><Relationship Id="rId5" Type="http://schemas.openxmlformats.org/officeDocument/2006/relationships/image" Target="../media/image355.wmf"/><Relationship Id="rId10" Type="http://schemas.openxmlformats.org/officeDocument/2006/relationships/image" Target="../media/image360.wmf"/><Relationship Id="rId4" Type="http://schemas.openxmlformats.org/officeDocument/2006/relationships/image" Target="../media/image354.wmf"/><Relationship Id="rId9" Type="http://schemas.openxmlformats.org/officeDocument/2006/relationships/image" Target="../media/image359.wmf"/></Relationships>
</file>

<file path=ppt/drawings/_rels/vmlDrawing70.vml.rels><?xml version="1.0" encoding="UTF-8" standalone="yes"?>
<Relationships xmlns="http://schemas.openxmlformats.org/package/2006/relationships"><Relationship Id="rId8" Type="http://schemas.openxmlformats.org/officeDocument/2006/relationships/image" Target="../media/image369.wmf"/><Relationship Id="rId3" Type="http://schemas.openxmlformats.org/officeDocument/2006/relationships/image" Target="../media/image364.wmf"/><Relationship Id="rId7" Type="http://schemas.openxmlformats.org/officeDocument/2006/relationships/image" Target="../media/image368.wmf"/><Relationship Id="rId12" Type="http://schemas.openxmlformats.org/officeDocument/2006/relationships/image" Target="../media/image372.wmf"/><Relationship Id="rId2" Type="http://schemas.openxmlformats.org/officeDocument/2006/relationships/image" Target="../media/image363.wmf"/><Relationship Id="rId1" Type="http://schemas.openxmlformats.org/officeDocument/2006/relationships/image" Target="../media/image362.wmf"/><Relationship Id="rId6" Type="http://schemas.openxmlformats.org/officeDocument/2006/relationships/image" Target="../media/image367.wmf"/><Relationship Id="rId11" Type="http://schemas.openxmlformats.org/officeDocument/2006/relationships/image" Target="../media/image371.wmf"/><Relationship Id="rId5" Type="http://schemas.openxmlformats.org/officeDocument/2006/relationships/image" Target="../media/image366.wmf"/><Relationship Id="rId10" Type="http://schemas.openxmlformats.org/officeDocument/2006/relationships/image" Target="../media/image341.wmf"/><Relationship Id="rId4" Type="http://schemas.openxmlformats.org/officeDocument/2006/relationships/image" Target="../media/image365.wmf"/><Relationship Id="rId9" Type="http://schemas.openxmlformats.org/officeDocument/2006/relationships/image" Target="../media/image370.wmf"/></Relationships>
</file>

<file path=ppt/drawings/_rels/vmlDrawing71.vml.rels><?xml version="1.0" encoding="UTF-8" standalone="yes"?>
<Relationships xmlns="http://schemas.openxmlformats.org/package/2006/relationships"><Relationship Id="rId8" Type="http://schemas.openxmlformats.org/officeDocument/2006/relationships/image" Target="../media/image379.wmf"/><Relationship Id="rId13" Type="http://schemas.openxmlformats.org/officeDocument/2006/relationships/image" Target="../media/image384.wmf"/><Relationship Id="rId3" Type="http://schemas.openxmlformats.org/officeDocument/2006/relationships/image" Target="../media/image375.wmf"/><Relationship Id="rId7" Type="http://schemas.openxmlformats.org/officeDocument/2006/relationships/image" Target="../media/image378.wmf"/><Relationship Id="rId12" Type="http://schemas.openxmlformats.org/officeDocument/2006/relationships/image" Target="../media/image383.wmf"/><Relationship Id="rId2" Type="http://schemas.openxmlformats.org/officeDocument/2006/relationships/image" Target="../media/image374.wmf"/><Relationship Id="rId1" Type="http://schemas.openxmlformats.org/officeDocument/2006/relationships/image" Target="../media/image373.wmf"/><Relationship Id="rId6" Type="http://schemas.openxmlformats.org/officeDocument/2006/relationships/image" Target="../media/image366.wmf"/><Relationship Id="rId11" Type="http://schemas.openxmlformats.org/officeDocument/2006/relationships/image" Target="../media/image382.wmf"/><Relationship Id="rId5" Type="http://schemas.openxmlformats.org/officeDocument/2006/relationships/image" Target="../media/image377.wmf"/><Relationship Id="rId10" Type="http://schemas.openxmlformats.org/officeDocument/2006/relationships/image" Target="../media/image381.wmf"/><Relationship Id="rId4" Type="http://schemas.openxmlformats.org/officeDocument/2006/relationships/image" Target="../media/image376.wmf"/><Relationship Id="rId9" Type="http://schemas.openxmlformats.org/officeDocument/2006/relationships/image" Target="../media/image380.wmf"/></Relationships>
</file>

<file path=ppt/drawings/_rels/vmlDrawing72.vml.rels><?xml version="1.0" encoding="UTF-8" standalone="yes"?>
<Relationships xmlns="http://schemas.openxmlformats.org/package/2006/relationships"><Relationship Id="rId3" Type="http://schemas.openxmlformats.org/officeDocument/2006/relationships/image" Target="../media/image383.wmf"/><Relationship Id="rId2" Type="http://schemas.openxmlformats.org/officeDocument/2006/relationships/image" Target="../media/image388.wmf"/><Relationship Id="rId1" Type="http://schemas.openxmlformats.org/officeDocument/2006/relationships/image" Target="../media/image387.wmf"/></Relationships>
</file>

<file path=ppt/drawings/_rels/vmlDrawing73.vml.rels><?xml version="1.0" encoding="UTF-8" standalone="yes"?>
<Relationships xmlns="http://schemas.openxmlformats.org/package/2006/relationships"><Relationship Id="rId8" Type="http://schemas.openxmlformats.org/officeDocument/2006/relationships/image" Target="../media/image395.wmf"/><Relationship Id="rId3" Type="http://schemas.openxmlformats.org/officeDocument/2006/relationships/image" Target="../media/image391.wmf"/><Relationship Id="rId7" Type="http://schemas.openxmlformats.org/officeDocument/2006/relationships/image" Target="../media/image394.wmf"/><Relationship Id="rId2" Type="http://schemas.openxmlformats.org/officeDocument/2006/relationships/image" Target="../media/image390.wmf"/><Relationship Id="rId1" Type="http://schemas.openxmlformats.org/officeDocument/2006/relationships/image" Target="../media/image389.wmf"/><Relationship Id="rId6" Type="http://schemas.openxmlformats.org/officeDocument/2006/relationships/image" Target="../media/image318.png"/><Relationship Id="rId5" Type="http://schemas.openxmlformats.org/officeDocument/2006/relationships/image" Target="../media/image393.wmf"/><Relationship Id="rId10" Type="http://schemas.openxmlformats.org/officeDocument/2006/relationships/image" Target="../media/image397.wmf"/><Relationship Id="rId4" Type="http://schemas.openxmlformats.org/officeDocument/2006/relationships/image" Target="../media/image392.wmf"/><Relationship Id="rId9" Type="http://schemas.openxmlformats.org/officeDocument/2006/relationships/image" Target="../media/image396.wmf"/></Relationships>
</file>

<file path=ppt/drawings/_rels/vmlDrawing74.vml.rels><?xml version="1.0" encoding="UTF-8" standalone="yes"?>
<Relationships xmlns="http://schemas.openxmlformats.org/package/2006/relationships"><Relationship Id="rId3" Type="http://schemas.openxmlformats.org/officeDocument/2006/relationships/image" Target="../media/image400.wmf"/><Relationship Id="rId2" Type="http://schemas.openxmlformats.org/officeDocument/2006/relationships/image" Target="../media/image399.wmf"/><Relationship Id="rId1" Type="http://schemas.openxmlformats.org/officeDocument/2006/relationships/image" Target="../media/image398.wmf"/><Relationship Id="rId6" Type="http://schemas.openxmlformats.org/officeDocument/2006/relationships/image" Target="../media/image403.wmf"/><Relationship Id="rId5" Type="http://schemas.openxmlformats.org/officeDocument/2006/relationships/image" Target="../media/image402.wmf"/><Relationship Id="rId4" Type="http://schemas.openxmlformats.org/officeDocument/2006/relationships/image" Target="../media/image401.wmf"/></Relationships>
</file>

<file path=ppt/drawings/_rels/vmlDrawing75.vml.rels><?xml version="1.0" encoding="UTF-8" standalone="yes"?>
<Relationships xmlns="http://schemas.openxmlformats.org/package/2006/relationships"><Relationship Id="rId2" Type="http://schemas.openxmlformats.org/officeDocument/2006/relationships/image" Target="../media/image405.wmf"/><Relationship Id="rId1" Type="http://schemas.openxmlformats.org/officeDocument/2006/relationships/image" Target="../media/image404.wmf"/></Relationships>
</file>

<file path=ppt/drawings/_rels/vmlDrawing76.vml.rels><?xml version="1.0" encoding="UTF-8" standalone="yes"?>
<Relationships xmlns="http://schemas.openxmlformats.org/package/2006/relationships"><Relationship Id="rId3" Type="http://schemas.openxmlformats.org/officeDocument/2006/relationships/image" Target="../media/image408.wmf"/><Relationship Id="rId7" Type="http://schemas.openxmlformats.org/officeDocument/2006/relationships/image" Target="../media/image318.png"/><Relationship Id="rId2" Type="http://schemas.openxmlformats.org/officeDocument/2006/relationships/image" Target="../media/image247.wmf"/><Relationship Id="rId1" Type="http://schemas.openxmlformats.org/officeDocument/2006/relationships/image" Target="../media/image407.wmf"/><Relationship Id="rId6" Type="http://schemas.openxmlformats.org/officeDocument/2006/relationships/image" Target="../media/image401.wmf"/><Relationship Id="rId5" Type="http://schemas.openxmlformats.org/officeDocument/2006/relationships/image" Target="../media/image410.wmf"/><Relationship Id="rId4" Type="http://schemas.openxmlformats.org/officeDocument/2006/relationships/image" Target="../media/image409.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extLst>
      <p:ext uri="{BB962C8B-B14F-4D97-AF65-F5344CB8AC3E}">
        <p14:creationId xmlns:p14="http://schemas.microsoft.com/office/powerpoint/2010/main" val="21714459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3303243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36872588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861141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2729132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8610728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41740061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26684715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1401817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1087408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7991804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2323647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4.jpeg"/><Relationship Id="rId2" Type="http://schemas.openxmlformats.org/officeDocument/2006/relationships/slideLayout" Target="../slideLayouts/slideLayout2.xml"/><Relationship Id="rId16" Type="http://schemas.openxmlformats.org/officeDocument/2006/relationships/image" Target="../media/image3.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4"/>
          <a:srcRect/>
          <a:stretch>
            <a:fillRect/>
          </a:stretch>
        </a:blipFill>
        <a:effectLst/>
      </p:bgPr>
    </p:bg>
    <p:spTree>
      <p:nvGrpSpPr>
        <p:cNvPr id="1" name=""/>
        <p:cNvGrpSpPr/>
        <p:nvPr/>
      </p:nvGrpSpPr>
      <p:grpSpPr>
        <a:xfrm>
          <a:off x="0" y="0"/>
          <a:ext cx="0" cy="0"/>
          <a:chOff x="0" y="0"/>
          <a:chExt cx="0" cy="0"/>
        </a:xfrm>
      </p:grpSpPr>
      <p:pic>
        <p:nvPicPr>
          <p:cNvPr id="1026" name="图片 11" descr="K1.jpg">
            <a:hlinkClick r:id="" action="ppaction://hlinkshowjump?jump=previousslide"/>
            <a:extLst>
              <a:ext uri="{FF2B5EF4-FFF2-40B4-BE49-F238E27FC236}">
                <a16:creationId xmlns:a16="http://schemas.microsoft.com/office/drawing/2014/main" id="{812AAB16-222E-421F-8FB8-FA500E80C0EF}"/>
              </a:ext>
            </a:extLst>
          </p:cNvPr>
          <p:cNvPicPr>
            <a:picLocks noChangeAspect="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7380288" y="6597650"/>
            <a:ext cx="525462"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7" name="图片 12" descr="K2.jpg">
            <a:hlinkClick r:id="" action="ppaction://hlinkshowjump?jump=nextslide"/>
            <a:extLst>
              <a:ext uri="{FF2B5EF4-FFF2-40B4-BE49-F238E27FC236}">
                <a16:creationId xmlns:a16="http://schemas.microsoft.com/office/drawing/2014/main" id="{C1E87EC8-9148-41FB-94C2-C0BF06FEC79F}"/>
              </a:ext>
            </a:extLst>
          </p:cNvPr>
          <p:cNvPicPr>
            <a:picLocks noChangeAspect="1"/>
          </p:cNvPicPr>
          <p:nvPr userDrawn="1"/>
        </p:nvPicPr>
        <p:blipFill>
          <a:blip r:embed="rId16">
            <a:extLst>
              <a:ext uri="{28A0092B-C50C-407E-A947-70E740481C1C}">
                <a14:useLocalDpi xmlns:a14="http://schemas.microsoft.com/office/drawing/2010/main" val="0"/>
              </a:ext>
            </a:extLst>
          </a:blip>
          <a:srcRect/>
          <a:stretch>
            <a:fillRect/>
          </a:stretch>
        </p:blipFill>
        <p:spPr bwMode="auto">
          <a:xfrm>
            <a:off x="7915275" y="6597650"/>
            <a:ext cx="52546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8" name="图片 13" descr="K3.jpg">
            <a:hlinkClick r:id="" action="ppaction://hlinkshowjump?jump=firstslide"/>
            <a:extLst>
              <a:ext uri="{FF2B5EF4-FFF2-40B4-BE49-F238E27FC236}">
                <a16:creationId xmlns:a16="http://schemas.microsoft.com/office/drawing/2014/main" id="{998E31FF-E1D1-4737-A47A-BC9EF17C29B5}"/>
              </a:ext>
            </a:extLst>
          </p:cNvPr>
          <p:cNvPicPr>
            <a:picLocks noChangeAspect="1"/>
          </p:cNvPicPr>
          <p:nvPr userDrawn="1"/>
        </p:nvPicPr>
        <p:blipFill>
          <a:blip r:embed="rId17">
            <a:extLst>
              <a:ext uri="{28A0092B-C50C-407E-A947-70E740481C1C}">
                <a14:useLocalDpi xmlns:a14="http://schemas.microsoft.com/office/drawing/2010/main" val="0"/>
              </a:ext>
            </a:extLst>
          </a:blip>
          <a:srcRect/>
          <a:stretch>
            <a:fillRect/>
          </a:stretch>
        </p:blipFill>
        <p:spPr bwMode="auto">
          <a:xfrm>
            <a:off x="8464550" y="6597650"/>
            <a:ext cx="52546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Lst>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ctr"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ctr"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slide" Target="slide34.xml"/><Relationship Id="rId3" Type="http://schemas.openxmlformats.org/officeDocument/2006/relationships/slide" Target="slide16.xml"/><Relationship Id="rId7" Type="http://schemas.openxmlformats.org/officeDocument/2006/relationships/slide" Target="slide26.xml"/><Relationship Id="rId2" Type="http://schemas.openxmlformats.org/officeDocument/2006/relationships/slideLayout" Target="../slideLayouts/slideLayout7.xml"/><Relationship Id="rId1" Type="http://schemas.openxmlformats.org/officeDocument/2006/relationships/themeOverride" Target="../theme/themeOverride1.xml"/><Relationship Id="rId6" Type="http://schemas.openxmlformats.org/officeDocument/2006/relationships/slide" Target="slide31.xml"/><Relationship Id="rId11" Type="http://schemas.openxmlformats.org/officeDocument/2006/relationships/image" Target="../media/image5.jpeg"/><Relationship Id="rId5" Type="http://schemas.openxmlformats.org/officeDocument/2006/relationships/slide" Target="slide11.xml"/><Relationship Id="rId10" Type="http://schemas.openxmlformats.org/officeDocument/2006/relationships/slide" Target="slide56.xml"/><Relationship Id="rId4" Type="http://schemas.openxmlformats.org/officeDocument/2006/relationships/slide" Target="slide47.xml"/><Relationship Id="rId9" Type="http://schemas.openxmlformats.org/officeDocument/2006/relationships/slide" Target="slide4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8.wmf"/><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image" Target="../media/image10.wmf"/><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7.wmf"/><Relationship Id="rId11" Type="http://schemas.openxmlformats.org/officeDocument/2006/relationships/oleObject" Target="../embeddings/oleObject5.bin"/><Relationship Id="rId5" Type="http://schemas.openxmlformats.org/officeDocument/2006/relationships/oleObject" Target="../embeddings/oleObject2.bin"/><Relationship Id="rId10" Type="http://schemas.openxmlformats.org/officeDocument/2006/relationships/image" Target="../media/image9.wmf"/><Relationship Id="rId4" Type="http://schemas.openxmlformats.org/officeDocument/2006/relationships/image" Target="../media/image6.wmf"/><Relationship Id="rId9" Type="http://schemas.openxmlformats.org/officeDocument/2006/relationships/oleObject" Target="../embeddings/oleObject4.bin"/></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13.wmf"/><Relationship Id="rId3" Type="http://schemas.openxmlformats.org/officeDocument/2006/relationships/oleObject" Target="../embeddings/oleObject6.bin"/><Relationship Id="rId7" Type="http://schemas.openxmlformats.org/officeDocument/2006/relationships/oleObject" Target="../embeddings/oleObject8.bin"/><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12.wmf"/><Relationship Id="rId5" Type="http://schemas.openxmlformats.org/officeDocument/2006/relationships/oleObject" Target="../embeddings/oleObject7.bin"/><Relationship Id="rId10" Type="http://schemas.openxmlformats.org/officeDocument/2006/relationships/image" Target="../media/image14.wmf"/><Relationship Id="rId4" Type="http://schemas.openxmlformats.org/officeDocument/2006/relationships/image" Target="../media/image11.wmf"/><Relationship Id="rId9" Type="http://schemas.openxmlformats.org/officeDocument/2006/relationships/oleObject" Target="../embeddings/oleObject9.bin"/></Relationships>
</file>

<file path=ppt/slides/_rels/slide6.xml.rels><?xml version="1.0" encoding="UTF-8" standalone="yes"?>
<Relationships xmlns="http://schemas.openxmlformats.org/package/2006/relationships"><Relationship Id="rId8" Type="http://schemas.openxmlformats.org/officeDocument/2006/relationships/image" Target="../media/image17.emf"/><Relationship Id="rId3" Type="http://schemas.openxmlformats.org/officeDocument/2006/relationships/oleObject" Target="../embeddings/oleObject10.bin"/><Relationship Id="rId7" Type="http://schemas.openxmlformats.org/officeDocument/2006/relationships/oleObject" Target="../embeddings/oleObject12.bin"/><Relationship Id="rId12" Type="http://schemas.openxmlformats.org/officeDocument/2006/relationships/image" Target="../media/image12.wmf"/><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image" Target="../media/image16.wmf"/><Relationship Id="rId11" Type="http://schemas.openxmlformats.org/officeDocument/2006/relationships/oleObject" Target="../embeddings/oleObject14.bin"/><Relationship Id="rId5" Type="http://schemas.openxmlformats.org/officeDocument/2006/relationships/oleObject" Target="../embeddings/oleObject11.bin"/><Relationship Id="rId10" Type="http://schemas.openxmlformats.org/officeDocument/2006/relationships/image" Target="../media/image18.wmf"/><Relationship Id="rId4" Type="http://schemas.openxmlformats.org/officeDocument/2006/relationships/image" Target="../media/image15.wmf"/><Relationship Id="rId9" Type="http://schemas.openxmlformats.org/officeDocument/2006/relationships/oleObject" Target="../embeddings/oleObject13.bin"/></Relationships>
</file>

<file path=ppt/slides/_rels/slide7.xml.rels><?xml version="1.0" encoding="UTF-8" standalone="yes"?>
<Relationships xmlns="http://schemas.openxmlformats.org/package/2006/relationships"><Relationship Id="rId8" Type="http://schemas.openxmlformats.org/officeDocument/2006/relationships/image" Target="../media/image21.wmf"/><Relationship Id="rId13" Type="http://schemas.openxmlformats.org/officeDocument/2006/relationships/oleObject" Target="../embeddings/oleObject20.bin"/><Relationship Id="rId3" Type="http://schemas.openxmlformats.org/officeDocument/2006/relationships/oleObject" Target="../embeddings/oleObject15.bin"/><Relationship Id="rId7" Type="http://schemas.openxmlformats.org/officeDocument/2006/relationships/oleObject" Target="../embeddings/oleObject17.bin"/><Relationship Id="rId12" Type="http://schemas.openxmlformats.org/officeDocument/2006/relationships/image" Target="../media/image23.wmf"/><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image" Target="../media/image20.wmf"/><Relationship Id="rId11" Type="http://schemas.openxmlformats.org/officeDocument/2006/relationships/oleObject" Target="../embeddings/oleObject19.bin"/><Relationship Id="rId5" Type="http://schemas.openxmlformats.org/officeDocument/2006/relationships/oleObject" Target="../embeddings/oleObject16.bin"/><Relationship Id="rId10" Type="http://schemas.openxmlformats.org/officeDocument/2006/relationships/image" Target="../media/image22.wmf"/><Relationship Id="rId4" Type="http://schemas.openxmlformats.org/officeDocument/2006/relationships/image" Target="../media/image19.wmf"/><Relationship Id="rId9" Type="http://schemas.openxmlformats.org/officeDocument/2006/relationships/oleObject" Target="../embeddings/oleObject18.bin"/><Relationship Id="rId14" Type="http://schemas.openxmlformats.org/officeDocument/2006/relationships/image" Target="../media/image24.wmf"/></Relationships>
</file>

<file path=ppt/slides/_rels/slide8.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image" Target="../media/image25.emf"/><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7.xml"/><Relationship Id="rId1" Type="http://schemas.openxmlformats.org/officeDocument/2006/relationships/vmlDrawing" Target="../drawings/vmlDrawing5.vml"/><Relationship Id="rId4" Type="http://schemas.openxmlformats.org/officeDocument/2006/relationships/image" Target="../media/image27.wmf"/></Relationships>
</file>

<file path=ppt/slides/_rels/slide10.xml.rels><?xml version="1.0" encoding="UTF-8" standalone="yes"?>
<Relationships xmlns="http://schemas.openxmlformats.org/package/2006/relationships"><Relationship Id="rId8" Type="http://schemas.openxmlformats.org/officeDocument/2006/relationships/image" Target="../media/image30.wmf"/><Relationship Id="rId3" Type="http://schemas.openxmlformats.org/officeDocument/2006/relationships/oleObject" Target="../embeddings/oleObject22.bin"/><Relationship Id="rId7" Type="http://schemas.openxmlformats.org/officeDocument/2006/relationships/oleObject" Target="../embeddings/oleObject24.bin"/><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29.wmf"/><Relationship Id="rId5" Type="http://schemas.openxmlformats.org/officeDocument/2006/relationships/oleObject" Target="../embeddings/oleObject23.bin"/><Relationship Id="rId4" Type="http://schemas.openxmlformats.org/officeDocument/2006/relationships/image" Target="../media/image28.wmf"/></Relationships>
</file>

<file path=ppt/slides/_rels/slide11.xml.rels><?xml version="1.0" encoding="UTF-8" standalone="yes"?>
<Relationships xmlns="http://schemas.openxmlformats.org/package/2006/relationships"><Relationship Id="rId8" Type="http://schemas.openxmlformats.org/officeDocument/2006/relationships/image" Target="../media/image33.wmf"/><Relationship Id="rId13" Type="http://schemas.openxmlformats.org/officeDocument/2006/relationships/oleObject" Target="../embeddings/oleObject30.bin"/><Relationship Id="rId18" Type="http://schemas.openxmlformats.org/officeDocument/2006/relationships/image" Target="../media/image38.wmf"/><Relationship Id="rId3" Type="http://schemas.openxmlformats.org/officeDocument/2006/relationships/oleObject" Target="../embeddings/oleObject25.bin"/><Relationship Id="rId21" Type="http://schemas.openxmlformats.org/officeDocument/2006/relationships/oleObject" Target="../embeddings/oleObject34.bin"/><Relationship Id="rId7" Type="http://schemas.openxmlformats.org/officeDocument/2006/relationships/oleObject" Target="../embeddings/oleObject27.bin"/><Relationship Id="rId12" Type="http://schemas.openxmlformats.org/officeDocument/2006/relationships/image" Target="../media/image35.wmf"/><Relationship Id="rId17" Type="http://schemas.openxmlformats.org/officeDocument/2006/relationships/oleObject" Target="../embeddings/oleObject32.bin"/><Relationship Id="rId2" Type="http://schemas.openxmlformats.org/officeDocument/2006/relationships/slideLayout" Target="../slideLayouts/slideLayout7.xml"/><Relationship Id="rId16" Type="http://schemas.openxmlformats.org/officeDocument/2006/relationships/image" Target="../media/image37.wmf"/><Relationship Id="rId20" Type="http://schemas.openxmlformats.org/officeDocument/2006/relationships/image" Target="../media/image39.wmf"/><Relationship Id="rId1" Type="http://schemas.openxmlformats.org/officeDocument/2006/relationships/vmlDrawing" Target="../drawings/vmlDrawing7.vml"/><Relationship Id="rId6" Type="http://schemas.openxmlformats.org/officeDocument/2006/relationships/image" Target="../media/image32.wmf"/><Relationship Id="rId11" Type="http://schemas.openxmlformats.org/officeDocument/2006/relationships/oleObject" Target="../embeddings/oleObject29.bin"/><Relationship Id="rId5" Type="http://schemas.openxmlformats.org/officeDocument/2006/relationships/oleObject" Target="../embeddings/oleObject26.bin"/><Relationship Id="rId15" Type="http://schemas.openxmlformats.org/officeDocument/2006/relationships/oleObject" Target="../embeddings/oleObject31.bin"/><Relationship Id="rId10" Type="http://schemas.openxmlformats.org/officeDocument/2006/relationships/image" Target="../media/image34.wmf"/><Relationship Id="rId19" Type="http://schemas.openxmlformats.org/officeDocument/2006/relationships/oleObject" Target="../embeddings/oleObject33.bin"/><Relationship Id="rId4" Type="http://schemas.openxmlformats.org/officeDocument/2006/relationships/image" Target="../media/image31.wmf"/><Relationship Id="rId9" Type="http://schemas.openxmlformats.org/officeDocument/2006/relationships/oleObject" Target="../embeddings/oleObject28.bin"/><Relationship Id="rId14" Type="http://schemas.openxmlformats.org/officeDocument/2006/relationships/image" Target="../media/image36.wmf"/><Relationship Id="rId22" Type="http://schemas.openxmlformats.org/officeDocument/2006/relationships/image" Target="../media/image40.wmf"/></Relationships>
</file>

<file path=ppt/slides/_rels/slide12.xml.rels><?xml version="1.0" encoding="UTF-8" standalone="yes"?>
<Relationships xmlns="http://schemas.openxmlformats.org/package/2006/relationships"><Relationship Id="rId8" Type="http://schemas.openxmlformats.org/officeDocument/2006/relationships/image" Target="../media/image43.wmf"/><Relationship Id="rId13" Type="http://schemas.openxmlformats.org/officeDocument/2006/relationships/oleObject" Target="../embeddings/oleObject40.bin"/><Relationship Id="rId18" Type="http://schemas.openxmlformats.org/officeDocument/2006/relationships/image" Target="../media/image48.wmf"/><Relationship Id="rId26" Type="http://schemas.openxmlformats.org/officeDocument/2006/relationships/image" Target="../media/image52.wmf"/><Relationship Id="rId3" Type="http://schemas.openxmlformats.org/officeDocument/2006/relationships/oleObject" Target="../embeddings/oleObject35.bin"/><Relationship Id="rId21" Type="http://schemas.openxmlformats.org/officeDocument/2006/relationships/oleObject" Target="../embeddings/oleObject44.bin"/><Relationship Id="rId7" Type="http://schemas.openxmlformats.org/officeDocument/2006/relationships/oleObject" Target="../embeddings/oleObject37.bin"/><Relationship Id="rId12" Type="http://schemas.openxmlformats.org/officeDocument/2006/relationships/image" Target="../media/image45.wmf"/><Relationship Id="rId17" Type="http://schemas.openxmlformats.org/officeDocument/2006/relationships/oleObject" Target="../embeddings/oleObject42.bin"/><Relationship Id="rId25" Type="http://schemas.openxmlformats.org/officeDocument/2006/relationships/oleObject" Target="../embeddings/oleObject46.bin"/><Relationship Id="rId2" Type="http://schemas.openxmlformats.org/officeDocument/2006/relationships/slideLayout" Target="../slideLayouts/slideLayout7.xml"/><Relationship Id="rId16" Type="http://schemas.openxmlformats.org/officeDocument/2006/relationships/image" Target="../media/image47.wmf"/><Relationship Id="rId20" Type="http://schemas.openxmlformats.org/officeDocument/2006/relationships/image" Target="../media/image49.wmf"/><Relationship Id="rId1" Type="http://schemas.openxmlformats.org/officeDocument/2006/relationships/vmlDrawing" Target="../drawings/vmlDrawing8.vml"/><Relationship Id="rId6" Type="http://schemas.openxmlformats.org/officeDocument/2006/relationships/image" Target="../media/image42.wmf"/><Relationship Id="rId11" Type="http://schemas.openxmlformats.org/officeDocument/2006/relationships/oleObject" Target="../embeddings/oleObject39.bin"/><Relationship Id="rId24" Type="http://schemas.openxmlformats.org/officeDocument/2006/relationships/image" Target="../media/image51.wmf"/><Relationship Id="rId5" Type="http://schemas.openxmlformats.org/officeDocument/2006/relationships/oleObject" Target="../embeddings/oleObject36.bin"/><Relationship Id="rId15" Type="http://schemas.openxmlformats.org/officeDocument/2006/relationships/oleObject" Target="../embeddings/oleObject41.bin"/><Relationship Id="rId23" Type="http://schemas.openxmlformats.org/officeDocument/2006/relationships/oleObject" Target="../embeddings/oleObject45.bin"/><Relationship Id="rId10" Type="http://schemas.openxmlformats.org/officeDocument/2006/relationships/image" Target="../media/image44.wmf"/><Relationship Id="rId19" Type="http://schemas.openxmlformats.org/officeDocument/2006/relationships/oleObject" Target="../embeddings/oleObject43.bin"/><Relationship Id="rId4" Type="http://schemas.openxmlformats.org/officeDocument/2006/relationships/image" Target="../media/image41.wmf"/><Relationship Id="rId9" Type="http://schemas.openxmlformats.org/officeDocument/2006/relationships/oleObject" Target="../embeddings/oleObject38.bin"/><Relationship Id="rId14" Type="http://schemas.openxmlformats.org/officeDocument/2006/relationships/image" Target="../media/image46.wmf"/><Relationship Id="rId22" Type="http://schemas.openxmlformats.org/officeDocument/2006/relationships/image" Target="../media/image50.wmf"/></Relationships>
</file>

<file path=ppt/slides/_rels/slide13.xml.rels><?xml version="1.0" encoding="UTF-8" standalone="yes"?>
<Relationships xmlns="http://schemas.openxmlformats.org/package/2006/relationships"><Relationship Id="rId8" Type="http://schemas.openxmlformats.org/officeDocument/2006/relationships/image" Target="../media/image55.wmf"/><Relationship Id="rId13" Type="http://schemas.openxmlformats.org/officeDocument/2006/relationships/oleObject" Target="../embeddings/oleObject52.bin"/><Relationship Id="rId18" Type="http://schemas.openxmlformats.org/officeDocument/2006/relationships/image" Target="../media/image60.wmf"/><Relationship Id="rId3" Type="http://schemas.openxmlformats.org/officeDocument/2006/relationships/oleObject" Target="../embeddings/oleObject47.bin"/><Relationship Id="rId21" Type="http://schemas.openxmlformats.org/officeDocument/2006/relationships/image" Target="../media/image62.wmf"/><Relationship Id="rId7" Type="http://schemas.openxmlformats.org/officeDocument/2006/relationships/oleObject" Target="../embeddings/oleObject49.bin"/><Relationship Id="rId12" Type="http://schemas.openxmlformats.org/officeDocument/2006/relationships/image" Target="../media/image57.wmf"/><Relationship Id="rId17" Type="http://schemas.openxmlformats.org/officeDocument/2006/relationships/oleObject" Target="../embeddings/oleObject54.bin"/><Relationship Id="rId2" Type="http://schemas.openxmlformats.org/officeDocument/2006/relationships/slideLayout" Target="../slideLayouts/slideLayout7.xml"/><Relationship Id="rId16" Type="http://schemas.openxmlformats.org/officeDocument/2006/relationships/image" Target="../media/image59.wmf"/><Relationship Id="rId20" Type="http://schemas.openxmlformats.org/officeDocument/2006/relationships/image" Target="../media/image61.wmf"/><Relationship Id="rId1" Type="http://schemas.openxmlformats.org/officeDocument/2006/relationships/vmlDrawing" Target="../drawings/vmlDrawing9.vml"/><Relationship Id="rId6" Type="http://schemas.openxmlformats.org/officeDocument/2006/relationships/image" Target="../media/image54.wmf"/><Relationship Id="rId11" Type="http://schemas.openxmlformats.org/officeDocument/2006/relationships/oleObject" Target="../embeddings/oleObject51.bin"/><Relationship Id="rId5" Type="http://schemas.openxmlformats.org/officeDocument/2006/relationships/oleObject" Target="../embeddings/oleObject48.bin"/><Relationship Id="rId15" Type="http://schemas.openxmlformats.org/officeDocument/2006/relationships/oleObject" Target="../embeddings/oleObject53.bin"/><Relationship Id="rId10" Type="http://schemas.openxmlformats.org/officeDocument/2006/relationships/image" Target="../media/image56.wmf"/><Relationship Id="rId19" Type="http://schemas.openxmlformats.org/officeDocument/2006/relationships/oleObject" Target="../embeddings/oleObject55.bin"/><Relationship Id="rId4" Type="http://schemas.openxmlformats.org/officeDocument/2006/relationships/image" Target="../media/image53.wmf"/><Relationship Id="rId9" Type="http://schemas.openxmlformats.org/officeDocument/2006/relationships/oleObject" Target="../embeddings/oleObject50.bin"/><Relationship Id="rId14" Type="http://schemas.openxmlformats.org/officeDocument/2006/relationships/image" Target="../media/image58.wmf"/></Relationships>
</file>

<file path=ppt/slides/_rels/slide14.xml.rels><?xml version="1.0" encoding="UTF-8" standalone="yes"?>
<Relationships xmlns="http://schemas.openxmlformats.org/package/2006/relationships"><Relationship Id="rId8" Type="http://schemas.openxmlformats.org/officeDocument/2006/relationships/image" Target="../media/image65.wmf"/><Relationship Id="rId13" Type="http://schemas.openxmlformats.org/officeDocument/2006/relationships/oleObject" Target="../embeddings/oleObject61.bin"/><Relationship Id="rId18" Type="http://schemas.openxmlformats.org/officeDocument/2006/relationships/image" Target="../media/image67.wmf"/><Relationship Id="rId3" Type="http://schemas.openxmlformats.org/officeDocument/2006/relationships/oleObject" Target="../embeddings/oleObject56.bin"/><Relationship Id="rId7" Type="http://schemas.openxmlformats.org/officeDocument/2006/relationships/oleObject" Target="../embeddings/oleObject58.bin"/><Relationship Id="rId12" Type="http://schemas.openxmlformats.org/officeDocument/2006/relationships/image" Target="../media/image31.wmf"/><Relationship Id="rId17" Type="http://schemas.openxmlformats.org/officeDocument/2006/relationships/oleObject" Target="../embeddings/oleObject63.bin"/><Relationship Id="rId2" Type="http://schemas.openxmlformats.org/officeDocument/2006/relationships/slideLayout" Target="../slideLayouts/slideLayout7.xml"/><Relationship Id="rId16" Type="http://schemas.openxmlformats.org/officeDocument/2006/relationships/image" Target="../media/image42.wmf"/><Relationship Id="rId20" Type="http://schemas.openxmlformats.org/officeDocument/2006/relationships/oleObject" Target="../embeddings/oleObject64.bin"/><Relationship Id="rId1" Type="http://schemas.openxmlformats.org/officeDocument/2006/relationships/vmlDrawing" Target="../drawings/vmlDrawing10.vml"/><Relationship Id="rId6" Type="http://schemas.openxmlformats.org/officeDocument/2006/relationships/image" Target="../media/image64.wmf"/><Relationship Id="rId11" Type="http://schemas.openxmlformats.org/officeDocument/2006/relationships/oleObject" Target="../embeddings/oleObject60.bin"/><Relationship Id="rId5" Type="http://schemas.openxmlformats.org/officeDocument/2006/relationships/oleObject" Target="../embeddings/oleObject57.bin"/><Relationship Id="rId15" Type="http://schemas.openxmlformats.org/officeDocument/2006/relationships/oleObject" Target="../embeddings/oleObject62.bin"/><Relationship Id="rId10" Type="http://schemas.openxmlformats.org/officeDocument/2006/relationships/image" Target="../media/image66.wmf"/><Relationship Id="rId19" Type="http://schemas.openxmlformats.org/officeDocument/2006/relationships/image" Target="../media/image62.wmf"/><Relationship Id="rId4" Type="http://schemas.openxmlformats.org/officeDocument/2006/relationships/image" Target="../media/image63.wmf"/><Relationship Id="rId9" Type="http://schemas.openxmlformats.org/officeDocument/2006/relationships/oleObject" Target="../embeddings/oleObject59.bin"/><Relationship Id="rId14" Type="http://schemas.openxmlformats.org/officeDocument/2006/relationships/image" Target="../media/image43.wmf"/></Relationships>
</file>

<file path=ppt/slides/_rels/slide15.xml.rels><?xml version="1.0" encoding="UTF-8" standalone="yes"?>
<Relationships xmlns="http://schemas.openxmlformats.org/package/2006/relationships"><Relationship Id="rId8" Type="http://schemas.openxmlformats.org/officeDocument/2006/relationships/image" Target="../media/image70.wmf"/><Relationship Id="rId3" Type="http://schemas.openxmlformats.org/officeDocument/2006/relationships/oleObject" Target="../embeddings/oleObject65.bin"/><Relationship Id="rId7" Type="http://schemas.openxmlformats.org/officeDocument/2006/relationships/oleObject" Target="../embeddings/oleObject67.bin"/><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image" Target="../media/image69.wmf"/><Relationship Id="rId11" Type="http://schemas.openxmlformats.org/officeDocument/2006/relationships/image" Target="../media/image62.wmf"/><Relationship Id="rId5" Type="http://schemas.openxmlformats.org/officeDocument/2006/relationships/oleObject" Target="../embeddings/oleObject66.bin"/><Relationship Id="rId10" Type="http://schemas.openxmlformats.org/officeDocument/2006/relationships/image" Target="../media/image71.wmf"/><Relationship Id="rId4" Type="http://schemas.openxmlformats.org/officeDocument/2006/relationships/image" Target="../media/image68.wmf"/><Relationship Id="rId9" Type="http://schemas.openxmlformats.org/officeDocument/2006/relationships/oleObject" Target="../embeddings/oleObject68.bin"/></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8" Type="http://schemas.openxmlformats.org/officeDocument/2006/relationships/image" Target="../media/image74.wmf"/><Relationship Id="rId3" Type="http://schemas.openxmlformats.org/officeDocument/2006/relationships/oleObject" Target="../embeddings/oleObject69.bin"/><Relationship Id="rId7" Type="http://schemas.openxmlformats.org/officeDocument/2006/relationships/oleObject" Target="../embeddings/oleObject71.bin"/><Relationship Id="rId2" Type="http://schemas.openxmlformats.org/officeDocument/2006/relationships/slideLayout" Target="../slideLayouts/slideLayout7.xml"/><Relationship Id="rId1" Type="http://schemas.openxmlformats.org/officeDocument/2006/relationships/vmlDrawing" Target="../drawings/vmlDrawing12.vml"/><Relationship Id="rId6" Type="http://schemas.openxmlformats.org/officeDocument/2006/relationships/image" Target="../media/image73.wmf"/><Relationship Id="rId11" Type="http://schemas.openxmlformats.org/officeDocument/2006/relationships/image" Target="../media/image76.wmf"/><Relationship Id="rId5" Type="http://schemas.openxmlformats.org/officeDocument/2006/relationships/oleObject" Target="../embeddings/oleObject70.bin"/><Relationship Id="rId10" Type="http://schemas.openxmlformats.org/officeDocument/2006/relationships/image" Target="../media/image75.wmf"/><Relationship Id="rId4" Type="http://schemas.openxmlformats.org/officeDocument/2006/relationships/image" Target="../media/image72.wmf"/><Relationship Id="rId9" Type="http://schemas.openxmlformats.org/officeDocument/2006/relationships/oleObject" Target="../embeddings/oleObject72.bin"/></Relationships>
</file>

<file path=ppt/slides/_rels/slide18.xml.rels><?xml version="1.0" encoding="UTF-8" standalone="yes"?>
<Relationships xmlns="http://schemas.openxmlformats.org/package/2006/relationships"><Relationship Id="rId8" Type="http://schemas.openxmlformats.org/officeDocument/2006/relationships/image" Target="../media/image79.wmf"/><Relationship Id="rId3" Type="http://schemas.openxmlformats.org/officeDocument/2006/relationships/oleObject" Target="../embeddings/oleObject73.bin"/><Relationship Id="rId7" Type="http://schemas.openxmlformats.org/officeDocument/2006/relationships/oleObject" Target="../embeddings/oleObject75.bin"/><Relationship Id="rId12" Type="http://schemas.openxmlformats.org/officeDocument/2006/relationships/image" Target="../media/image81.wmf"/><Relationship Id="rId2" Type="http://schemas.openxmlformats.org/officeDocument/2006/relationships/slideLayout" Target="../slideLayouts/slideLayout7.xml"/><Relationship Id="rId1" Type="http://schemas.openxmlformats.org/officeDocument/2006/relationships/vmlDrawing" Target="../drawings/vmlDrawing13.vml"/><Relationship Id="rId6" Type="http://schemas.openxmlformats.org/officeDocument/2006/relationships/image" Target="../media/image78.wmf"/><Relationship Id="rId11" Type="http://schemas.openxmlformats.org/officeDocument/2006/relationships/oleObject" Target="../embeddings/oleObject77.bin"/><Relationship Id="rId5" Type="http://schemas.openxmlformats.org/officeDocument/2006/relationships/oleObject" Target="../embeddings/oleObject74.bin"/><Relationship Id="rId10" Type="http://schemas.openxmlformats.org/officeDocument/2006/relationships/image" Target="../media/image80.wmf"/><Relationship Id="rId4" Type="http://schemas.openxmlformats.org/officeDocument/2006/relationships/image" Target="../media/image77.wmf"/><Relationship Id="rId9" Type="http://schemas.openxmlformats.org/officeDocument/2006/relationships/oleObject" Target="../embeddings/oleObject76.bin"/></Relationships>
</file>

<file path=ppt/slides/_rels/slide19.xml.rels><?xml version="1.0" encoding="UTF-8" standalone="yes"?>
<Relationships xmlns="http://schemas.openxmlformats.org/package/2006/relationships"><Relationship Id="rId8" Type="http://schemas.openxmlformats.org/officeDocument/2006/relationships/image" Target="../media/image84.wmf"/><Relationship Id="rId3" Type="http://schemas.openxmlformats.org/officeDocument/2006/relationships/oleObject" Target="../embeddings/oleObject78.bin"/><Relationship Id="rId7" Type="http://schemas.openxmlformats.org/officeDocument/2006/relationships/oleObject" Target="../embeddings/oleObject80.bin"/><Relationship Id="rId2" Type="http://schemas.openxmlformats.org/officeDocument/2006/relationships/slideLayout" Target="../slideLayouts/slideLayout7.xml"/><Relationship Id="rId1" Type="http://schemas.openxmlformats.org/officeDocument/2006/relationships/vmlDrawing" Target="../drawings/vmlDrawing14.vml"/><Relationship Id="rId6" Type="http://schemas.openxmlformats.org/officeDocument/2006/relationships/image" Target="../media/image83.wmf"/><Relationship Id="rId5" Type="http://schemas.openxmlformats.org/officeDocument/2006/relationships/oleObject" Target="../embeddings/oleObject79.bin"/><Relationship Id="rId10" Type="http://schemas.openxmlformats.org/officeDocument/2006/relationships/image" Target="../media/image85.wmf"/><Relationship Id="rId4" Type="http://schemas.openxmlformats.org/officeDocument/2006/relationships/image" Target="../media/image82.wmf"/><Relationship Id="rId9" Type="http://schemas.openxmlformats.org/officeDocument/2006/relationships/oleObject" Target="../embeddings/oleObject81.bin"/></Relationships>
</file>

<file path=ppt/slides/_rels/slide20.xml.rels><?xml version="1.0" encoding="UTF-8" standalone="yes"?>
<Relationships xmlns="http://schemas.openxmlformats.org/package/2006/relationships"><Relationship Id="rId8" Type="http://schemas.openxmlformats.org/officeDocument/2006/relationships/image" Target="../media/image88.wmf"/><Relationship Id="rId3" Type="http://schemas.openxmlformats.org/officeDocument/2006/relationships/oleObject" Target="../embeddings/oleObject82.bin"/><Relationship Id="rId7" Type="http://schemas.openxmlformats.org/officeDocument/2006/relationships/oleObject" Target="../embeddings/oleObject84.bin"/><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image" Target="../media/image87.wmf"/><Relationship Id="rId5" Type="http://schemas.openxmlformats.org/officeDocument/2006/relationships/oleObject" Target="../embeddings/oleObject83.bin"/><Relationship Id="rId4" Type="http://schemas.openxmlformats.org/officeDocument/2006/relationships/image" Target="../media/image86.wmf"/></Relationships>
</file>

<file path=ppt/slides/_rels/slide21.xml.rels><?xml version="1.0" encoding="UTF-8" standalone="yes"?>
<Relationships xmlns="http://schemas.openxmlformats.org/package/2006/relationships"><Relationship Id="rId8" Type="http://schemas.openxmlformats.org/officeDocument/2006/relationships/image" Target="../media/image91.wmf"/><Relationship Id="rId3" Type="http://schemas.openxmlformats.org/officeDocument/2006/relationships/oleObject" Target="../embeddings/oleObject85.bin"/><Relationship Id="rId7" Type="http://schemas.openxmlformats.org/officeDocument/2006/relationships/oleObject" Target="../embeddings/oleObject87.bin"/><Relationship Id="rId2" Type="http://schemas.openxmlformats.org/officeDocument/2006/relationships/slideLayout" Target="../slideLayouts/slideLayout7.xml"/><Relationship Id="rId1" Type="http://schemas.openxmlformats.org/officeDocument/2006/relationships/vmlDrawing" Target="../drawings/vmlDrawing16.vml"/><Relationship Id="rId6" Type="http://schemas.openxmlformats.org/officeDocument/2006/relationships/image" Target="../media/image90.wmf"/><Relationship Id="rId5" Type="http://schemas.openxmlformats.org/officeDocument/2006/relationships/oleObject" Target="../embeddings/oleObject86.bin"/><Relationship Id="rId4" Type="http://schemas.openxmlformats.org/officeDocument/2006/relationships/image" Target="../media/image89.wmf"/></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88.bin"/><Relationship Id="rId7" Type="http://schemas.openxmlformats.org/officeDocument/2006/relationships/oleObject" Target="../embeddings/oleObject90.bin"/><Relationship Id="rId2" Type="http://schemas.openxmlformats.org/officeDocument/2006/relationships/slideLayout" Target="../slideLayouts/slideLayout7.xml"/><Relationship Id="rId1" Type="http://schemas.openxmlformats.org/officeDocument/2006/relationships/vmlDrawing" Target="../drawings/vmlDrawing17.vml"/><Relationship Id="rId6" Type="http://schemas.openxmlformats.org/officeDocument/2006/relationships/image" Target="../media/image93.wmf"/><Relationship Id="rId5" Type="http://schemas.openxmlformats.org/officeDocument/2006/relationships/oleObject" Target="../embeddings/oleObject89.bin"/><Relationship Id="rId4" Type="http://schemas.openxmlformats.org/officeDocument/2006/relationships/image" Target="../media/image92.wmf"/></Relationships>
</file>

<file path=ppt/slides/_rels/slide23.xml.rels><?xml version="1.0" encoding="UTF-8" standalone="yes"?>
<Relationships xmlns="http://schemas.openxmlformats.org/package/2006/relationships"><Relationship Id="rId8" Type="http://schemas.openxmlformats.org/officeDocument/2006/relationships/image" Target="../media/image95.wmf"/><Relationship Id="rId3" Type="http://schemas.openxmlformats.org/officeDocument/2006/relationships/oleObject" Target="../embeddings/oleObject91.bin"/><Relationship Id="rId7" Type="http://schemas.openxmlformats.org/officeDocument/2006/relationships/oleObject" Target="../embeddings/oleObject93.bin"/><Relationship Id="rId12" Type="http://schemas.openxmlformats.org/officeDocument/2006/relationships/image" Target="../media/image97.wmf"/><Relationship Id="rId2" Type="http://schemas.openxmlformats.org/officeDocument/2006/relationships/slideLayout" Target="../slideLayouts/slideLayout7.xml"/><Relationship Id="rId1" Type="http://schemas.openxmlformats.org/officeDocument/2006/relationships/vmlDrawing" Target="../drawings/vmlDrawing18.vml"/><Relationship Id="rId6" Type="http://schemas.openxmlformats.org/officeDocument/2006/relationships/image" Target="../media/image94.wmf"/><Relationship Id="rId11" Type="http://schemas.openxmlformats.org/officeDocument/2006/relationships/oleObject" Target="../embeddings/oleObject95.bin"/><Relationship Id="rId5" Type="http://schemas.openxmlformats.org/officeDocument/2006/relationships/oleObject" Target="../embeddings/oleObject92.bin"/><Relationship Id="rId10" Type="http://schemas.openxmlformats.org/officeDocument/2006/relationships/image" Target="../media/image96.wmf"/><Relationship Id="rId4" Type="http://schemas.openxmlformats.org/officeDocument/2006/relationships/image" Target="../media/image86.wmf"/><Relationship Id="rId9" Type="http://schemas.openxmlformats.org/officeDocument/2006/relationships/oleObject" Target="../embeddings/oleObject94.bin"/></Relationships>
</file>

<file path=ppt/slides/_rels/slide24.xml.rels><?xml version="1.0" encoding="UTF-8" standalone="yes"?>
<Relationships xmlns="http://schemas.openxmlformats.org/package/2006/relationships"><Relationship Id="rId3" Type="http://schemas.openxmlformats.org/officeDocument/2006/relationships/image" Target="../media/image99.emf"/><Relationship Id="rId2" Type="http://schemas.openxmlformats.org/officeDocument/2006/relationships/slideLayout" Target="../slideLayouts/slideLayout2.xml"/><Relationship Id="rId1" Type="http://schemas.openxmlformats.org/officeDocument/2006/relationships/vmlDrawing" Target="../drawings/vmlDrawing19.vml"/><Relationship Id="rId6" Type="http://schemas.openxmlformats.org/officeDocument/2006/relationships/image" Target="../media/image100.emf"/><Relationship Id="rId5" Type="http://schemas.openxmlformats.org/officeDocument/2006/relationships/image" Target="../media/image98.wmf"/><Relationship Id="rId4" Type="http://schemas.openxmlformats.org/officeDocument/2006/relationships/oleObject" Target="../embeddings/oleObject96.bin"/></Relationships>
</file>

<file path=ppt/slides/_rels/slide25.xml.rels><?xml version="1.0" encoding="UTF-8" standalone="yes"?>
<Relationships xmlns="http://schemas.openxmlformats.org/package/2006/relationships"><Relationship Id="rId8" Type="http://schemas.openxmlformats.org/officeDocument/2006/relationships/image" Target="../media/image103.wmf"/><Relationship Id="rId13" Type="http://schemas.openxmlformats.org/officeDocument/2006/relationships/oleObject" Target="../embeddings/oleObject102.bin"/><Relationship Id="rId3" Type="http://schemas.openxmlformats.org/officeDocument/2006/relationships/oleObject" Target="../embeddings/oleObject97.bin"/><Relationship Id="rId7" Type="http://schemas.openxmlformats.org/officeDocument/2006/relationships/oleObject" Target="../embeddings/oleObject99.bin"/><Relationship Id="rId12" Type="http://schemas.openxmlformats.org/officeDocument/2006/relationships/image" Target="../media/image105.wmf"/><Relationship Id="rId2" Type="http://schemas.openxmlformats.org/officeDocument/2006/relationships/slideLayout" Target="../slideLayouts/slideLayout7.xml"/><Relationship Id="rId1" Type="http://schemas.openxmlformats.org/officeDocument/2006/relationships/vmlDrawing" Target="../drawings/vmlDrawing20.vml"/><Relationship Id="rId6" Type="http://schemas.openxmlformats.org/officeDocument/2006/relationships/image" Target="../media/image102.wmf"/><Relationship Id="rId11" Type="http://schemas.openxmlformats.org/officeDocument/2006/relationships/oleObject" Target="../embeddings/oleObject101.bin"/><Relationship Id="rId5" Type="http://schemas.openxmlformats.org/officeDocument/2006/relationships/oleObject" Target="../embeddings/oleObject98.bin"/><Relationship Id="rId15" Type="http://schemas.openxmlformats.org/officeDocument/2006/relationships/oleObject" Target="../embeddings/oleObject103.bin"/><Relationship Id="rId10" Type="http://schemas.openxmlformats.org/officeDocument/2006/relationships/image" Target="../media/image104.wmf"/><Relationship Id="rId4" Type="http://schemas.openxmlformats.org/officeDocument/2006/relationships/image" Target="../media/image101.wmf"/><Relationship Id="rId9" Type="http://schemas.openxmlformats.org/officeDocument/2006/relationships/oleObject" Target="../embeddings/oleObject100.bin"/><Relationship Id="rId14" Type="http://schemas.openxmlformats.org/officeDocument/2006/relationships/image" Target="../media/image106.wmf"/></Relationships>
</file>

<file path=ppt/slides/_rels/slide26.xml.rels><?xml version="1.0" encoding="UTF-8" standalone="yes"?>
<Relationships xmlns="http://schemas.openxmlformats.org/package/2006/relationships"><Relationship Id="rId8" Type="http://schemas.openxmlformats.org/officeDocument/2006/relationships/image" Target="../media/image108.wmf"/><Relationship Id="rId13" Type="http://schemas.openxmlformats.org/officeDocument/2006/relationships/oleObject" Target="../embeddings/oleObject109.bin"/><Relationship Id="rId18" Type="http://schemas.openxmlformats.org/officeDocument/2006/relationships/image" Target="../media/image112.wmf"/><Relationship Id="rId3" Type="http://schemas.openxmlformats.org/officeDocument/2006/relationships/oleObject" Target="../embeddings/oleObject104.bin"/><Relationship Id="rId21" Type="http://schemas.openxmlformats.org/officeDocument/2006/relationships/oleObject" Target="../embeddings/oleObject113.bin"/><Relationship Id="rId7" Type="http://schemas.openxmlformats.org/officeDocument/2006/relationships/oleObject" Target="../embeddings/oleObject106.bin"/><Relationship Id="rId12" Type="http://schemas.openxmlformats.org/officeDocument/2006/relationships/image" Target="../media/image109.wmf"/><Relationship Id="rId17" Type="http://schemas.openxmlformats.org/officeDocument/2006/relationships/oleObject" Target="../embeddings/oleObject111.bin"/><Relationship Id="rId2" Type="http://schemas.openxmlformats.org/officeDocument/2006/relationships/slideLayout" Target="../slideLayouts/slideLayout7.xml"/><Relationship Id="rId16" Type="http://schemas.openxmlformats.org/officeDocument/2006/relationships/image" Target="../media/image111.wmf"/><Relationship Id="rId20" Type="http://schemas.openxmlformats.org/officeDocument/2006/relationships/image" Target="../media/image113.wmf"/><Relationship Id="rId1" Type="http://schemas.openxmlformats.org/officeDocument/2006/relationships/vmlDrawing" Target="../drawings/vmlDrawing21.vml"/><Relationship Id="rId6" Type="http://schemas.openxmlformats.org/officeDocument/2006/relationships/image" Target="../media/image107.wmf"/><Relationship Id="rId11" Type="http://schemas.openxmlformats.org/officeDocument/2006/relationships/oleObject" Target="../embeddings/oleObject108.bin"/><Relationship Id="rId5" Type="http://schemas.openxmlformats.org/officeDocument/2006/relationships/oleObject" Target="../embeddings/oleObject105.bin"/><Relationship Id="rId15" Type="http://schemas.openxmlformats.org/officeDocument/2006/relationships/oleObject" Target="../embeddings/oleObject110.bin"/><Relationship Id="rId10" Type="http://schemas.openxmlformats.org/officeDocument/2006/relationships/image" Target="../media/image102.wmf"/><Relationship Id="rId19" Type="http://schemas.openxmlformats.org/officeDocument/2006/relationships/oleObject" Target="../embeddings/oleObject112.bin"/><Relationship Id="rId4" Type="http://schemas.openxmlformats.org/officeDocument/2006/relationships/image" Target="../media/image106.wmf"/><Relationship Id="rId9" Type="http://schemas.openxmlformats.org/officeDocument/2006/relationships/oleObject" Target="../embeddings/oleObject107.bin"/><Relationship Id="rId14" Type="http://schemas.openxmlformats.org/officeDocument/2006/relationships/image" Target="../media/image110.wmf"/><Relationship Id="rId22" Type="http://schemas.openxmlformats.org/officeDocument/2006/relationships/image" Target="../media/image114.wmf"/></Relationships>
</file>

<file path=ppt/slides/_rels/slide27.xml.rels><?xml version="1.0" encoding="UTF-8" standalone="yes"?>
<Relationships xmlns="http://schemas.openxmlformats.org/package/2006/relationships"><Relationship Id="rId8" Type="http://schemas.openxmlformats.org/officeDocument/2006/relationships/image" Target="../media/image117.wmf"/><Relationship Id="rId3" Type="http://schemas.openxmlformats.org/officeDocument/2006/relationships/oleObject" Target="../embeddings/oleObject114.bin"/><Relationship Id="rId7" Type="http://schemas.openxmlformats.org/officeDocument/2006/relationships/oleObject" Target="../embeddings/oleObject116.bin"/><Relationship Id="rId2" Type="http://schemas.openxmlformats.org/officeDocument/2006/relationships/slideLayout" Target="../slideLayouts/slideLayout7.xml"/><Relationship Id="rId1" Type="http://schemas.openxmlformats.org/officeDocument/2006/relationships/vmlDrawing" Target="../drawings/vmlDrawing22.vml"/><Relationship Id="rId6" Type="http://schemas.openxmlformats.org/officeDocument/2006/relationships/image" Target="../media/image116.wmf"/><Relationship Id="rId5" Type="http://schemas.openxmlformats.org/officeDocument/2006/relationships/oleObject" Target="../embeddings/oleObject115.bin"/><Relationship Id="rId4" Type="http://schemas.openxmlformats.org/officeDocument/2006/relationships/image" Target="../media/image115.wmf"/><Relationship Id="rId9" Type="http://schemas.openxmlformats.org/officeDocument/2006/relationships/image" Target="../media/image118.wm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8" Type="http://schemas.openxmlformats.org/officeDocument/2006/relationships/image" Target="../media/image120.wmf"/><Relationship Id="rId13" Type="http://schemas.openxmlformats.org/officeDocument/2006/relationships/oleObject" Target="../embeddings/oleObject122.bin"/><Relationship Id="rId18" Type="http://schemas.openxmlformats.org/officeDocument/2006/relationships/image" Target="../media/image113.wmf"/><Relationship Id="rId3" Type="http://schemas.openxmlformats.org/officeDocument/2006/relationships/oleObject" Target="../embeddings/oleObject117.bin"/><Relationship Id="rId21" Type="http://schemas.openxmlformats.org/officeDocument/2006/relationships/oleObject" Target="../embeddings/oleObject126.bin"/><Relationship Id="rId7" Type="http://schemas.openxmlformats.org/officeDocument/2006/relationships/oleObject" Target="../embeddings/oleObject119.bin"/><Relationship Id="rId12" Type="http://schemas.openxmlformats.org/officeDocument/2006/relationships/image" Target="../media/image122.wmf"/><Relationship Id="rId17" Type="http://schemas.openxmlformats.org/officeDocument/2006/relationships/oleObject" Target="../embeddings/oleObject124.bin"/><Relationship Id="rId2" Type="http://schemas.openxmlformats.org/officeDocument/2006/relationships/slideLayout" Target="../slideLayouts/slideLayout7.xml"/><Relationship Id="rId16" Type="http://schemas.openxmlformats.org/officeDocument/2006/relationships/image" Target="../media/image114.wmf"/><Relationship Id="rId20" Type="http://schemas.openxmlformats.org/officeDocument/2006/relationships/image" Target="../media/image124.wmf"/><Relationship Id="rId1" Type="http://schemas.openxmlformats.org/officeDocument/2006/relationships/vmlDrawing" Target="../drawings/vmlDrawing23.vml"/><Relationship Id="rId6" Type="http://schemas.openxmlformats.org/officeDocument/2006/relationships/image" Target="../media/image119.wmf"/><Relationship Id="rId11" Type="http://schemas.openxmlformats.org/officeDocument/2006/relationships/oleObject" Target="../embeddings/oleObject121.bin"/><Relationship Id="rId5" Type="http://schemas.openxmlformats.org/officeDocument/2006/relationships/oleObject" Target="../embeddings/oleObject118.bin"/><Relationship Id="rId15" Type="http://schemas.openxmlformats.org/officeDocument/2006/relationships/oleObject" Target="../embeddings/oleObject123.bin"/><Relationship Id="rId10" Type="http://schemas.openxmlformats.org/officeDocument/2006/relationships/image" Target="../media/image121.wmf"/><Relationship Id="rId19" Type="http://schemas.openxmlformats.org/officeDocument/2006/relationships/oleObject" Target="../embeddings/oleObject125.bin"/><Relationship Id="rId4" Type="http://schemas.openxmlformats.org/officeDocument/2006/relationships/image" Target="../media/image116.wmf"/><Relationship Id="rId9" Type="http://schemas.openxmlformats.org/officeDocument/2006/relationships/oleObject" Target="../embeddings/oleObject120.bin"/><Relationship Id="rId14" Type="http://schemas.openxmlformats.org/officeDocument/2006/relationships/image" Target="../media/image123.wmf"/><Relationship Id="rId22" Type="http://schemas.openxmlformats.org/officeDocument/2006/relationships/image" Target="../media/image125.wmf"/></Relationships>
</file>

<file path=ppt/slides/_rels/slide30.xml.rels><?xml version="1.0" encoding="UTF-8" standalone="yes"?>
<Relationships xmlns="http://schemas.openxmlformats.org/package/2006/relationships"><Relationship Id="rId2" Type="http://schemas.openxmlformats.org/officeDocument/2006/relationships/image" Target="../media/image76.w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127.bin"/><Relationship Id="rId2" Type="http://schemas.openxmlformats.org/officeDocument/2006/relationships/slideLayout" Target="../slideLayouts/slideLayout7.xml"/><Relationship Id="rId1" Type="http://schemas.openxmlformats.org/officeDocument/2006/relationships/vmlDrawing" Target="../drawings/vmlDrawing24.vml"/><Relationship Id="rId5" Type="http://schemas.openxmlformats.org/officeDocument/2006/relationships/image" Target="../media/image127.wmf"/><Relationship Id="rId4" Type="http://schemas.openxmlformats.org/officeDocument/2006/relationships/image" Target="../media/image126.wmf"/></Relationships>
</file>

<file path=ppt/slides/_rels/slide33.xml.rels><?xml version="1.0" encoding="UTF-8" standalone="yes"?>
<Relationships xmlns="http://schemas.openxmlformats.org/package/2006/relationships"><Relationship Id="rId8" Type="http://schemas.openxmlformats.org/officeDocument/2006/relationships/image" Target="../media/image130.wmf"/><Relationship Id="rId3" Type="http://schemas.openxmlformats.org/officeDocument/2006/relationships/oleObject" Target="../embeddings/oleObject128.bin"/><Relationship Id="rId7" Type="http://schemas.openxmlformats.org/officeDocument/2006/relationships/oleObject" Target="../embeddings/oleObject130.bin"/><Relationship Id="rId2" Type="http://schemas.openxmlformats.org/officeDocument/2006/relationships/slideLayout" Target="../slideLayouts/slideLayout7.xml"/><Relationship Id="rId1" Type="http://schemas.openxmlformats.org/officeDocument/2006/relationships/vmlDrawing" Target="../drawings/vmlDrawing25.vml"/><Relationship Id="rId6" Type="http://schemas.openxmlformats.org/officeDocument/2006/relationships/image" Target="../media/image129.wmf"/><Relationship Id="rId5" Type="http://schemas.openxmlformats.org/officeDocument/2006/relationships/oleObject" Target="../embeddings/oleObject129.bin"/><Relationship Id="rId4" Type="http://schemas.openxmlformats.org/officeDocument/2006/relationships/image" Target="../media/image128.wmf"/></Relationships>
</file>

<file path=ppt/slides/_rels/slide34.xml.rels><?xml version="1.0" encoding="UTF-8" standalone="yes"?>
<Relationships xmlns="http://schemas.openxmlformats.org/package/2006/relationships"><Relationship Id="rId8" Type="http://schemas.openxmlformats.org/officeDocument/2006/relationships/image" Target="../media/image133.wmf"/><Relationship Id="rId13" Type="http://schemas.openxmlformats.org/officeDocument/2006/relationships/oleObject" Target="../embeddings/oleObject136.bin"/><Relationship Id="rId18" Type="http://schemas.openxmlformats.org/officeDocument/2006/relationships/image" Target="../media/image130.wmf"/><Relationship Id="rId26" Type="http://schemas.openxmlformats.org/officeDocument/2006/relationships/image" Target="../media/image141.wmf"/><Relationship Id="rId3" Type="http://schemas.openxmlformats.org/officeDocument/2006/relationships/oleObject" Target="../embeddings/oleObject131.bin"/><Relationship Id="rId21" Type="http://schemas.openxmlformats.org/officeDocument/2006/relationships/oleObject" Target="../embeddings/oleObject140.bin"/><Relationship Id="rId7" Type="http://schemas.openxmlformats.org/officeDocument/2006/relationships/oleObject" Target="../embeddings/oleObject133.bin"/><Relationship Id="rId12" Type="http://schemas.openxmlformats.org/officeDocument/2006/relationships/image" Target="../media/image135.wmf"/><Relationship Id="rId17" Type="http://schemas.openxmlformats.org/officeDocument/2006/relationships/oleObject" Target="../embeddings/oleObject138.bin"/><Relationship Id="rId25" Type="http://schemas.openxmlformats.org/officeDocument/2006/relationships/oleObject" Target="../embeddings/oleObject142.bin"/><Relationship Id="rId2" Type="http://schemas.openxmlformats.org/officeDocument/2006/relationships/slideLayout" Target="../slideLayouts/slideLayout7.xml"/><Relationship Id="rId16" Type="http://schemas.openxmlformats.org/officeDocument/2006/relationships/image" Target="../media/image137.wmf"/><Relationship Id="rId20" Type="http://schemas.openxmlformats.org/officeDocument/2006/relationships/image" Target="../media/image138.wmf"/><Relationship Id="rId29" Type="http://schemas.openxmlformats.org/officeDocument/2006/relationships/oleObject" Target="../embeddings/oleObject144.bin"/><Relationship Id="rId1" Type="http://schemas.openxmlformats.org/officeDocument/2006/relationships/vmlDrawing" Target="../drawings/vmlDrawing26.vml"/><Relationship Id="rId6" Type="http://schemas.openxmlformats.org/officeDocument/2006/relationships/image" Target="../media/image132.wmf"/><Relationship Id="rId11" Type="http://schemas.openxmlformats.org/officeDocument/2006/relationships/oleObject" Target="../embeddings/oleObject135.bin"/><Relationship Id="rId24" Type="http://schemas.openxmlformats.org/officeDocument/2006/relationships/image" Target="../media/image140.wmf"/><Relationship Id="rId32" Type="http://schemas.openxmlformats.org/officeDocument/2006/relationships/image" Target="../media/image144.wmf"/><Relationship Id="rId5" Type="http://schemas.openxmlformats.org/officeDocument/2006/relationships/oleObject" Target="../embeddings/oleObject132.bin"/><Relationship Id="rId15" Type="http://schemas.openxmlformats.org/officeDocument/2006/relationships/oleObject" Target="../embeddings/oleObject137.bin"/><Relationship Id="rId23" Type="http://schemas.openxmlformats.org/officeDocument/2006/relationships/oleObject" Target="../embeddings/oleObject141.bin"/><Relationship Id="rId28" Type="http://schemas.openxmlformats.org/officeDocument/2006/relationships/image" Target="../media/image142.wmf"/><Relationship Id="rId10" Type="http://schemas.openxmlformats.org/officeDocument/2006/relationships/image" Target="../media/image134.wmf"/><Relationship Id="rId19" Type="http://schemas.openxmlformats.org/officeDocument/2006/relationships/oleObject" Target="../embeddings/oleObject139.bin"/><Relationship Id="rId31" Type="http://schemas.openxmlformats.org/officeDocument/2006/relationships/oleObject" Target="../embeddings/oleObject145.bin"/><Relationship Id="rId4" Type="http://schemas.openxmlformats.org/officeDocument/2006/relationships/image" Target="../media/image131.wmf"/><Relationship Id="rId9" Type="http://schemas.openxmlformats.org/officeDocument/2006/relationships/oleObject" Target="../embeddings/oleObject134.bin"/><Relationship Id="rId14" Type="http://schemas.openxmlformats.org/officeDocument/2006/relationships/image" Target="../media/image136.wmf"/><Relationship Id="rId22" Type="http://schemas.openxmlformats.org/officeDocument/2006/relationships/image" Target="../media/image139.wmf"/><Relationship Id="rId27" Type="http://schemas.openxmlformats.org/officeDocument/2006/relationships/oleObject" Target="../embeddings/oleObject143.bin"/><Relationship Id="rId30" Type="http://schemas.openxmlformats.org/officeDocument/2006/relationships/image" Target="../media/image143.wmf"/></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146.bin"/><Relationship Id="rId2" Type="http://schemas.openxmlformats.org/officeDocument/2006/relationships/slideLayout" Target="../slideLayouts/slideLayout7.xml"/><Relationship Id="rId1" Type="http://schemas.openxmlformats.org/officeDocument/2006/relationships/vmlDrawing" Target="../drawings/vmlDrawing27.vml"/><Relationship Id="rId6" Type="http://schemas.openxmlformats.org/officeDocument/2006/relationships/image" Target="../media/image146.wmf"/><Relationship Id="rId5" Type="http://schemas.openxmlformats.org/officeDocument/2006/relationships/oleObject" Target="../embeddings/oleObject147.bin"/><Relationship Id="rId4" Type="http://schemas.openxmlformats.org/officeDocument/2006/relationships/image" Target="../media/image145.wmf"/></Relationships>
</file>

<file path=ppt/slides/_rels/slide36.xml.rels><?xml version="1.0" encoding="UTF-8" standalone="yes"?>
<Relationships xmlns="http://schemas.openxmlformats.org/package/2006/relationships"><Relationship Id="rId8" Type="http://schemas.openxmlformats.org/officeDocument/2006/relationships/image" Target="../media/image148.wmf"/><Relationship Id="rId13" Type="http://schemas.openxmlformats.org/officeDocument/2006/relationships/oleObject" Target="../embeddings/oleObject153.bin"/><Relationship Id="rId18" Type="http://schemas.openxmlformats.org/officeDocument/2006/relationships/image" Target="../media/image146.wmf"/><Relationship Id="rId26" Type="http://schemas.openxmlformats.org/officeDocument/2006/relationships/image" Target="../media/image156.wmf"/><Relationship Id="rId3" Type="http://schemas.openxmlformats.org/officeDocument/2006/relationships/oleObject" Target="../embeddings/oleObject148.bin"/><Relationship Id="rId21" Type="http://schemas.openxmlformats.org/officeDocument/2006/relationships/oleObject" Target="../embeddings/oleObject157.bin"/><Relationship Id="rId7" Type="http://schemas.openxmlformats.org/officeDocument/2006/relationships/oleObject" Target="../embeddings/oleObject150.bin"/><Relationship Id="rId12" Type="http://schemas.openxmlformats.org/officeDocument/2006/relationships/image" Target="../media/image150.wmf"/><Relationship Id="rId17" Type="http://schemas.openxmlformats.org/officeDocument/2006/relationships/oleObject" Target="../embeddings/oleObject155.bin"/><Relationship Id="rId25" Type="http://schemas.openxmlformats.org/officeDocument/2006/relationships/oleObject" Target="../embeddings/oleObject159.bin"/><Relationship Id="rId2" Type="http://schemas.openxmlformats.org/officeDocument/2006/relationships/slideLayout" Target="../slideLayouts/slideLayout7.xml"/><Relationship Id="rId16" Type="http://schemas.openxmlformats.org/officeDocument/2006/relationships/image" Target="../media/image152.wmf"/><Relationship Id="rId20" Type="http://schemas.openxmlformats.org/officeDocument/2006/relationships/image" Target="../media/image153.wmf"/><Relationship Id="rId29" Type="http://schemas.openxmlformats.org/officeDocument/2006/relationships/oleObject" Target="../embeddings/oleObject161.bin"/><Relationship Id="rId1" Type="http://schemas.openxmlformats.org/officeDocument/2006/relationships/vmlDrawing" Target="../drawings/vmlDrawing28.vml"/><Relationship Id="rId6" Type="http://schemas.openxmlformats.org/officeDocument/2006/relationships/image" Target="../media/image147.wmf"/><Relationship Id="rId11" Type="http://schemas.openxmlformats.org/officeDocument/2006/relationships/oleObject" Target="../embeddings/oleObject152.bin"/><Relationship Id="rId24" Type="http://schemas.openxmlformats.org/officeDocument/2006/relationships/image" Target="../media/image155.wmf"/><Relationship Id="rId5" Type="http://schemas.openxmlformats.org/officeDocument/2006/relationships/oleObject" Target="../embeddings/oleObject149.bin"/><Relationship Id="rId15" Type="http://schemas.openxmlformats.org/officeDocument/2006/relationships/oleObject" Target="../embeddings/oleObject154.bin"/><Relationship Id="rId23" Type="http://schemas.openxmlformats.org/officeDocument/2006/relationships/oleObject" Target="../embeddings/oleObject158.bin"/><Relationship Id="rId28" Type="http://schemas.openxmlformats.org/officeDocument/2006/relationships/image" Target="../media/image157.wmf"/><Relationship Id="rId10" Type="http://schemas.openxmlformats.org/officeDocument/2006/relationships/image" Target="../media/image149.wmf"/><Relationship Id="rId19" Type="http://schemas.openxmlformats.org/officeDocument/2006/relationships/oleObject" Target="../embeddings/oleObject156.bin"/><Relationship Id="rId4" Type="http://schemas.openxmlformats.org/officeDocument/2006/relationships/image" Target="../media/image131.wmf"/><Relationship Id="rId9" Type="http://schemas.openxmlformats.org/officeDocument/2006/relationships/oleObject" Target="../embeddings/oleObject151.bin"/><Relationship Id="rId14" Type="http://schemas.openxmlformats.org/officeDocument/2006/relationships/image" Target="../media/image151.wmf"/><Relationship Id="rId22" Type="http://schemas.openxmlformats.org/officeDocument/2006/relationships/image" Target="../media/image154.wmf"/><Relationship Id="rId27" Type="http://schemas.openxmlformats.org/officeDocument/2006/relationships/oleObject" Target="../embeddings/oleObject160.bin"/><Relationship Id="rId30" Type="http://schemas.openxmlformats.org/officeDocument/2006/relationships/image" Target="../media/image158.wmf"/></Relationships>
</file>

<file path=ppt/slides/_rels/slide37.xml.rels><?xml version="1.0" encoding="UTF-8" standalone="yes"?>
<Relationships xmlns="http://schemas.openxmlformats.org/package/2006/relationships"><Relationship Id="rId8" Type="http://schemas.openxmlformats.org/officeDocument/2006/relationships/image" Target="../media/image159.wmf"/><Relationship Id="rId13" Type="http://schemas.openxmlformats.org/officeDocument/2006/relationships/oleObject" Target="../embeddings/oleObject167.bin"/><Relationship Id="rId18" Type="http://schemas.openxmlformats.org/officeDocument/2006/relationships/image" Target="../media/image164.wmf"/><Relationship Id="rId3" Type="http://schemas.openxmlformats.org/officeDocument/2006/relationships/oleObject" Target="../embeddings/oleObject162.bin"/><Relationship Id="rId21" Type="http://schemas.openxmlformats.org/officeDocument/2006/relationships/oleObject" Target="../embeddings/oleObject171.bin"/><Relationship Id="rId7" Type="http://schemas.openxmlformats.org/officeDocument/2006/relationships/oleObject" Target="../embeddings/oleObject164.bin"/><Relationship Id="rId12" Type="http://schemas.openxmlformats.org/officeDocument/2006/relationships/image" Target="../media/image161.wmf"/><Relationship Id="rId17" Type="http://schemas.openxmlformats.org/officeDocument/2006/relationships/oleObject" Target="../embeddings/oleObject169.bin"/><Relationship Id="rId2" Type="http://schemas.openxmlformats.org/officeDocument/2006/relationships/slideLayout" Target="../slideLayouts/slideLayout7.xml"/><Relationship Id="rId16" Type="http://schemas.openxmlformats.org/officeDocument/2006/relationships/image" Target="../media/image163.wmf"/><Relationship Id="rId20" Type="http://schemas.openxmlformats.org/officeDocument/2006/relationships/image" Target="../media/image165.wmf"/><Relationship Id="rId1" Type="http://schemas.openxmlformats.org/officeDocument/2006/relationships/vmlDrawing" Target="../drawings/vmlDrawing29.vml"/><Relationship Id="rId6" Type="http://schemas.openxmlformats.org/officeDocument/2006/relationships/image" Target="../media/image149.wmf"/><Relationship Id="rId11" Type="http://schemas.openxmlformats.org/officeDocument/2006/relationships/oleObject" Target="../embeddings/oleObject166.bin"/><Relationship Id="rId24" Type="http://schemas.openxmlformats.org/officeDocument/2006/relationships/image" Target="../media/image167.wmf"/><Relationship Id="rId5" Type="http://schemas.openxmlformats.org/officeDocument/2006/relationships/oleObject" Target="../embeddings/oleObject163.bin"/><Relationship Id="rId15" Type="http://schemas.openxmlformats.org/officeDocument/2006/relationships/oleObject" Target="../embeddings/oleObject168.bin"/><Relationship Id="rId23" Type="http://schemas.openxmlformats.org/officeDocument/2006/relationships/oleObject" Target="../embeddings/oleObject172.bin"/><Relationship Id="rId10" Type="http://schemas.openxmlformats.org/officeDocument/2006/relationships/image" Target="../media/image160.wmf"/><Relationship Id="rId19" Type="http://schemas.openxmlformats.org/officeDocument/2006/relationships/oleObject" Target="../embeddings/oleObject170.bin"/><Relationship Id="rId4" Type="http://schemas.openxmlformats.org/officeDocument/2006/relationships/image" Target="../media/image131.wmf"/><Relationship Id="rId9" Type="http://schemas.openxmlformats.org/officeDocument/2006/relationships/oleObject" Target="../embeddings/oleObject165.bin"/><Relationship Id="rId14" Type="http://schemas.openxmlformats.org/officeDocument/2006/relationships/image" Target="../media/image162.wmf"/><Relationship Id="rId22" Type="http://schemas.openxmlformats.org/officeDocument/2006/relationships/image" Target="../media/image166.wmf"/></Relationships>
</file>

<file path=ppt/slides/_rels/slide38.xml.rels><?xml version="1.0" encoding="UTF-8" standalone="yes"?>
<Relationships xmlns="http://schemas.openxmlformats.org/package/2006/relationships"><Relationship Id="rId8" Type="http://schemas.openxmlformats.org/officeDocument/2006/relationships/image" Target="../media/image170.wmf"/><Relationship Id="rId13" Type="http://schemas.openxmlformats.org/officeDocument/2006/relationships/oleObject" Target="../embeddings/oleObject178.bin"/><Relationship Id="rId3" Type="http://schemas.openxmlformats.org/officeDocument/2006/relationships/oleObject" Target="../embeddings/oleObject173.bin"/><Relationship Id="rId7" Type="http://schemas.openxmlformats.org/officeDocument/2006/relationships/oleObject" Target="../embeddings/oleObject175.bin"/><Relationship Id="rId12" Type="http://schemas.openxmlformats.org/officeDocument/2006/relationships/image" Target="../media/image172.wmf"/><Relationship Id="rId2" Type="http://schemas.openxmlformats.org/officeDocument/2006/relationships/slideLayout" Target="../slideLayouts/slideLayout7.xml"/><Relationship Id="rId1" Type="http://schemas.openxmlformats.org/officeDocument/2006/relationships/vmlDrawing" Target="../drawings/vmlDrawing30.vml"/><Relationship Id="rId6" Type="http://schemas.openxmlformats.org/officeDocument/2006/relationships/image" Target="../media/image169.wmf"/><Relationship Id="rId11" Type="http://schemas.openxmlformats.org/officeDocument/2006/relationships/oleObject" Target="../embeddings/oleObject177.bin"/><Relationship Id="rId5" Type="http://schemas.openxmlformats.org/officeDocument/2006/relationships/oleObject" Target="../embeddings/oleObject174.bin"/><Relationship Id="rId10" Type="http://schemas.openxmlformats.org/officeDocument/2006/relationships/image" Target="../media/image171.wmf"/><Relationship Id="rId4" Type="http://schemas.openxmlformats.org/officeDocument/2006/relationships/image" Target="../media/image168.wmf"/><Relationship Id="rId9" Type="http://schemas.openxmlformats.org/officeDocument/2006/relationships/oleObject" Target="../embeddings/oleObject176.bin"/><Relationship Id="rId14" Type="http://schemas.openxmlformats.org/officeDocument/2006/relationships/image" Target="../media/image173.wmf"/></Relationships>
</file>

<file path=ppt/slides/_rels/slide39.xml.rels><?xml version="1.0" encoding="UTF-8" standalone="yes"?>
<Relationships xmlns="http://schemas.openxmlformats.org/package/2006/relationships"><Relationship Id="rId8" Type="http://schemas.openxmlformats.org/officeDocument/2006/relationships/image" Target="../media/image170.wmf"/><Relationship Id="rId13" Type="http://schemas.openxmlformats.org/officeDocument/2006/relationships/oleObject" Target="../embeddings/oleObject184.bin"/><Relationship Id="rId18" Type="http://schemas.openxmlformats.org/officeDocument/2006/relationships/image" Target="../media/image180.wmf"/><Relationship Id="rId3" Type="http://schemas.openxmlformats.org/officeDocument/2006/relationships/oleObject" Target="../embeddings/oleObject179.bin"/><Relationship Id="rId7" Type="http://schemas.openxmlformats.org/officeDocument/2006/relationships/oleObject" Target="../embeddings/oleObject181.bin"/><Relationship Id="rId12" Type="http://schemas.openxmlformats.org/officeDocument/2006/relationships/image" Target="../media/image177.wmf"/><Relationship Id="rId17" Type="http://schemas.openxmlformats.org/officeDocument/2006/relationships/oleObject" Target="../embeddings/oleObject186.bin"/><Relationship Id="rId2" Type="http://schemas.openxmlformats.org/officeDocument/2006/relationships/slideLayout" Target="../slideLayouts/slideLayout7.xml"/><Relationship Id="rId16" Type="http://schemas.openxmlformats.org/officeDocument/2006/relationships/image" Target="../media/image179.wmf"/><Relationship Id="rId1" Type="http://schemas.openxmlformats.org/officeDocument/2006/relationships/vmlDrawing" Target="../drawings/vmlDrawing31.vml"/><Relationship Id="rId6" Type="http://schemas.openxmlformats.org/officeDocument/2006/relationships/image" Target="../media/image175.wmf"/><Relationship Id="rId11" Type="http://schemas.openxmlformats.org/officeDocument/2006/relationships/oleObject" Target="../embeddings/oleObject183.bin"/><Relationship Id="rId5" Type="http://schemas.openxmlformats.org/officeDocument/2006/relationships/oleObject" Target="../embeddings/oleObject180.bin"/><Relationship Id="rId15" Type="http://schemas.openxmlformats.org/officeDocument/2006/relationships/oleObject" Target="../embeddings/oleObject185.bin"/><Relationship Id="rId10" Type="http://schemas.openxmlformats.org/officeDocument/2006/relationships/image" Target="../media/image176.wmf"/><Relationship Id="rId4" Type="http://schemas.openxmlformats.org/officeDocument/2006/relationships/image" Target="../media/image174.wmf"/><Relationship Id="rId9" Type="http://schemas.openxmlformats.org/officeDocument/2006/relationships/oleObject" Target="../embeddings/oleObject182.bin"/><Relationship Id="rId14" Type="http://schemas.openxmlformats.org/officeDocument/2006/relationships/image" Target="../media/image178.wmf"/></Relationships>
</file>

<file path=ppt/slides/_rels/slide40.xml.rels><?xml version="1.0" encoding="UTF-8" standalone="yes"?>
<Relationships xmlns="http://schemas.openxmlformats.org/package/2006/relationships"><Relationship Id="rId8" Type="http://schemas.openxmlformats.org/officeDocument/2006/relationships/image" Target="../media/image181.wmf"/><Relationship Id="rId3" Type="http://schemas.openxmlformats.org/officeDocument/2006/relationships/oleObject" Target="../embeddings/oleObject187.bin"/><Relationship Id="rId7" Type="http://schemas.openxmlformats.org/officeDocument/2006/relationships/oleObject" Target="../embeddings/oleObject189.bin"/><Relationship Id="rId2" Type="http://schemas.openxmlformats.org/officeDocument/2006/relationships/slideLayout" Target="../slideLayouts/slideLayout7.xml"/><Relationship Id="rId1" Type="http://schemas.openxmlformats.org/officeDocument/2006/relationships/vmlDrawing" Target="../drawings/vmlDrawing32.vml"/><Relationship Id="rId6" Type="http://schemas.openxmlformats.org/officeDocument/2006/relationships/image" Target="../media/image180.wmf"/><Relationship Id="rId5" Type="http://schemas.openxmlformats.org/officeDocument/2006/relationships/oleObject" Target="../embeddings/oleObject188.bin"/><Relationship Id="rId4" Type="http://schemas.openxmlformats.org/officeDocument/2006/relationships/image" Target="../media/image174.wmf"/></Relationships>
</file>

<file path=ppt/slides/_rels/slide41.xml.rels><?xml version="1.0" encoding="UTF-8" standalone="yes"?>
<Relationships xmlns="http://schemas.openxmlformats.org/package/2006/relationships"><Relationship Id="rId8" Type="http://schemas.openxmlformats.org/officeDocument/2006/relationships/image" Target="../media/image184.wmf"/><Relationship Id="rId3" Type="http://schemas.openxmlformats.org/officeDocument/2006/relationships/oleObject" Target="../embeddings/oleObject190.bin"/><Relationship Id="rId7" Type="http://schemas.openxmlformats.org/officeDocument/2006/relationships/oleObject" Target="../embeddings/oleObject192.bin"/><Relationship Id="rId2" Type="http://schemas.openxmlformats.org/officeDocument/2006/relationships/slideLayout" Target="../slideLayouts/slideLayout7.xml"/><Relationship Id="rId1" Type="http://schemas.openxmlformats.org/officeDocument/2006/relationships/vmlDrawing" Target="../drawings/vmlDrawing33.vml"/><Relationship Id="rId6" Type="http://schemas.openxmlformats.org/officeDocument/2006/relationships/image" Target="../media/image183.wmf"/><Relationship Id="rId5" Type="http://schemas.openxmlformats.org/officeDocument/2006/relationships/oleObject" Target="../embeddings/oleObject191.bin"/><Relationship Id="rId10" Type="http://schemas.openxmlformats.org/officeDocument/2006/relationships/image" Target="../media/image185.wmf"/><Relationship Id="rId4" Type="http://schemas.openxmlformats.org/officeDocument/2006/relationships/image" Target="../media/image182.wmf"/><Relationship Id="rId9" Type="http://schemas.openxmlformats.org/officeDocument/2006/relationships/oleObject" Target="../embeddings/oleObject193.bin"/></Relationships>
</file>

<file path=ppt/slides/_rels/slide42.xml.rels><?xml version="1.0" encoding="UTF-8" standalone="yes"?>
<Relationships xmlns="http://schemas.openxmlformats.org/package/2006/relationships"><Relationship Id="rId8" Type="http://schemas.openxmlformats.org/officeDocument/2006/relationships/image" Target="../media/image188.wmf"/><Relationship Id="rId3" Type="http://schemas.openxmlformats.org/officeDocument/2006/relationships/oleObject" Target="../embeddings/oleObject194.bin"/><Relationship Id="rId7" Type="http://schemas.openxmlformats.org/officeDocument/2006/relationships/oleObject" Target="../embeddings/oleObject196.bin"/><Relationship Id="rId2" Type="http://schemas.openxmlformats.org/officeDocument/2006/relationships/slideLayout" Target="../slideLayouts/slideLayout7.xml"/><Relationship Id="rId1" Type="http://schemas.openxmlformats.org/officeDocument/2006/relationships/vmlDrawing" Target="../drawings/vmlDrawing34.vml"/><Relationship Id="rId6" Type="http://schemas.openxmlformats.org/officeDocument/2006/relationships/image" Target="../media/image187.wmf"/><Relationship Id="rId5" Type="http://schemas.openxmlformats.org/officeDocument/2006/relationships/oleObject" Target="../embeddings/oleObject195.bin"/><Relationship Id="rId10" Type="http://schemas.openxmlformats.org/officeDocument/2006/relationships/image" Target="../media/image189.wmf"/><Relationship Id="rId4" Type="http://schemas.openxmlformats.org/officeDocument/2006/relationships/image" Target="../media/image186.wmf"/><Relationship Id="rId9" Type="http://schemas.openxmlformats.org/officeDocument/2006/relationships/oleObject" Target="../embeddings/oleObject197.bin"/></Relationships>
</file>

<file path=ppt/slides/_rels/slide43.xml.rels><?xml version="1.0" encoding="UTF-8" standalone="yes"?>
<Relationships xmlns="http://schemas.openxmlformats.org/package/2006/relationships"><Relationship Id="rId2" Type="http://schemas.openxmlformats.org/officeDocument/2006/relationships/image" Target="../media/image190.wmf"/><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8" Type="http://schemas.openxmlformats.org/officeDocument/2006/relationships/image" Target="../media/image193.wmf"/><Relationship Id="rId3" Type="http://schemas.openxmlformats.org/officeDocument/2006/relationships/oleObject" Target="../embeddings/oleObject198.bin"/><Relationship Id="rId7" Type="http://schemas.openxmlformats.org/officeDocument/2006/relationships/oleObject" Target="../embeddings/oleObject200.bin"/><Relationship Id="rId2" Type="http://schemas.openxmlformats.org/officeDocument/2006/relationships/slideLayout" Target="../slideLayouts/slideLayout7.xml"/><Relationship Id="rId1" Type="http://schemas.openxmlformats.org/officeDocument/2006/relationships/vmlDrawing" Target="../drawings/vmlDrawing35.vml"/><Relationship Id="rId6" Type="http://schemas.openxmlformats.org/officeDocument/2006/relationships/image" Target="../media/image192.wmf"/><Relationship Id="rId5" Type="http://schemas.openxmlformats.org/officeDocument/2006/relationships/oleObject" Target="../embeddings/oleObject199.bin"/><Relationship Id="rId4" Type="http://schemas.openxmlformats.org/officeDocument/2006/relationships/image" Target="../media/image191.wmf"/></Relationships>
</file>

<file path=ppt/slides/_rels/slide45.xml.rels><?xml version="1.0" encoding="UTF-8" standalone="yes"?>
<Relationships xmlns="http://schemas.openxmlformats.org/package/2006/relationships"><Relationship Id="rId8" Type="http://schemas.openxmlformats.org/officeDocument/2006/relationships/image" Target="../media/image170.wmf"/><Relationship Id="rId13" Type="http://schemas.openxmlformats.org/officeDocument/2006/relationships/oleObject" Target="../embeddings/oleObject206.bin"/><Relationship Id="rId3" Type="http://schemas.openxmlformats.org/officeDocument/2006/relationships/oleObject" Target="../embeddings/oleObject201.bin"/><Relationship Id="rId7" Type="http://schemas.openxmlformats.org/officeDocument/2006/relationships/oleObject" Target="../embeddings/oleObject203.bin"/><Relationship Id="rId12" Type="http://schemas.openxmlformats.org/officeDocument/2006/relationships/image" Target="../media/image172.wmf"/><Relationship Id="rId2" Type="http://schemas.openxmlformats.org/officeDocument/2006/relationships/slideLayout" Target="../slideLayouts/slideLayout7.xml"/><Relationship Id="rId1" Type="http://schemas.openxmlformats.org/officeDocument/2006/relationships/vmlDrawing" Target="../drawings/vmlDrawing36.vml"/><Relationship Id="rId6" Type="http://schemas.openxmlformats.org/officeDocument/2006/relationships/image" Target="../media/image169.wmf"/><Relationship Id="rId11" Type="http://schemas.openxmlformats.org/officeDocument/2006/relationships/oleObject" Target="../embeddings/oleObject205.bin"/><Relationship Id="rId5" Type="http://schemas.openxmlformats.org/officeDocument/2006/relationships/oleObject" Target="../embeddings/oleObject202.bin"/><Relationship Id="rId10" Type="http://schemas.openxmlformats.org/officeDocument/2006/relationships/image" Target="../media/image171.wmf"/><Relationship Id="rId4" Type="http://schemas.openxmlformats.org/officeDocument/2006/relationships/image" Target="../media/image168.wmf"/><Relationship Id="rId9" Type="http://schemas.openxmlformats.org/officeDocument/2006/relationships/oleObject" Target="../embeddings/oleObject204.bin"/><Relationship Id="rId14" Type="http://schemas.openxmlformats.org/officeDocument/2006/relationships/image" Target="../media/image173.wmf"/></Relationships>
</file>

<file path=ppt/slides/_rels/slide46.xml.rels><?xml version="1.0" encoding="UTF-8" standalone="yes"?>
<Relationships xmlns="http://schemas.openxmlformats.org/package/2006/relationships"><Relationship Id="rId8" Type="http://schemas.openxmlformats.org/officeDocument/2006/relationships/image" Target="../media/image196.wmf"/><Relationship Id="rId13" Type="http://schemas.openxmlformats.org/officeDocument/2006/relationships/oleObject" Target="../embeddings/oleObject212.bin"/><Relationship Id="rId18" Type="http://schemas.openxmlformats.org/officeDocument/2006/relationships/image" Target="../media/image200.wmf"/><Relationship Id="rId3" Type="http://schemas.openxmlformats.org/officeDocument/2006/relationships/oleObject" Target="../embeddings/oleObject207.bin"/><Relationship Id="rId7" Type="http://schemas.openxmlformats.org/officeDocument/2006/relationships/oleObject" Target="../embeddings/oleObject209.bin"/><Relationship Id="rId12" Type="http://schemas.openxmlformats.org/officeDocument/2006/relationships/image" Target="../media/image197.wmf"/><Relationship Id="rId17" Type="http://schemas.openxmlformats.org/officeDocument/2006/relationships/oleObject" Target="../embeddings/oleObject214.bin"/><Relationship Id="rId2" Type="http://schemas.openxmlformats.org/officeDocument/2006/relationships/slideLayout" Target="../slideLayouts/slideLayout7.xml"/><Relationship Id="rId16" Type="http://schemas.openxmlformats.org/officeDocument/2006/relationships/image" Target="../media/image199.wmf"/><Relationship Id="rId1" Type="http://schemas.openxmlformats.org/officeDocument/2006/relationships/vmlDrawing" Target="../drawings/vmlDrawing37.vml"/><Relationship Id="rId6" Type="http://schemas.openxmlformats.org/officeDocument/2006/relationships/image" Target="../media/image195.wmf"/><Relationship Id="rId11" Type="http://schemas.openxmlformats.org/officeDocument/2006/relationships/oleObject" Target="../embeddings/oleObject211.bin"/><Relationship Id="rId5" Type="http://schemas.openxmlformats.org/officeDocument/2006/relationships/oleObject" Target="../embeddings/oleObject208.bin"/><Relationship Id="rId15" Type="http://schemas.openxmlformats.org/officeDocument/2006/relationships/oleObject" Target="../embeddings/oleObject213.bin"/><Relationship Id="rId10" Type="http://schemas.openxmlformats.org/officeDocument/2006/relationships/image" Target="../media/image191.wmf"/><Relationship Id="rId4" Type="http://schemas.openxmlformats.org/officeDocument/2006/relationships/image" Target="../media/image194.wmf"/><Relationship Id="rId9" Type="http://schemas.openxmlformats.org/officeDocument/2006/relationships/oleObject" Target="../embeddings/oleObject210.bin"/><Relationship Id="rId14" Type="http://schemas.openxmlformats.org/officeDocument/2006/relationships/image" Target="../media/image198.wmf"/></Relationships>
</file>

<file path=ppt/slides/_rels/slide47.xml.rels><?xml version="1.0" encoding="UTF-8" standalone="yes"?>
<Relationships xmlns="http://schemas.openxmlformats.org/package/2006/relationships"><Relationship Id="rId8" Type="http://schemas.openxmlformats.org/officeDocument/2006/relationships/image" Target="../media/image203.wmf"/><Relationship Id="rId13" Type="http://schemas.openxmlformats.org/officeDocument/2006/relationships/oleObject" Target="../embeddings/oleObject220.bin"/><Relationship Id="rId18" Type="http://schemas.openxmlformats.org/officeDocument/2006/relationships/image" Target="../media/image208.wmf"/><Relationship Id="rId3" Type="http://schemas.openxmlformats.org/officeDocument/2006/relationships/oleObject" Target="../embeddings/oleObject215.bin"/><Relationship Id="rId7" Type="http://schemas.openxmlformats.org/officeDocument/2006/relationships/oleObject" Target="../embeddings/oleObject217.bin"/><Relationship Id="rId12" Type="http://schemas.openxmlformats.org/officeDocument/2006/relationships/image" Target="../media/image205.wmf"/><Relationship Id="rId17" Type="http://schemas.openxmlformats.org/officeDocument/2006/relationships/oleObject" Target="../embeddings/oleObject222.bin"/><Relationship Id="rId2" Type="http://schemas.openxmlformats.org/officeDocument/2006/relationships/slideLayout" Target="../slideLayouts/slideLayout7.xml"/><Relationship Id="rId16" Type="http://schemas.openxmlformats.org/officeDocument/2006/relationships/image" Target="../media/image207.wmf"/><Relationship Id="rId1" Type="http://schemas.openxmlformats.org/officeDocument/2006/relationships/vmlDrawing" Target="../drawings/vmlDrawing38.vml"/><Relationship Id="rId6" Type="http://schemas.openxmlformats.org/officeDocument/2006/relationships/image" Target="../media/image202.wmf"/><Relationship Id="rId11" Type="http://schemas.openxmlformats.org/officeDocument/2006/relationships/oleObject" Target="../embeddings/oleObject219.bin"/><Relationship Id="rId5" Type="http://schemas.openxmlformats.org/officeDocument/2006/relationships/oleObject" Target="../embeddings/oleObject216.bin"/><Relationship Id="rId15" Type="http://schemas.openxmlformats.org/officeDocument/2006/relationships/oleObject" Target="../embeddings/oleObject221.bin"/><Relationship Id="rId10" Type="http://schemas.openxmlformats.org/officeDocument/2006/relationships/image" Target="../media/image204.wmf"/><Relationship Id="rId4" Type="http://schemas.openxmlformats.org/officeDocument/2006/relationships/image" Target="../media/image201.wmf"/><Relationship Id="rId9" Type="http://schemas.openxmlformats.org/officeDocument/2006/relationships/oleObject" Target="../embeddings/oleObject218.bin"/><Relationship Id="rId14" Type="http://schemas.openxmlformats.org/officeDocument/2006/relationships/image" Target="../media/image206.wmf"/></Relationships>
</file>

<file path=ppt/slides/_rels/slide48.xml.rels><?xml version="1.0" encoding="UTF-8" standalone="yes"?>
<Relationships xmlns="http://schemas.openxmlformats.org/package/2006/relationships"><Relationship Id="rId8" Type="http://schemas.openxmlformats.org/officeDocument/2006/relationships/image" Target="../media/image211.wmf"/><Relationship Id="rId13" Type="http://schemas.openxmlformats.org/officeDocument/2006/relationships/oleObject" Target="../embeddings/oleObject228.bin"/><Relationship Id="rId18" Type="http://schemas.openxmlformats.org/officeDocument/2006/relationships/image" Target="../media/image216.wmf"/><Relationship Id="rId3" Type="http://schemas.openxmlformats.org/officeDocument/2006/relationships/oleObject" Target="../embeddings/oleObject223.bin"/><Relationship Id="rId7" Type="http://schemas.openxmlformats.org/officeDocument/2006/relationships/oleObject" Target="../embeddings/oleObject225.bin"/><Relationship Id="rId12" Type="http://schemas.openxmlformats.org/officeDocument/2006/relationships/image" Target="../media/image213.wmf"/><Relationship Id="rId17" Type="http://schemas.openxmlformats.org/officeDocument/2006/relationships/oleObject" Target="../embeddings/oleObject230.bin"/><Relationship Id="rId2" Type="http://schemas.openxmlformats.org/officeDocument/2006/relationships/slideLayout" Target="../slideLayouts/slideLayout7.xml"/><Relationship Id="rId16" Type="http://schemas.openxmlformats.org/officeDocument/2006/relationships/image" Target="../media/image215.wmf"/><Relationship Id="rId1" Type="http://schemas.openxmlformats.org/officeDocument/2006/relationships/vmlDrawing" Target="../drawings/vmlDrawing39.vml"/><Relationship Id="rId6" Type="http://schemas.openxmlformats.org/officeDocument/2006/relationships/image" Target="../media/image210.wmf"/><Relationship Id="rId11" Type="http://schemas.openxmlformats.org/officeDocument/2006/relationships/oleObject" Target="../embeddings/oleObject227.bin"/><Relationship Id="rId5" Type="http://schemas.openxmlformats.org/officeDocument/2006/relationships/oleObject" Target="../embeddings/oleObject224.bin"/><Relationship Id="rId15" Type="http://schemas.openxmlformats.org/officeDocument/2006/relationships/oleObject" Target="../embeddings/oleObject229.bin"/><Relationship Id="rId10" Type="http://schemas.openxmlformats.org/officeDocument/2006/relationships/image" Target="../media/image212.wmf"/><Relationship Id="rId4" Type="http://schemas.openxmlformats.org/officeDocument/2006/relationships/image" Target="../media/image209.wmf"/><Relationship Id="rId9" Type="http://schemas.openxmlformats.org/officeDocument/2006/relationships/oleObject" Target="../embeddings/oleObject226.bin"/><Relationship Id="rId14" Type="http://schemas.openxmlformats.org/officeDocument/2006/relationships/image" Target="../media/image214.wmf"/></Relationships>
</file>

<file path=ppt/slides/_rels/slide49.xml.rels><?xml version="1.0" encoding="UTF-8" standalone="yes"?>
<Relationships xmlns="http://schemas.openxmlformats.org/package/2006/relationships"><Relationship Id="rId8" Type="http://schemas.openxmlformats.org/officeDocument/2006/relationships/image" Target="../media/image218.wmf"/><Relationship Id="rId13" Type="http://schemas.openxmlformats.org/officeDocument/2006/relationships/oleObject" Target="../embeddings/oleObject236.bin"/><Relationship Id="rId3" Type="http://schemas.openxmlformats.org/officeDocument/2006/relationships/oleObject" Target="../embeddings/oleObject231.bin"/><Relationship Id="rId7" Type="http://schemas.openxmlformats.org/officeDocument/2006/relationships/oleObject" Target="../embeddings/oleObject233.bin"/><Relationship Id="rId12" Type="http://schemas.openxmlformats.org/officeDocument/2006/relationships/image" Target="../media/image220.wmf"/><Relationship Id="rId2" Type="http://schemas.openxmlformats.org/officeDocument/2006/relationships/slideLayout" Target="../slideLayouts/slideLayout7.xml"/><Relationship Id="rId16" Type="http://schemas.openxmlformats.org/officeDocument/2006/relationships/image" Target="../media/image222.wmf"/><Relationship Id="rId1" Type="http://schemas.openxmlformats.org/officeDocument/2006/relationships/vmlDrawing" Target="../drawings/vmlDrawing40.vml"/><Relationship Id="rId6" Type="http://schemas.openxmlformats.org/officeDocument/2006/relationships/image" Target="../media/image217.wmf"/><Relationship Id="rId11" Type="http://schemas.openxmlformats.org/officeDocument/2006/relationships/oleObject" Target="../embeddings/oleObject235.bin"/><Relationship Id="rId5" Type="http://schemas.openxmlformats.org/officeDocument/2006/relationships/oleObject" Target="../embeddings/oleObject232.bin"/><Relationship Id="rId15" Type="http://schemas.openxmlformats.org/officeDocument/2006/relationships/oleObject" Target="../embeddings/oleObject237.bin"/><Relationship Id="rId10" Type="http://schemas.openxmlformats.org/officeDocument/2006/relationships/image" Target="../media/image219.wmf"/><Relationship Id="rId4" Type="http://schemas.openxmlformats.org/officeDocument/2006/relationships/image" Target="../media/image209.wmf"/><Relationship Id="rId9" Type="http://schemas.openxmlformats.org/officeDocument/2006/relationships/oleObject" Target="../embeddings/oleObject234.bin"/><Relationship Id="rId14" Type="http://schemas.openxmlformats.org/officeDocument/2006/relationships/image" Target="../media/image221.wmf"/></Relationships>
</file>

<file path=ppt/slides/_rels/slide50.xml.rels><?xml version="1.0" encoding="UTF-8" standalone="yes"?>
<Relationships xmlns="http://schemas.openxmlformats.org/package/2006/relationships"><Relationship Id="rId8" Type="http://schemas.openxmlformats.org/officeDocument/2006/relationships/image" Target="../media/image225.wmf"/><Relationship Id="rId13" Type="http://schemas.openxmlformats.org/officeDocument/2006/relationships/oleObject" Target="../embeddings/oleObject243.bin"/><Relationship Id="rId18" Type="http://schemas.openxmlformats.org/officeDocument/2006/relationships/image" Target="../media/image230.wmf"/><Relationship Id="rId3" Type="http://schemas.openxmlformats.org/officeDocument/2006/relationships/oleObject" Target="../embeddings/oleObject238.bin"/><Relationship Id="rId7" Type="http://schemas.openxmlformats.org/officeDocument/2006/relationships/oleObject" Target="../embeddings/oleObject240.bin"/><Relationship Id="rId12" Type="http://schemas.openxmlformats.org/officeDocument/2006/relationships/image" Target="../media/image227.wmf"/><Relationship Id="rId17" Type="http://schemas.openxmlformats.org/officeDocument/2006/relationships/oleObject" Target="../embeddings/oleObject245.bin"/><Relationship Id="rId2" Type="http://schemas.openxmlformats.org/officeDocument/2006/relationships/slideLayout" Target="../slideLayouts/slideLayout7.xml"/><Relationship Id="rId16" Type="http://schemas.openxmlformats.org/officeDocument/2006/relationships/image" Target="../media/image229.wmf"/><Relationship Id="rId20" Type="http://schemas.openxmlformats.org/officeDocument/2006/relationships/image" Target="../media/image231.wmf"/><Relationship Id="rId1" Type="http://schemas.openxmlformats.org/officeDocument/2006/relationships/vmlDrawing" Target="../drawings/vmlDrawing41.vml"/><Relationship Id="rId6" Type="http://schemas.openxmlformats.org/officeDocument/2006/relationships/image" Target="../media/image224.wmf"/><Relationship Id="rId11" Type="http://schemas.openxmlformats.org/officeDocument/2006/relationships/oleObject" Target="../embeddings/oleObject242.bin"/><Relationship Id="rId5" Type="http://schemas.openxmlformats.org/officeDocument/2006/relationships/oleObject" Target="../embeddings/oleObject239.bin"/><Relationship Id="rId15" Type="http://schemas.openxmlformats.org/officeDocument/2006/relationships/oleObject" Target="../embeddings/oleObject244.bin"/><Relationship Id="rId10" Type="http://schemas.openxmlformats.org/officeDocument/2006/relationships/image" Target="../media/image226.wmf"/><Relationship Id="rId19" Type="http://schemas.openxmlformats.org/officeDocument/2006/relationships/oleObject" Target="../embeddings/oleObject246.bin"/><Relationship Id="rId4" Type="http://schemas.openxmlformats.org/officeDocument/2006/relationships/image" Target="../media/image223.wmf"/><Relationship Id="rId9" Type="http://schemas.openxmlformats.org/officeDocument/2006/relationships/oleObject" Target="../embeddings/oleObject241.bin"/><Relationship Id="rId14" Type="http://schemas.openxmlformats.org/officeDocument/2006/relationships/image" Target="../media/image228.wmf"/></Relationships>
</file>

<file path=ppt/slides/_rels/slide51.xml.rels><?xml version="1.0" encoding="UTF-8" standalone="yes"?>
<Relationships xmlns="http://schemas.openxmlformats.org/package/2006/relationships"><Relationship Id="rId2" Type="http://schemas.openxmlformats.org/officeDocument/2006/relationships/image" Target="../media/image232.wmf"/><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247.bin"/><Relationship Id="rId2" Type="http://schemas.openxmlformats.org/officeDocument/2006/relationships/slideLayout" Target="../slideLayouts/slideLayout7.xml"/><Relationship Id="rId1" Type="http://schemas.openxmlformats.org/officeDocument/2006/relationships/vmlDrawing" Target="../drawings/vmlDrawing42.vml"/><Relationship Id="rId6" Type="http://schemas.openxmlformats.org/officeDocument/2006/relationships/image" Target="../media/image234.wmf"/><Relationship Id="rId5" Type="http://schemas.openxmlformats.org/officeDocument/2006/relationships/oleObject" Target="../embeddings/oleObject248.bin"/><Relationship Id="rId4" Type="http://schemas.openxmlformats.org/officeDocument/2006/relationships/image" Target="../media/image233.wmf"/></Relationships>
</file>

<file path=ppt/slides/_rels/slide53.xml.rels><?xml version="1.0" encoding="UTF-8" standalone="yes"?>
<Relationships xmlns="http://schemas.openxmlformats.org/package/2006/relationships"><Relationship Id="rId8" Type="http://schemas.openxmlformats.org/officeDocument/2006/relationships/image" Target="../media/image170.wmf"/><Relationship Id="rId13" Type="http://schemas.openxmlformats.org/officeDocument/2006/relationships/oleObject" Target="../embeddings/oleObject254.bin"/><Relationship Id="rId18" Type="http://schemas.openxmlformats.org/officeDocument/2006/relationships/image" Target="../media/image180.wmf"/><Relationship Id="rId3" Type="http://schemas.openxmlformats.org/officeDocument/2006/relationships/oleObject" Target="../embeddings/oleObject249.bin"/><Relationship Id="rId7" Type="http://schemas.openxmlformats.org/officeDocument/2006/relationships/oleObject" Target="../embeddings/oleObject251.bin"/><Relationship Id="rId12" Type="http://schemas.openxmlformats.org/officeDocument/2006/relationships/image" Target="../media/image177.wmf"/><Relationship Id="rId17" Type="http://schemas.openxmlformats.org/officeDocument/2006/relationships/oleObject" Target="../embeddings/oleObject256.bin"/><Relationship Id="rId2" Type="http://schemas.openxmlformats.org/officeDocument/2006/relationships/slideLayout" Target="../slideLayouts/slideLayout7.xml"/><Relationship Id="rId16" Type="http://schemas.openxmlformats.org/officeDocument/2006/relationships/image" Target="../media/image179.wmf"/><Relationship Id="rId1" Type="http://schemas.openxmlformats.org/officeDocument/2006/relationships/vmlDrawing" Target="../drawings/vmlDrawing43.vml"/><Relationship Id="rId6" Type="http://schemas.openxmlformats.org/officeDocument/2006/relationships/image" Target="../media/image175.wmf"/><Relationship Id="rId11" Type="http://schemas.openxmlformats.org/officeDocument/2006/relationships/oleObject" Target="../embeddings/oleObject253.bin"/><Relationship Id="rId5" Type="http://schemas.openxmlformats.org/officeDocument/2006/relationships/oleObject" Target="../embeddings/oleObject250.bin"/><Relationship Id="rId15" Type="http://schemas.openxmlformats.org/officeDocument/2006/relationships/oleObject" Target="../embeddings/oleObject255.bin"/><Relationship Id="rId10" Type="http://schemas.openxmlformats.org/officeDocument/2006/relationships/image" Target="../media/image176.wmf"/><Relationship Id="rId4" Type="http://schemas.openxmlformats.org/officeDocument/2006/relationships/image" Target="../media/image174.wmf"/><Relationship Id="rId9" Type="http://schemas.openxmlformats.org/officeDocument/2006/relationships/oleObject" Target="../embeddings/oleObject252.bin"/><Relationship Id="rId14" Type="http://schemas.openxmlformats.org/officeDocument/2006/relationships/image" Target="../media/image178.wmf"/></Relationships>
</file>

<file path=ppt/slides/_rels/slide54.xml.rels><?xml version="1.0" encoding="UTF-8" standalone="yes"?>
<Relationships xmlns="http://schemas.openxmlformats.org/package/2006/relationships"><Relationship Id="rId8" Type="http://schemas.openxmlformats.org/officeDocument/2006/relationships/image" Target="../media/image181.wmf"/><Relationship Id="rId3" Type="http://schemas.openxmlformats.org/officeDocument/2006/relationships/oleObject" Target="../embeddings/oleObject257.bin"/><Relationship Id="rId7" Type="http://schemas.openxmlformats.org/officeDocument/2006/relationships/oleObject" Target="../embeddings/oleObject259.bin"/><Relationship Id="rId2" Type="http://schemas.openxmlformats.org/officeDocument/2006/relationships/slideLayout" Target="../slideLayouts/slideLayout7.xml"/><Relationship Id="rId1" Type="http://schemas.openxmlformats.org/officeDocument/2006/relationships/vmlDrawing" Target="../drawings/vmlDrawing44.vml"/><Relationship Id="rId6" Type="http://schemas.openxmlformats.org/officeDocument/2006/relationships/image" Target="../media/image180.wmf"/><Relationship Id="rId5" Type="http://schemas.openxmlformats.org/officeDocument/2006/relationships/oleObject" Target="../embeddings/oleObject258.bin"/><Relationship Id="rId4" Type="http://schemas.openxmlformats.org/officeDocument/2006/relationships/image" Target="../media/image174.wmf"/></Relationships>
</file>

<file path=ppt/slides/_rels/slide55.xml.rels><?xml version="1.0" encoding="UTF-8" standalone="yes"?>
<Relationships xmlns="http://schemas.openxmlformats.org/package/2006/relationships"><Relationship Id="rId8" Type="http://schemas.openxmlformats.org/officeDocument/2006/relationships/image" Target="../media/image237.wmf"/><Relationship Id="rId13" Type="http://schemas.openxmlformats.org/officeDocument/2006/relationships/oleObject" Target="../embeddings/oleObject265.bin"/><Relationship Id="rId3" Type="http://schemas.openxmlformats.org/officeDocument/2006/relationships/oleObject" Target="../embeddings/oleObject260.bin"/><Relationship Id="rId7" Type="http://schemas.openxmlformats.org/officeDocument/2006/relationships/oleObject" Target="../embeddings/oleObject262.bin"/><Relationship Id="rId12" Type="http://schemas.openxmlformats.org/officeDocument/2006/relationships/image" Target="../media/image239.wmf"/><Relationship Id="rId2" Type="http://schemas.openxmlformats.org/officeDocument/2006/relationships/slideLayout" Target="../slideLayouts/slideLayout7.xml"/><Relationship Id="rId1" Type="http://schemas.openxmlformats.org/officeDocument/2006/relationships/vmlDrawing" Target="../drawings/vmlDrawing45.vml"/><Relationship Id="rId6" Type="http://schemas.openxmlformats.org/officeDocument/2006/relationships/image" Target="../media/image236.wmf"/><Relationship Id="rId11" Type="http://schemas.openxmlformats.org/officeDocument/2006/relationships/oleObject" Target="../embeddings/oleObject264.bin"/><Relationship Id="rId5" Type="http://schemas.openxmlformats.org/officeDocument/2006/relationships/oleObject" Target="../embeddings/oleObject261.bin"/><Relationship Id="rId15" Type="http://schemas.openxmlformats.org/officeDocument/2006/relationships/image" Target="../media/image232.wmf"/><Relationship Id="rId10" Type="http://schemas.openxmlformats.org/officeDocument/2006/relationships/image" Target="../media/image238.wmf"/><Relationship Id="rId4" Type="http://schemas.openxmlformats.org/officeDocument/2006/relationships/image" Target="../media/image235.wmf"/><Relationship Id="rId9" Type="http://schemas.openxmlformats.org/officeDocument/2006/relationships/oleObject" Target="../embeddings/oleObject263.bin"/><Relationship Id="rId14" Type="http://schemas.openxmlformats.org/officeDocument/2006/relationships/image" Target="../media/image240.wmf"/></Relationships>
</file>

<file path=ppt/slides/_rels/slide56.xml.rels><?xml version="1.0" encoding="UTF-8" standalone="yes"?>
<Relationships xmlns="http://schemas.openxmlformats.org/package/2006/relationships"><Relationship Id="rId8" Type="http://schemas.openxmlformats.org/officeDocument/2006/relationships/image" Target="../media/image240.wmf"/><Relationship Id="rId3" Type="http://schemas.openxmlformats.org/officeDocument/2006/relationships/oleObject" Target="../embeddings/oleObject266.bin"/><Relationship Id="rId7" Type="http://schemas.openxmlformats.org/officeDocument/2006/relationships/oleObject" Target="../embeddings/oleObject268.bin"/><Relationship Id="rId2" Type="http://schemas.openxmlformats.org/officeDocument/2006/relationships/slideLayout" Target="../slideLayouts/slideLayout7.xml"/><Relationship Id="rId1" Type="http://schemas.openxmlformats.org/officeDocument/2006/relationships/vmlDrawing" Target="../drawings/vmlDrawing46.vml"/><Relationship Id="rId6" Type="http://schemas.openxmlformats.org/officeDocument/2006/relationships/image" Target="../media/image236.wmf"/><Relationship Id="rId5" Type="http://schemas.openxmlformats.org/officeDocument/2006/relationships/oleObject" Target="../embeddings/oleObject267.bin"/><Relationship Id="rId4" Type="http://schemas.openxmlformats.org/officeDocument/2006/relationships/image" Target="../media/image241.wmf"/></Relationships>
</file>

<file path=ppt/slides/_rels/slide57.xml.rels><?xml version="1.0" encoding="UTF-8" standalone="yes"?>
<Relationships xmlns="http://schemas.openxmlformats.org/package/2006/relationships"><Relationship Id="rId8" Type="http://schemas.openxmlformats.org/officeDocument/2006/relationships/image" Target="../media/image244.wmf"/><Relationship Id="rId3" Type="http://schemas.openxmlformats.org/officeDocument/2006/relationships/oleObject" Target="../embeddings/oleObject269.bin"/><Relationship Id="rId7" Type="http://schemas.openxmlformats.org/officeDocument/2006/relationships/oleObject" Target="../embeddings/oleObject271.bin"/><Relationship Id="rId12" Type="http://schemas.openxmlformats.org/officeDocument/2006/relationships/image" Target="../media/image240.wmf"/><Relationship Id="rId2" Type="http://schemas.openxmlformats.org/officeDocument/2006/relationships/slideLayout" Target="../slideLayouts/slideLayout7.xml"/><Relationship Id="rId1" Type="http://schemas.openxmlformats.org/officeDocument/2006/relationships/vmlDrawing" Target="../drawings/vmlDrawing47.vml"/><Relationship Id="rId6" Type="http://schemas.openxmlformats.org/officeDocument/2006/relationships/image" Target="../media/image243.wmf"/><Relationship Id="rId11" Type="http://schemas.openxmlformats.org/officeDocument/2006/relationships/oleObject" Target="../embeddings/oleObject273.bin"/><Relationship Id="rId5" Type="http://schemas.openxmlformats.org/officeDocument/2006/relationships/oleObject" Target="../embeddings/oleObject270.bin"/><Relationship Id="rId10" Type="http://schemas.openxmlformats.org/officeDocument/2006/relationships/image" Target="../media/image245.wmf"/><Relationship Id="rId4" Type="http://schemas.openxmlformats.org/officeDocument/2006/relationships/image" Target="../media/image242.wmf"/><Relationship Id="rId9" Type="http://schemas.openxmlformats.org/officeDocument/2006/relationships/oleObject" Target="../embeddings/oleObject272.bin"/></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274.bin"/><Relationship Id="rId2" Type="http://schemas.openxmlformats.org/officeDocument/2006/relationships/slideLayout" Target="../slideLayouts/slideLayout7.xml"/><Relationship Id="rId1" Type="http://schemas.openxmlformats.org/officeDocument/2006/relationships/vmlDrawing" Target="../drawings/vmlDrawing48.vml"/><Relationship Id="rId4" Type="http://schemas.openxmlformats.org/officeDocument/2006/relationships/image" Target="../media/image246.png"/></Relationships>
</file>

<file path=ppt/slides/_rels/slide59.xml.rels><?xml version="1.0" encoding="UTF-8" standalone="yes"?>
<Relationships xmlns="http://schemas.openxmlformats.org/package/2006/relationships"><Relationship Id="rId8" Type="http://schemas.openxmlformats.org/officeDocument/2006/relationships/image" Target="../media/image249.wmf"/><Relationship Id="rId13" Type="http://schemas.openxmlformats.org/officeDocument/2006/relationships/oleObject" Target="../embeddings/oleObject280.bin"/><Relationship Id="rId3" Type="http://schemas.openxmlformats.org/officeDocument/2006/relationships/oleObject" Target="../embeddings/oleObject275.bin"/><Relationship Id="rId7" Type="http://schemas.openxmlformats.org/officeDocument/2006/relationships/oleObject" Target="../embeddings/oleObject277.bin"/><Relationship Id="rId12" Type="http://schemas.openxmlformats.org/officeDocument/2006/relationships/image" Target="../media/image251.wmf"/><Relationship Id="rId2" Type="http://schemas.openxmlformats.org/officeDocument/2006/relationships/slideLayout" Target="../slideLayouts/slideLayout7.xml"/><Relationship Id="rId1" Type="http://schemas.openxmlformats.org/officeDocument/2006/relationships/vmlDrawing" Target="../drawings/vmlDrawing49.vml"/><Relationship Id="rId6" Type="http://schemas.openxmlformats.org/officeDocument/2006/relationships/image" Target="../media/image248.wmf"/><Relationship Id="rId11" Type="http://schemas.openxmlformats.org/officeDocument/2006/relationships/oleObject" Target="../embeddings/oleObject279.bin"/><Relationship Id="rId5" Type="http://schemas.openxmlformats.org/officeDocument/2006/relationships/oleObject" Target="../embeddings/oleObject276.bin"/><Relationship Id="rId10" Type="http://schemas.openxmlformats.org/officeDocument/2006/relationships/image" Target="../media/image250.wmf"/><Relationship Id="rId4" Type="http://schemas.openxmlformats.org/officeDocument/2006/relationships/image" Target="../media/image247.wmf"/><Relationship Id="rId9" Type="http://schemas.openxmlformats.org/officeDocument/2006/relationships/oleObject" Target="../embeddings/oleObject278.bin"/><Relationship Id="rId14" Type="http://schemas.openxmlformats.org/officeDocument/2006/relationships/image" Target="../media/image252.wmf"/></Relationships>
</file>

<file path=ppt/slides/_rels/slide60.xml.rels><?xml version="1.0" encoding="UTF-8" standalone="yes"?>
<Relationships xmlns="http://schemas.openxmlformats.org/package/2006/relationships"><Relationship Id="rId8" Type="http://schemas.openxmlformats.org/officeDocument/2006/relationships/image" Target="../media/image254.wmf"/><Relationship Id="rId13" Type="http://schemas.openxmlformats.org/officeDocument/2006/relationships/oleObject" Target="../embeddings/oleObject286.bin"/><Relationship Id="rId3" Type="http://schemas.openxmlformats.org/officeDocument/2006/relationships/oleObject" Target="../embeddings/oleObject281.bin"/><Relationship Id="rId7" Type="http://schemas.openxmlformats.org/officeDocument/2006/relationships/oleObject" Target="../embeddings/oleObject283.bin"/><Relationship Id="rId12" Type="http://schemas.openxmlformats.org/officeDocument/2006/relationships/image" Target="../media/image183.wmf"/><Relationship Id="rId2" Type="http://schemas.openxmlformats.org/officeDocument/2006/relationships/slideLayout" Target="../slideLayouts/slideLayout7.xml"/><Relationship Id="rId16" Type="http://schemas.openxmlformats.org/officeDocument/2006/relationships/image" Target="../media/image185.wmf"/><Relationship Id="rId1" Type="http://schemas.openxmlformats.org/officeDocument/2006/relationships/vmlDrawing" Target="../drawings/vmlDrawing50.vml"/><Relationship Id="rId6" Type="http://schemas.openxmlformats.org/officeDocument/2006/relationships/image" Target="../media/image247.wmf"/><Relationship Id="rId11" Type="http://schemas.openxmlformats.org/officeDocument/2006/relationships/oleObject" Target="../embeddings/oleObject285.bin"/><Relationship Id="rId5" Type="http://schemas.openxmlformats.org/officeDocument/2006/relationships/oleObject" Target="../embeddings/oleObject282.bin"/><Relationship Id="rId15" Type="http://schemas.openxmlformats.org/officeDocument/2006/relationships/oleObject" Target="../embeddings/oleObject287.bin"/><Relationship Id="rId10" Type="http://schemas.openxmlformats.org/officeDocument/2006/relationships/image" Target="../media/image182.wmf"/><Relationship Id="rId4" Type="http://schemas.openxmlformats.org/officeDocument/2006/relationships/image" Target="../media/image253.wmf"/><Relationship Id="rId9" Type="http://schemas.openxmlformats.org/officeDocument/2006/relationships/oleObject" Target="../embeddings/oleObject284.bin"/><Relationship Id="rId14" Type="http://schemas.openxmlformats.org/officeDocument/2006/relationships/image" Target="../media/image184.wmf"/></Relationships>
</file>

<file path=ppt/slides/_rels/slide61.xml.rels><?xml version="1.0" encoding="UTF-8" standalone="yes"?>
<Relationships xmlns="http://schemas.openxmlformats.org/package/2006/relationships"><Relationship Id="rId8" Type="http://schemas.openxmlformats.org/officeDocument/2006/relationships/image" Target="../media/image188.wmf"/><Relationship Id="rId3" Type="http://schemas.openxmlformats.org/officeDocument/2006/relationships/oleObject" Target="../embeddings/oleObject288.bin"/><Relationship Id="rId7" Type="http://schemas.openxmlformats.org/officeDocument/2006/relationships/oleObject" Target="../embeddings/oleObject290.bin"/><Relationship Id="rId2" Type="http://schemas.openxmlformats.org/officeDocument/2006/relationships/slideLayout" Target="../slideLayouts/slideLayout7.xml"/><Relationship Id="rId1" Type="http://schemas.openxmlformats.org/officeDocument/2006/relationships/vmlDrawing" Target="../drawings/vmlDrawing51.vml"/><Relationship Id="rId6" Type="http://schemas.openxmlformats.org/officeDocument/2006/relationships/image" Target="../media/image187.wmf"/><Relationship Id="rId5" Type="http://schemas.openxmlformats.org/officeDocument/2006/relationships/oleObject" Target="../embeddings/oleObject289.bin"/><Relationship Id="rId10" Type="http://schemas.openxmlformats.org/officeDocument/2006/relationships/image" Target="../media/image189.wmf"/><Relationship Id="rId4" Type="http://schemas.openxmlformats.org/officeDocument/2006/relationships/image" Target="../media/image186.wmf"/><Relationship Id="rId9" Type="http://schemas.openxmlformats.org/officeDocument/2006/relationships/oleObject" Target="../embeddings/oleObject291.bin"/></Relationships>
</file>

<file path=ppt/slides/_rels/slide62.xml.rels><?xml version="1.0" encoding="UTF-8" standalone="yes"?>
<Relationships xmlns="http://schemas.openxmlformats.org/package/2006/relationships"><Relationship Id="rId8" Type="http://schemas.openxmlformats.org/officeDocument/2006/relationships/image" Target="../media/image253.wmf"/><Relationship Id="rId3" Type="http://schemas.openxmlformats.org/officeDocument/2006/relationships/oleObject" Target="../embeddings/oleObject292.bin"/><Relationship Id="rId7" Type="http://schemas.openxmlformats.org/officeDocument/2006/relationships/oleObject" Target="../embeddings/oleObject294.bin"/><Relationship Id="rId12" Type="http://schemas.openxmlformats.org/officeDocument/2006/relationships/image" Target="../media/image257.wmf"/><Relationship Id="rId2" Type="http://schemas.openxmlformats.org/officeDocument/2006/relationships/slideLayout" Target="../slideLayouts/slideLayout7.xml"/><Relationship Id="rId1" Type="http://schemas.openxmlformats.org/officeDocument/2006/relationships/vmlDrawing" Target="../drawings/vmlDrawing52.vml"/><Relationship Id="rId6" Type="http://schemas.openxmlformats.org/officeDocument/2006/relationships/image" Target="../media/image256.wmf"/><Relationship Id="rId11" Type="http://schemas.openxmlformats.org/officeDocument/2006/relationships/oleObject" Target="../embeddings/oleObject296.bin"/><Relationship Id="rId5" Type="http://schemas.openxmlformats.org/officeDocument/2006/relationships/oleObject" Target="../embeddings/oleObject293.bin"/><Relationship Id="rId10" Type="http://schemas.openxmlformats.org/officeDocument/2006/relationships/image" Target="../media/image247.wmf"/><Relationship Id="rId4" Type="http://schemas.openxmlformats.org/officeDocument/2006/relationships/image" Target="../media/image255.wmf"/><Relationship Id="rId9" Type="http://schemas.openxmlformats.org/officeDocument/2006/relationships/oleObject" Target="../embeddings/oleObject295.bin"/></Relationships>
</file>

<file path=ppt/slides/_rels/slide63.xml.rels><?xml version="1.0" encoding="UTF-8" standalone="yes"?>
<Relationships xmlns="http://schemas.openxmlformats.org/package/2006/relationships"><Relationship Id="rId8" Type="http://schemas.openxmlformats.org/officeDocument/2006/relationships/image" Target="../media/image260.wmf"/><Relationship Id="rId3" Type="http://schemas.openxmlformats.org/officeDocument/2006/relationships/oleObject" Target="../embeddings/oleObject297.bin"/><Relationship Id="rId7" Type="http://schemas.openxmlformats.org/officeDocument/2006/relationships/oleObject" Target="../embeddings/oleObject299.bin"/><Relationship Id="rId2" Type="http://schemas.openxmlformats.org/officeDocument/2006/relationships/slideLayout" Target="../slideLayouts/slideLayout7.xml"/><Relationship Id="rId1" Type="http://schemas.openxmlformats.org/officeDocument/2006/relationships/vmlDrawing" Target="../drawings/vmlDrawing53.vml"/><Relationship Id="rId6" Type="http://schemas.openxmlformats.org/officeDocument/2006/relationships/image" Target="../media/image259.wmf"/><Relationship Id="rId5" Type="http://schemas.openxmlformats.org/officeDocument/2006/relationships/oleObject" Target="../embeddings/oleObject298.bin"/><Relationship Id="rId4" Type="http://schemas.openxmlformats.org/officeDocument/2006/relationships/image" Target="../media/image258.wmf"/></Relationships>
</file>

<file path=ppt/slides/_rels/slide64.xml.rels><?xml version="1.0" encoding="UTF-8" standalone="yes"?>
<Relationships xmlns="http://schemas.openxmlformats.org/package/2006/relationships"><Relationship Id="rId8" Type="http://schemas.openxmlformats.org/officeDocument/2006/relationships/image" Target="../media/image263.wmf"/><Relationship Id="rId13" Type="http://schemas.openxmlformats.org/officeDocument/2006/relationships/oleObject" Target="../embeddings/oleObject305.bin"/><Relationship Id="rId18" Type="http://schemas.openxmlformats.org/officeDocument/2006/relationships/image" Target="../media/image268.wmf"/><Relationship Id="rId26" Type="http://schemas.openxmlformats.org/officeDocument/2006/relationships/image" Target="../media/image272.wmf"/><Relationship Id="rId3" Type="http://schemas.openxmlformats.org/officeDocument/2006/relationships/oleObject" Target="../embeddings/oleObject300.bin"/><Relationship Id="rId21" Type="http://schemas.openxmlformats.org/officeDocument/2006/relationships/oleObject" Target="../embeddings/oleObject309.bin"/><Relationship Id="rId7" Type="http://schemas.openxmlformats.org/officeDocument/2006/relationships/oleObject" Target="../embeddings/oleObject302.bin"/><Relationship Id="rId12" Type="http://schemas.openxmlformats.org/officeDocument/2006/relationships/image" Target="../media/image265.wmf"/><Relationship Id="rId17" Type="http://schemas.openxmlformats.org/officeDocument/2006/relationships/oleObject" Target="../embeddings/oleObject307.bin"/><Relationship Id="rId25" Type="http://schemas.openxmlformats.org/officeDocument/2006/relationships/oleObject" Target="../embeddings/oleObject311.bin"/><Relationship Id="rId2" Type="http://schemas.openxmlformats.org/officeDocument/2006/relationships/slideLayout" Target="../slideLayouts/slideLayout7.xml"/><Relationship Id="rId16" Type="http://schemas.openxmlformats.org/officeDocument/2006/relationships/image" Target="../media/image267.wmf"/><Relationship Id="rId20" Type="http://schemas.openxmlformats.org/officeDocument/2006/relationships/image" Target="../media/image269.wmf"/><Relationship Id="rId29" Type="http://schemas.openxmlformats.org/officeDocument/2006/relationships/oleObject" Target="../embeddings/oleObject313.bin"/><Relationship Id="rId1" Type="http://schemas.openxmlformats.org/officeDocument/2006/relationships/vmlDrawing" Target="../drawings/vmlDrawing54.vml"/><Relationship Id="rId6" Type="http://schemas.openxmlformats.org/officeDocument/2006/relationships/image" Target="../media/image262.wmf"/><Relationship Id="rId11" Type="http://schemas.openxmlformats.org/officeDocument/2006/relationships/oleObject" Target="../embeddings/oleObject304.bin"/><Relationship Id="rId24" Type="http://schemas.openxmlformats.org/officeDocument/2006/relationships/image" Target="../media/image271.wmf"/><Relationship Id="rId5" Type="http://schemas.openxmlformats.org/officeDocument/2006/relationships/oleObject" Target="../embeddings/oleObject301.bin"/><Relationship Id="rId15" Type="http://schemas.openxmlformats.org/officeDocument/2006/relationships/oleObject" Target="../embeddings/oleObject306.bin"/><Relationship Id="rId23" Type="http://schemas.openxmlformats.org/officeDocument/2006/relationships/oleObject" Target="../embeddings/oleObject310.bin"/><Relationship Id="rId28" Type="http://schemas.openxmlformats.org/officeDocument/2006/relationships/image" Target="../media/image273.wmf"/><Relationship Id="rId10" Type="http://schemas.openxmlformats.org/officeDocument/2006/relationships/image" Target="../media/image264.wmf"/><Relationship Id="rId19" Type="http://schemas.openxmlformats.org/officeDocument/2006/relationships/oleObject" Target="../embeddings/oleObject308.bin"/><Relationship Id="rId4" Type="http://schemas.openxmlformats.org/officeDocument/2006/relationships/image" Target="../media/image261.wmf"/><Relationship Id="rId9" Type="http://schemas.openxmlformats.org/officeDocument/2006/relationships/oleObject" Target="../embeddings/oleObject303.bin"/><Relationship Id="rId14" Type="http://schemas.openxmlformats.org/officeDocument/2006/relationships/image" Target="../media/image266.wmf"/><Relationship Id="rId22" Type="http://schemas.openxmlformats.org/officeDocument/2006/relationships/image" Target="../media/image270.wmf"/><Relationship Id="rId27" Type="http://schemas.openxmlformats.org/officeDocument/2006/relationships/oleObject" Target="../embeddings/oleObject312.bin"/><Relationship Id="rId30" Type="http://schemas.openxmlformats.org/officeDocument/2006/relationships/image" Target="../media/image274.wmf"/></Relationships>
</file>

<file path=ppt/slides/_rels/slide65.xml.rels><?xml version="1.0" encoding="UTF-8" standalone="yes"?>
<Relationships xmlns="http://schemas.openxmlformats.org/package/2006/relationships"><Relationship Id="rId8" Type="http://schemas.openxmlformats.org/officeDocument/2006/relationships/image" Target="../media/image247.wmf"/><Relationship Id="rId13" Type="http://schemas.openxmlformats.org/officeDocument/2006/relationships/oleObject" Target="../embeddings/oleObject319.bin"/><Relationship Id="rId18" Type="http://schemas.openxmlformats.org/officeDocument/2006/relationships/image" Target="../media/image280.wmf"/><Relationship Id="rId26" Type="http://schemas.openxmlformats.org/officeDocument/2006/relationships/image" Target="../media/image284.wmf"/><Relationship Id="rId3" Type="http://schemas.openxmlformats.org/officeDocument/2006/relationships/oleObject" Target="../embeddings/oleObject314.bin"/><Relationship Id="rId21" Type="http://schemas.openxmlformats.org/officeDocument/2006/relationships/oleObject" Target="../embeddings/oleObject323.bin"/><Relationship Id="rId7" Type="http://schemas.openxmlformats.org/officeDocument/2006/relationships/oleObject" Target="../embeddings/oleObject316.bin"/><Relationship Id="rId12" Type="http://schemas.openxmlformats.org/officeDocument/2006/relationships/image" Target="../media/image277.wmf"/><Relationship Id="rId17" Type="http://schemas.openxmlformats.org/officeDocument/2006/relationships/oleObject" Target="../embeddings/oleObject321.bin"/><Relationship Id="rId25" Type="http://schemas.openxmlformats.org/officeDocument/2006/relationships/oleObject" Target="../embeddings/oleObject325.bin"/><Relationship Id="rId2" Type="http://schemas.openxmlformats.org/officeDocument/2006/relationships/slideLayout" Target="../slideLayouts/slideLayout7.xml"/><Relationship Id="rId16" Type="http://schemas.openxmlformats.org/officeDocument/2006/relationships/image" Target="../media/image279.wmf"/><Relationship Id="rId20" Type="http://schemas.openxmlformats.org/officeDocument/2006/relationships/image" Target="../media/image281.wmf"/><Relationship Id="rId29" Type="http://schemas.openxmlformats.org/officeDocument/2006/relationships/oleObject" Target="../embeddings/oleObject327.bin"/><Relationship Id="rId1" Type="http://schemas.openxmlformats.org/officeDocument/2006/relationships/vmlDrawing" Target="../drawings/vmlDrawing55.vml"/><Relationship Id="rId6" Type="http://schemas.openxmlformats.org/officeDocument/2006/relationships/image" Target="../media/image253.wmf"/><Relationship Id="rId11" Type="http://schemas.openxmlformats.org/officeDocument/2006/relationships/oleObject" Target="../embeddings/oleObject318.bin"/><Relationship Id="rId24" Type="http://schemas.openxmlformats.org/officeDocument/2006/relationships/image" Target="../media/image283.wmf"/><Relationship Id="rId32" Type="http://schemas.openxmlformats.org/officeDocument/2006/relationships/image" Target="../media/image287.wmf"/><Relationship Id="rId5" Type="http://schemas.openxmlformats.org/officeDocument/2006/relationships/oleObject" Target="../embeddings/oleObject315.bin"/><Relationship Id="rId15" Type="http://schemas.openxmlformats.org/officeDocument/2006/relationships/oleObject" Target="../embeddings/oleObject320.bin"/><Relationship Id="rId23" Type="http://schemas.openxmlformats.org/officeDocument/2006/relationships/oleObject" Target="../embeddings/oleObject324.bin"/><Relationship Id="rId28" Type="http://schemas.openxmlformats.org/officeDocument/2006/relationships/image" Target="../media/image285.wmf"/><Relationship Id="rId10" Type="http://schemas.openxmlformats.org/officeDocument/2006/relationships/image" Target="../media/image276.wmf"/><Relationship Id="rId19" Type="http://schemas.openxmlformats.org/officeDocument/2006/relationships/oleObject" Target="../embeddings/oleObject322.bin"/><Relationship Id="rId31" Type="http://schemas.openxmlformats.org/officeDocument/2006/relationships/oleObject" Target="../embeddings/oleObject328.bin"/><Relationship Id="rId4" Type="http://schemas.openxmlformats.org/officeDocument/2006/relationships/image" Target="../media/image275.wmf"/><Relationship Id="rId9" Type="http://schemas.openxmlformats.org/officeDocument/2006/relationships/oleObject" Target="../embeddings/oleObject317.bin"/><Relationship Id="rId14" Type="http://schemas.openxmlformats.org/officeDocument/2006/relationships/image" Target="../media/image278.wmf"/><Relationship Id="rId22" Type="http://schemas.openxmlformats.org/officeDocument/2006/relationships/image" Target="../media/image282.wmf"/><Relationship Id="rId27" Type="http://schemas.openxmlformats.org/officeDocument/2006/relationships/oleObject" Target="../embeddings/oleObject326.bin"/><Relationship Id="rId30" Type="http://schemas.openxmlformats.org/officeDocument/2006/relationships/image" Target="../media/image286.wmf"/></Relationships>
</file>

<file path=ppt/slides/_rels/slide66.xml.rels><?xml version="1.0" encoding="UTF-8" standalone="yes"?>
<Relationships xmlns="http://schemas.openxmlformats.org/package/2006/relationships"><Relationship Id="rId13" Type="http://schemas.openxmlformats.org/officeDocument/2006/relationships/oleObject" Target="../embeddings/oleObject334.bin"/><Relationship Id="rId18" Type="http://schemas.openxmlformats.org/officeDocument/2006/relationships/image" Target="../media/image288.wmf"/><Relationship Id="rId26" Type="http://schemas.openxmlformats.org/officeDocument/2006/relationships/oleObject" Target="../embeddings/oleObject342.bin"/><Relationship Id="rId39" Type="http://schemas.openxmlformats.org/officeDocument/2006/relationships/oleObject" Target="../embeddings/oleObject354.bin"/><Relationship Id="rId21" Type="http://schemas.openxmlformats.org/officeDocument/2006/relationships/oleObject" Target="../embeddings/oleObject338.bin"/><Relationship Id="rId34" Type="http://schemas.openxmlformats.org/officeDocument/2006/relationships/oleObject" Target="../embeddings/oleObject349.bin"/><Relationship Id="rId42" Type="http://schemas.openxmlformats.org/officeDocument/2006/relationships/oleObject" Target="../embeddings/oleObject357.bin"/><Relationship Id="rId7" Type="http://schemas.openxmlformats.org/officeDocument/2006/relationships/oleObject" Target="../embeddings/oleObject331.bin"/><Relationship Id="rId2" Type="http://schemas.openxmlformats.org/officeDocument/2006/relationships/slideLayout" Target="../slideLayouts/slideLayout7.xml"/><Relationship Id="rId16" Type="http://schemas.openxmlformats.org/officeDocument/2006/relationships/image" Target="../media/image285.wmf"/><Relationship Id="rId20" Type="http://schemas.openxmlformats.org/officeDocument/2006/relationships/image" Target="../media/image289.wmf"/><Relationship Id="rId29" Type="http://schemas.openxmlformats.org/officeDocument/2006/relationships/image" Target="../media/image291.wmf"/><Relationship Id="rId41" Type="http://schemas.openxmlformats.org/officeDocument/2006/relationships/oleObject" Target="../embeddings/oleObject356.bin"/><Relationship Id="rId1" Type="http://schemas.openxmlformats.org/officeDocument/2006/relationships/vmlDrawing" Target="../drawings/vmlDrawing56.vml"/><Relationship Id="rId6" Type="http://schemas.openxmlformats.org/officeDocument/2006/relationships/image" Target="../media/image287.wmf"/><Relationship Id="rId11" Type="http://schemas.openxmlformats.org/officeDocument/2006/relationships/oleObject" Target="../embeddings/oleObject333.bin"/><Relationship Id="rId24" Type="http://schemas.openxmlformats.org/officeDocument/2006/relationships/oleObject" Target="../embeddings/oleObject340.bin"/><Relationship Id="rId32" Type="http://schemas.openxmlformats.org/officeDocument/2006/relationships/oleObject" Target="../embeddings/oleObject347.bin"/><Relationship Id="rId37" Type="http://schemas.openxmlformats.org/officeDocument/2006/relationships/oleObject" Target="../embeddings/oleObject352.bin"/><Relationship Id="rId40" Type="http://schemas.openxmlformats.org/officeDocument/2006/relationships/oleObject" Target="../embeddings/oleObject355.bin"/><Relationship Id="rId5" Type="http://schemas.openxmlformats.org/officeDocument/2006/relationships/oleObject" Target="../embeddings/oleObject330.bin"/><Relationship Id="rId15" Type="http://schemas.openxmlformats.org/officeDocument/2006/relationships/oleObject" Target="../embeddings/oleObject335.bin"/><Relationship Id="rId23" Type="http://schemas.openxmlformats.org/officeDocument/2006/relationships/oleObject" Target="../embeddings/oleObject339.bin"/><Relationship Id="rId28" Type="http://schemas.openxmlformats.org/officeDocument/2006/relationships/oleObject" Target="../embeddings/oleObject344.bin"/><Relationship Id="rId36" Type="http://schemas.openxmlformats.org/officeDocument/2006/relationships/oleObject" Target="../embeddings/oleObject351.bin"/><Relationship Id="rId10" Type="http://schemas.openxmlformats.org/officeDocument/2006/relationships/image" Target="../media/image281.wmf"/><Relationship Id="rId19" Type="http://schemas.openxmlformats.org/officeDocument/2006/relationships/oleObject" Target="../embeddings/oleObject337.bin"/><Relationship Id="rId31" Type="http://schemas.openxmlformats.org/officeDocument/2006/relationships/oleObject" Target="../embeddings/oleObject346.bin"/><Relationship Id="rId4" Type="http://schemas.openxmlformats.org/officeDocument/2006/relationships/image" Target="../media/image286.wmf"/><Relationship Id="rId9" Type="http://schemas.openxmlformats.org/officeDocument/2006/relationships/oleObject" Target="../embeddings/oleObject332.bin"/><Relationship Id="rId14" Type="http://schemas.openxmlformats.org/officeDocument/2006/relationships/image" Target="../media/image283.wmf"/><Relationship Id="rId22" Type="http://schemas.openxmlformats.org/officeDocument/2006/relationships/image" Target="../media/image290.wmf"/><Relationship Id="rId27" Type="http://schemas.openxmlformats.org/officeDocument/2006/relationships/oleObject" Target="../embeddings/oleObject343.bin"/><Relationship Id="rId30" Type="http://schemas.openxmlformats.org/officeDocument/2006/relationships/oleObject" Target="../embeddings/oleObject345.bin"/><Relationship Id="rId35" Type="http://schemas.openxmlformats.org/officeDocument/2006/relationships/oleObject" Target="../embeddings/oleObject350.bin"/><Relationship Id="rId43" Type="http://schemas.openxmlformats.org/officeDocument/2006/relationships/oleObject" Target="../embeddings/oleObject358.bin"/><Relationship Id="rId8" Type="http://schemas.openxmlformats.org/officeDocument/2006/relationships/image" Target="../media/image280.wmf"/><Relationship Id="rId3" Type="http://schemas.openxmlformats.org/officeDocument/2006/relationships/oleObject" Target="../embeddings/oleObject329.bin"/><Relationship Id="rId12" Type="http://schemas.openxmlformats.org/officeDocument/2006/relationships/image" Target="../media/image282.wmf"/><Relationship Id="rId17" Type="http://schemas.openxmlformats.org/officeDocument/2006/relationships/oleObject" Target="../embeddings/oleObject336.bin"/><Relationship Id="rId25" Type="http://schemas.openxmlformats.org/officeDocument/2006/relationships/oleObject" Target="../embeddings/oleObject341.bin"/><Relationship Id="rId33" Type="http://schemas.openxmlformats.org/officeDocument/2006/relationships/oleObject" Target="../embeddings/oleObject348.bin"/><Relationship Id="rId38" Type="http://schemas.openxmlformats.org/officeDocument/2006/relationships/oleObject" Target="../embeddings/oleObject353.bin"/></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oleObject" Target="../embeddings/oleObject359.bin"/><Relationship Id="rId2" Type="http://schemas.openxmlformats.org/officeDocument/2006/relationships/slideLayout" Target="../slideLayouts/slideLayout7.xml"/><Relationship Id="rId1" Type="http://schemas.openxmlformats.org/officeDocument/2006/relationships/vmlDrawing" Target="../drawings/vmlDrawing57.vml"/><Relationship Id="rId4" Type="http://schemas.openxmlformats.org/officeDocument/2006/relationships/image" Target="../media/image292.png"/></Relationships>
</file>

<file path=ppt/slides/_rels/slide69.xml.rels><?xml version="1.0" encoding="UTF-8" standalone="yes"?>
<Relationships xmlns="http://schemas.openxmlformats.org/package/2006/relationships"><Relationship Id="rId8" Type="http://schemas.openxmlformats.org/officeDocument/2006/relationships/image" Target="../media/image295.wmf"/><Relationship Id="rId3" Type="http://schemas.openxmlformats.org/officeDocument/2006/relationships/oleObject" Target="../embeddings/oleObject360.bin"/><Relationship Id="rId7" Type="http://schemas.openxmlformats.org/officeDocument/2006/relationships/oleObject" Target="../embeddings/oleObject362.bin"/><Relationship Id="rId12" Type="http://schemas.openxmlformats.org/officeDocument/2006/relationships/image" Target="../media/image297.wmf"/><Relationship Id="rId2" Type="http://schemas.openxmlformats.org/officeDocument/2006/relationships/slideLayout" Target="../slideLayouts/slideLayout7.xml"/><Relationship Id="rId1" Type="http://schemas.openxmlformats.org/officeDocument/2006/relationships/vmlDrawing" Target="../drawings/vmlDrawing58.vml"/><Relationship Id="rId6" Type="http://schemas.openxmlformats.org/officeDocument/2006/relationships/image" Target="../media/image294.wmf"/><Relationship Id="rId11" Type="http://schemas.openxmlformats.org/officeDocument/2006/relationships/oleObject" Target="../embeddings/oleObject364.bin"/><Relationship Id="rId5" Type="http://schemas.openxmlformats.org/officeDocument/2006/relationships/oleObject" Target="../embeddings/oleObject361.bin"/><Relationship Id="rId10" Type="http://schemas.openxmlformats.org/officeDocument/2006/relationships/image" Target="../media/image296.wmf"/><Relationship Id="rId4" Type="http://schemas.openxmlformats.org/officeDocument/2006/relationships/image" Target="../media/image293.wmf"/><Relationship Id="rId9" Type="http://schemas.openxmlformats.org/officeDocument/2006/relationships/oleObject" Target="../embeddings/oleObject363.bin"/></Relationships>
</file>

<file path=ppt/slides/_rels/slide70.xml.rels><?xml version="1.0" encoding="UTF-8" standalone="yes"?>
<Relationships xmlns="http://schemas.openxmlformats.org/package/2006/relationships"><Relationship Id="rId8" Type="http://schemas.openxmlformats.org/officeDocument/2006/relationships/image" Target="../media/image263.wmf"/><Relationship Id="rId13" Type="http://schemas.openxmlformats.org/officeDocument/2006/relationships/oleObject" Target="../embeddings/oleObject370.bin"/><Relationship Id="rId18" Type="http://schemas.openxmlformats.org/officeDocument/2006/relationships/image" Target="../media/image303.wmf"/><Relationship Id="rId26" Type="http://schemas.openxmlformats.org/officeDocument/2006/relationships/image" Target="../media/image307.wmf"/><Relationship Id="rId3" Type="http://schemas.openxmlformats.org/officeDocument/2006/relationships/oleObject" Target="../embeddings/oleObject365.bin"/><Relationship Id="rId21" Type="http://schemas.openxmlformats.org/officeDocument/2006/relationships/oleObject" Target="../embeddings/oleObject374.bin"/><Relationship Id="rId7" Type="http://schemas.openxmlformats.org/officeDocument/2006/relationships/oleObject" Target="../embeddings/oleObject367.bin"/><Relationship Id="rId12" Type="http://schemas.openxmlformats.org/officeDocument/2006/relationships/image" Target="../media/image300.wmf"/><Relationship Id="rId17" Type="http://schemas.openxmlformats.org/officeDocument/2006/relationships/oleObject" Target="../embeddings/oleObject372.bin"/><Relationship Id="rId25" Type="http://schemas.openxmlformats.org/officeDocument/2006/relationships/oleObject" Target="../embeddings/oleObject376.bin"/><Relationship Id="rId2" Type="http://schemas.openxmlformats.org/officeDocument/2006/relationships/slideLayout" Target="../slideLayouts/slideLayout7.xml"/><Relationship Id="rId16" Type="http://schemas.openxmlformats.org/officeDocument/2006/relationships/image" Target="../media/image302.wmf"/><Relationship Id="rId20" Type="http://schemas.openxmlformats.org/officeDocument/2006/relationships/image" Target="../media/image304.wmf"/><Relationship Id="rId1" Type="http://schemas.openxmlformats.org/officeDocument/2006/relationships/vmlDrawing" Target="../drawings/vmlDrawing59.vml"/><Relationship Id="rId6" Type="http://schemas.openxmlformats.org/officeDocument/2006/relationships/image" Target="../media/image299.wmf"/><Relationship Id="rId11" Type="http://schemas.openxmlformats.org/officeDocument/2006/relationships/oleObject" Target="../embeddings/oleObject369.bin"/><Relationship Id="rId24" Type="http://schemas.openxmlformats.org/officeDocument/2006/relationships/image" Target="../media/image306.wmf"/><Relationship Id="rId5" Type="http://schemas.openxmlformats.org/officeDocument/2006/relationships/oleObject" Target="../embeddings/oleObject366.bin"/><Relationship Id="rId15" Type="http://schemas.openxmlformats.org/officeDocument/2006/relationships/oleObject" Target="../embeddings/oleObject371.bin"/><Relationship Id="rId23" Type="http://schemas.openxmlformats.org/officeDocument/2006/relationships/oleObject" Target="../embeddings/oleObject375.bin"/><Relationship Id="rId28" Type="http://schemas.openxmlformats.org/officeDocument/2006/relationships/image" Target="../media/image308.wmf"/><Relationship Id="rId10" Type="http://schemas.openxmlformats.org/officeDocument/2006/relationships/image" Target="../media/image264.wmf"/><Relationship Id="rId19" Type="http://schemas.openxmlformats.org/officeDocument/2006/relationships/oleObject" Target="../embeddings/oleObject373.bin"/><Relationship Id="rId4" Type="http://schemas.openxmlformats.org/officeDocument/2006/relationships/image" Target="../media/image298.wmf"/><Relationship Id="rId9" Type="http://schemas.openxmlformats.org/officeDocument/2006/relationships/oleObject" Target="../embeddings/oleObject368.bin"/><Relationship Id="rId14" Type="http://schemas.openxmlformats.org/officeDocument/2006/relationships/image" Target="../media/image301.wmf"/><Relationship Id="rId22" Type="http://schemas.openxmlformats.org/officeDocument/2006/relationships/image" Target="../media/image305.wmf"/><Relationship Id="rId27" Type="http://schemas.openxmlformats.org/officeDocument/2006/relationships/oleObject" Target="../embeddings/oleObject377.bin"/></Relationships>
</file>

<file path=ppt/slides/_rels/slide71.xml.rels><?xml version="1.0" encoding="UTF-8" standalone="yes"?>
<Relationships xmlns="http://schemas.openxmlformats.org/package/2006/relationships"><Relationship Id="rId13" Type="http://schemas.openxmlformats.org/officeDocument/2006/relationships/oleObject" Target="../embeddings/oleObject383.bin"/><Relationship Id="rId18" Type="http://schemas.openxmlformats.org/officeDocument/2006/relationships/image" Target="../media/image282.wmf"/><Relationship Id="rId26" Type="http://schemas.openxmlformats.org/officeDocument/2006/relationships/image" Target="../media/image285.wmf"/><Relationship Id="rId3" Type="http://schemas.openxmlformats.org/officeDocument/2006/relationships/oleObject" Target="../embeddings/oleObject378.bin"/><Relationship Id="rId21" Type="http://schemas.openxmlformats.org/officeDocument/2006/relationships/oleObject" Target="../embeddings/oleObject387.bin"/><Relationship Id="rId34" Type="http://schemas.openxmlformats.org/officeDocument/2006/relationships/image" Target="../media/image315.wmf"/><Relationship Id="rId7" Type="http://schemas.openxmlformats.org/officeDocument/2006/relationships/oleObject" Target="../embeddings/oleObject380.bin"/><Relationship Id="rId12" Type="http://schemas.openxmlformats.org/officeDocument/2006/relationships/image" Target="../media/image286.wmf"/><Relationship Id="rId17" Type="http://schemas.openxmlformats.org/officeDocument/2006/relationships/oleObject" Target="../embeddings/oleObject385.bin"/><Relationship Id="rId25" Type="http://schemas.openxmlformats.org/officeDocument/2006/relationships/oleObject" Target="../embeddings/oleObject389.bin"/><Relationship Id="rId33" Type="http://schemas.openxmlformats.org/officeDocument/2006/relationships/oleObject" Target="../embeddings/oleObject393.bin"/><Relationship Id="rId2" Type="http://schemas.openxmlformats.org/officeDocument/2006/relationships/slideLayout" Target="../slideLayouts/slideLayout7.xml"/><Relationship Id="rId16" Type="http://schemas.openxmlformats.org/officeDocument/2006/relationships/image" Target="../media/image281.wmf"/><Relationship Id="rId20" Type="http://schemas.openxmlformats.org/officeDocument/2006/relationships/image" Target="../media/image312.wmf"/><Relationship Id="rId29" Type="http://schemas.openxmlformats.org/officeDocument/2006/relationships/oleObject" Target="../embeddings/oleObject391.bin"/><Relationship Id="rId1" Type="http://schemas.openxmlformats.org/officeDocument/2006/relationships/vmlDrawing" Target="../drawings/vmlDrawing60.vml"/><Relationship Id="rId6" Type="http://schemas.openxmlformats.org/officeDocument/2006/relationships/image" Target="../media/image309.wmf"/><Relationship Id="rId11" Type="http://schemas.openxmlformats.org/officeDocument/2006/relationships/oleObject" Target="../embeddings/oleObject382.bin"/><Relationship Id="rId24" Type="http://schemas.openxmlformats.org/officeDocument/2006/relationships/image" Target="../media/image314.wmf"/><Relationship Id="rId32" Type="http://schemas.openxmlformats.org/officeDocument/2006/relationships/image" Target="../media/image290.wmf"/><Relationship Id="rId5" Type="http://schemas.openxmlformats.org/officeDocument/2006/relationships/oleObject" Target="../embeddings/oleObject379.bin"/><Relationship Id="rId15" Type="http://schemas.openxmlformats.org/officeDocument/2006/relationships/oleObject" Target="../embeddings/oleObject384.bin"/><Relationship Id="rId23" Type="http://schemas.openxmlformats.org/officeDocument/2006/relationships/oleObject" Target="../embeddings/oleObject388.bin"/><Relationship Id="rId28" Type="http://schemas.openxmlformats.org/officeDocument/2006/relationships/image" Target="../media/image291.wmf"/><Relationship Id="rId10" Type="http://schemas.openxmlformats.org/officeDocument/2006/relationships/image" Target="../media/image311.wmf"/><Relationship Id="rId19" Type="http://schemas.openxmlformats.org/officeDocument/2006/relationships/oleObject" Target="../embeddings/oleObject386.bin"/><Relationship Id="rId31" Type="http://schemas.openxmlformats.org/officeDocument/2006/relationships/oleObject" Target="../embeddings/oleObject392.bin"/><Relationship Id="rId4" Type="http://schemas.openxmlformats.org/officeDocument/2006/relationships/image" Target="../media/image302.wmf"/><Relationship Id="rId9" Type="http://schemas.openxmlformats.org/officeDocument/2006/relationships/oleObject" Target="../embeddings/oleObject381.bin"/><Relationship Id="rId14" Type="http://schemas.openxmlformats.org/officeDocument/2006/relationships/image" Target="../media/image287.wmf"/><Relationship Id="rId22" Type="http://schemas.openxmlformats.org/officeDocument/2006/relationships/image" Target="../media/image313.wmf"/><Relationship Id="rId27" Type="http://schemas.openxmlformats.org/officeDocument/2006/relationships/oleObject" Target="../embeddings/oleObject390.bin"/><Relationship Id="rId30" Type="http://schemas.openxmlformats.org/officeDocument/2006/relationships/image" Target="../media/image289.wmf"/><Relationship Id="rId8" Type="http://schemas.openxmlformats.org/officeDocument/2006/relationships/image" Target="../media/image310.wmf"/></Relationships>
</file>

<file path=ppt/slides/_rels/slide72.xml.rels><?xml version="1.0" encoding="UTF-8" standalone="yes"?>
<Relationships xmlns="http://schemas.openxmlformats.org/package/2006/relationships"><Relationship Id="rId8" Type="http://schemas.openxmlformats.org/officeDocument/2006/relationships/image" Target="../media/image317.wmf"/><Relationship Id="rId3" Type="http://schemas.openxmlformats.org/officeDocument/2006/relationships/oleObject" Target="../embeddings/oleObject394.bin"/><Relationship Id="rId7" Type="http://schemas.openxmlformats.org/officeDocument/2006/relationships/oleObject" Target="../embeddings/oleObject396.bin"/><Relationship Id="rId2" Type="http://schemas.openxmlformats.org/officeDocument/2006/relationships/slideLayout" Target="../slideLayouts/slideLayout7.xml"/><Relationship Id="rId1" Type="http://schemas.openxmlformats.org/officeDocument/2006/relationships/vmlDrawing" Target="../drawings/vmlDrawing61.vml"/><Relationship Id="rId6" Type="http://schemas.openxmlformats.org/officeDocument/2006/relationships/image" Target="../media/image316.wmf"/><Relationship Id="rId5" Type="http://schemas.openxmlformats.org/officeDocument/2006/relationships/oleObject" Target="../embeddings/oleObject395.bin"/><Relationship Id="rId4" Type="http://schemas.openxmlformats.org/officeDocument/2006/relationships/image" Target="../media/image302.wmf"/></Relationships>
</file>

<file path=ppt/slides/_rels/slide73.xml.rels><?xml version="1.0" encoding="UTF-8" standalone="yes"?>
<Relationships xmlns="http://schemas.openxmlformats.org/package/2006/relationships"><Relationship Id="rId3" Type="http://schemas.openxmlformats.org/officeDocument/2006/relationships/oleObject" Target="../embeddings/oleObject397.bin"/><Relationship Id="rId2" Type="http://schemas.openxmlformats.org/officeDocument/2006/relationships/slideLayout" Target="../slideLayouts/slideLayout7.xml"/><Relationship Id="rId1" Type="http://schemas.openxmlformats.org/officeDocument/2006/relationships/vmlDrawing" Target="../drawings/vmlDrawing62.vml"/><Relationship Id="rId4" Type="http://schemas.openxmlformats.org/officeDocument/2006/relationships/image" Target="../media/image292.png"/></Relationships>
</file>

<file path=ppt/slides/_rels/slide74.xml.rels><?xml version="1.0" encoding="UTF-8" standalone="yes"?>
<Relationships xmlns="http://schemas.openxmlformats.org/package/2006/relationships"><Relationship Id="rId3" Type="http://schemas.openxmlformats.org/officeDocument/2006/relationships/oleObject" Target="../embeddings/oleObject398.bin"/><Relationship Id="rId2" Type="http://schemas.openxmlformats.org/officeDocument/2006/relationships/slideLayout" Target="../slideLayouts/slideLayout7.xml"/><Relationship Id="rId1" Type="http://schemas.openxmlformats.org/officeDocument/2006/relationships/vmlDrawing" Target="../drawings/vmlDrawing63.vml"/><Relationship Id="rId4" Type="http://schemas.openxmlformats.org/officeDocument/2006/relationships/image" Target="../media/image318.png"/></Relationships>
</file>

<file path=ppt/slides/_rels/slide75.xml.rels><?xml version="1.0" encoding="UTF-8" standalone="yes"?>
<Relationships xmlns="http://schemas.openxmlformats.org/package/2006/relationships"><Relationship Id="rId8" Type="http://schemas.openxmlformats.org/officeDocument/2006/relationships/oleObject" Target="../embeddings/oleObject401.bin"/><Relationship Id="rId13" Type="http://schemas.openxmlformats.org/officeDocument/2006/relationships/image" Target="../media/image323.wmf"/><Relationship Id="rId3" Type="http://schemas.openxmlformats.org/officeDocument/2006/relationships/audio" Target="../media/audio1.wav"/><Relationship Id="rId7" Type="http://schemas.openxmlformats.org/officeDocument/2006/relationships/image" Target="../media/image320.wmf"/><Relationship Id="rId12" Type="http://schemas.openxmlformats.org/officeDocument/2006/relationships/oleObject" Target="../embeddings/oleObject403.bin"/><Relationship Id="rId2" Type="http://schemas.openxmlformats.org/officeDocument/2006/relationships/slideLayout" Target="../slideLayouts/slideLayout7.xml"/><Relationship Id="rId1" Type="http://schemas.openxmlformats.org/officeDocument/2006/relationships/vmlDrawing" Target="../drawings/vmlDrawing64.vml"/><Relationship Id="rId6" Type="http://schemas.openxmlformats.org/officeDocument/2006/relationships/oleObject" Target="../embeddings/oleObject400.bin"/><Relationship Id="rId11" Type="http://schemas.openxmlformats.org/officeDocument/2006/relationships/image" Target="../media/image322.wmf"/><Relationship Id="rId5" Type="http://schemas.openxmlformats.org/officeDocument/2006/relationships/image" Target="../media/image319.wmf"/><Relationship Id="rId15" Type="http://schemas.openxmlformats.org/officeDocument/2006/relationships/image" Target="../media/image324.wmf"/><Relationship Id="rId10" Type="http://schemas.openxmlformats.org/officeDocument/2006/relationships/oleObject" Target="../embeddings/oleObject402.bin"/><Relationship Id="rId4" Type="http://schemas.openxmlformats.org/officeDocument/2006/relationships/oleObject" Target="../embeddings/oleObject399.bin"/><Relationship Id="rId9" Type="http://schemas.openxmlformats.org/officeDocument/2006/relationships/image" Target="../media/image321.wmf"/><Relationship Id="rId14" Type="http://schemas.openxmlformats.org/officeDocument/2006/relationships/oleObject" Target="../embeddings/oleObject404.bin"/></Relationships>
</file>

<file path=ppt/slides/_rels/slide76.xml.rels><?xml version="1.0" encoding="UTF-8" standalone="yes"?>
<Relationships xmlns="http://schemas.openxmlformats.org/package/2006/relationships"><Relationship Id="rId8" Type="http://schemas.openxmlformats.org/officeDocument/2006/relationships/image" Target="../media/image327.wmf"/><Relationship Id="rId13" Type="http://schemas.openxmlformats.org/officeDocument/2006/relationships/oleObject" Target="../embeddings/oleObject410.bin"/><Relationship Id="rId3" Type="http://schemas.openxmlformats.org/officeDocument/2006/relationships/oleObject" Target="../embeddings/oleObject405.bin"/><Relationship Id="rId7" Type="http://schemas.openxmlformats.org/officeDocument/2006/relationships/oleObject" Target="../embeddings/oleObject407.bin"/><Relationship Id="rId12" Type="http://schemas.openxmlformats.org/officeDocument/2006/relationships/image" Target="../media/image329.wmf"/><Relationship Id="rId2" Type="http://schemas.openxmlformats.org/officeDocument/2006/relationships/slideLayout" Target="../slideLayouts/slideLayout7.xml"/><Relationship Id="rId16" Type="http://schemas.openxmlformats.org/officeDocument/2006/relationships/image" Target="../media/image331.wmf"/><Relationship Id="rId1" Type="http://schemas.openxmlformats.org/officeDocument/2006/relationships/vmlDrawing" Target="../drawings/vmlDrawing65.vml"/><Relationship Id="rId6" Type="http://schemas.openxmlformats.org/officeDocument/2006/relationships/image" Target="../media/image326.wmf"/><Relationship Id="rId11" Type="http://schemas.openxmlformats.org/officeDocument/2006/relationships/oleObject" Target="../embeddings/oleObject409.bin"/><Relationship Id="rId5" Type="http://schemas.openxmlformats.org/officeDocument/2006/relationships/oleObject" Target="../embeddings/oleObject406.bin"/><Relationship Id="rId15" Type="http://schemas.openxmlformats.org/officeDocument/2006/relationships/oleObject" Target="../embeddings/oleObject411.bin"/><Relationship Id="rId10" Type="http://schemas.openxmlformats.org/officeDocument/2006/relationships/image" Target="../media/image328.wmf"/><Relationship Id="rId4" Type="http://schemas.openxmlformats.org/officeDocument/2006/relationships/image" Target="../media/image325.wmf"/><Relationship Id="rId9" Type="http://schemas.openxmlformats.org/officeDocument/2006/relationships/oleObject" Target="../embeddings/oleObject408.bin"/><Relationship Id="rId14" Type="http://schemas.openxmlformats.org/officeDocument/2006/relationships/image" Target="../media/image330.wmf"/></Relationships>
</file>

<file path=ppt/slides/_rels/slide77.xml.rels><?xml version="1.0" encoding="UTF-8" standalone="yes"?>
<Relationships xmlns="http://schemas.openxmlformats.org/package/2006/relationships"><Relationship Id="rId3" Type="http://schemas.openxmlformats.org/officeDocument/2006/relationships/image" Target="../media/image333.png"/><Relationship Id="rId2" Type="http://schemas.openxmlformats.org/officeDocument/2006/relationships/image" Target="../media/image332.pn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8" Type="http://schemas.openxmlformats.org/officeDocument/2006/relationships/image" Target="../media/image335.wmf"/><Relationship Id="rId3" Type="http://schemas.openxmlformats.org/officeDocument/2006/relationships/oleObject" Target="../embeddings/oleObject412.bin"/><Relationship Id="rId7" Type="http://schemas.openxmlformats.org/officeDocument/2006/relationships/oleObject" Target="../embeddings/oleObject414.bin"/><Relationship Id="rId2" Type="http://schemas.openxmlformats.org/officeDocument/2006/relationships/slideLayout" Target="../slideLayouts/slideLayout7.xml"/><Relationship Id="rId1" Type="http://schemas.openxmlformats.org/officeDocument/2006/relationships/vmlDrawing" Target="../drawings/vmlDrawing66.vml"/><Relationship Id="rId6" Type="http://schemas.openxmlformats.org/officeDocument/2006/relationships/image" Target="../media/image334.wmf"/><Relationship Id="rId5" Type="http://schemas.openxmlformats.org/officeDocument/2006/relationships/oleObject" Target="../embeddings/oleObject413.bin"/><Relationship Id="rId4" Type="http://schemas.openxmlformats.org/officeDocument/2006/relationships/image" Target="../media/image318.png"/></Relationships>
</file>

<file path=ppt/slides/_rels/slide79.xml.rels><?xml version="1.0" encoding="UTF-8" standalone="yes"?>
<Relationships xmlns="http://schemas.openxmlformats.org/package/2006/relationships"><Relationship Id="rId8" Type="http://schemas.openxmlformats.org/officeDocument/2006/relationships/oleObject" Target="../embeddings/oleObject417.bin"/><Relationship Id="rId13" Type="http://schemas.openxmlformats.org/officeDocument/2006/relationships/image" Target="../media/image340.wmf"/><Relationship Id="rId3" Type="http://schemas.openxmlformats.org/officeDocument/2006/relationships/audio" Target="../media/audio1.wav"/><Relationship Id="rId7" Type="http://schemas.openxmlformats.org/officeDocument/2006/relationships/image" Target="../media/image337.wmf"/><Relationship Id="rId12" Type="http://schemas.openxmlformats.org/officeDocument/2006/relationships/oleObject" Target="../embeddings/oleObject419.bin"/><Relationship Id="rId2" Type="http://schemas.openxmlformats.org/officeDocument/2006/relationships/slideLayout" Target="../slideLayouts/slideLayout7.xml"/><Relationship Id="rId1" Type="http://schemas.openxmlformats.org/officeDocument/2006/relationships/vmlDrawing" Target="../drawings/vmlDrawing67.vml"/><Relationship Id="rId6" Type="http://schemas.openxmlformats.org/officeDocument/2006/relationships/oleObject" Target="../embeddings/oleObject416.bin"/><Relationship Id="rId11" Type="http://schemas.openxmlformats.org/officeDocument/2006/relationships/image" Target="../media/image339.wmf"/><Relationship Id="rId5" Type="http://schemas.openxmlformats.org/officeDocument/2006/relationships/image" Target="../media/image336.wmf"/><Relationship Id="rId15" Type="http://schemas.openxmlformats.org/officeDocument/2006/relationships/image" Target="../media/image341.wmf"/><Relationship Id="rId10" Type="http://schemas.openxmlformats.org/officeDocument/2006/relationships/oleObject" Target="../embeddings/oleObject418.bin"/><Relationship Id="rId4" Type="http://schemas.openxmlformats.org/officeDocument/2006/relationships/oleObject" Target="../embeddings/oleObject415.bin"/><Relationship Id="rId9" Type="http://schemas.openxmlformats.org/officeDocument/2006/relationships/image" Target="../media/image338.wmf"/><Relationship Id="rId14" Type="http://schemas.openxmlformats.org/officeDocument/2006/relationships/oleObject" Target="../embeddings/oleObject420.bin"/></Relationships>
</file>

<file path=ppt/slides/_rels/slide80.xml.rels><?xml version="1.0" encoding="UTF-8" standalone="yes"?>
<Relationships xmlns="http://schemas.openxmlformats.org/package/2006/relationships"><Relationship Id="rId8" Type="http://schemas.openxmlformats.org/officeDocument/2006/relationships/oleObject" Target="../embeddings/oleObject423.bin"/><Relationship Id="rId13" Type="http://schemas.openxmlformats.org/officeDocument/2006/relationships/image" Target="../media/image341.wmf"/><Relationship Id="rId18" Type="http://schemas.openxmlformats.org/officeDocument/2006/relationships/oleObject" Target="../embeddings/oleObject428.bin"/><Relationship Id="rId3" Type="http://schemas.openxmlformats.org/officeDocument/2006/relationships/audio" Target="../media/audio1.wav"/><Relationship Id="rId21" Type="http://schemas.openxmlformats.org/officeDocument/2006/relationships/image" Target="../media/image349.wmf"/><Relationship Id="rId7" Type="http://schemas.openxmlformats.org/officeDocument/2006/relationships/image" Target="../media/image343.wmf"/><Relationship Id="rId12" Type="http://schemas.openxmlformats.org/officeDocument/2006/relationships/oleObject" Target="../embeddings/oleObject425.bin"/><Relationship Id="rId17" Type="http://schemas.openxmlformats.org/officeDocument/2006/relationships/image" Target="../media/image347.wmf"/><Relationship Id="rId2" Type="http://schemas.openxmlformats.org/officeDocument/2006/relationships/slideLayout" Target="../slideLayouts/slideLayout7.xml"/><Relationship Id="rId16" Type="http://schemas.openxmlformats.org/officeDocument/2006/relationships/oleObject" Target="../embeddings/oleObject427.bin"/><Relationship Id="rId20" Type="http://schemas.openxmlformats.org/officeDocument/2006/relationships/oleObject" Target="../embeddings/oleObject429.bin"/><Relationship Id="rId1" Type="http://schemas.openxmlformats.org/officeDocument/2006/relationships/vmlDrawing" Target="../drawings/vmlDrawing68.vml"/><Relationship Id="rId6" Type="http://schemas.openxmlformats.org/officeDocument/2006/relationships/oleObject" Target="../embeddings/oleObject422.bin"/><Relationship Id="rId11" Type="http://schemas.openxmlformats.org/officeDocument/2006/relationships/image" Target="../media/image345.wmf"/><Relationship Id="rId5" Type="http://schemas.openxmlformats.org/officeDocument/2006/relationships/image" Target="../media/image342.wmf"/><Relationship Id="rId15" Type="http://schemas.openxmlformats.org/officeDocument/2006/relationships/image" Target="../media/image346.wmf"/><Relationship Id="rId23" Type="http://schemas.openxmlformats.org/officeDocument/2006/relationships/image" Target="../media/image350.wmf"/><Relationship Id="rId10" Type="http://schemas.openxmlformats.org/officeDocument/2006/relationships/oleObject" Target="../embeddings/oleObject424.bin"/><Relationship Id="rId19" Type="http://schemas.openxmlformats.org/officeDocument/2006/relationships/image" Target="../media/image348.wmf"/><Relationship Id="rId4" Type="http://schemas.openxmlformats.org/officeDocument/2006/relationships/oleObject" Target="../embeddings/oleObject421.bin"/><Relationship Id="rId9" Type="http://schemas.openxmlformats.org/officeDocument/2006/relationships/image" Target="../media/image344.wmf"/><Relationship Id="rId14" Type="http://schemas.openxmlformats.org/officeDocument/2006/relationships/oleObject" Target="../embeddings/oleObject426.bin"/><Relationship Id="rId22" Type="http://schemas.openxmlformats.org/officeDocument/2006/relationships/oleObject" Target="../embeddings/oleObject430.bin"/></Relationships>
</file>

<file path=ppt/slides/_rels/slide81.xml.rels><?xml version="1.0" encoding="UTF-8" standalone="yes"?>
<Relationships xmlns="http://schemas.openxmlformats.org/package/2006/relationships"><Relationship Id="rId8" Type="http://schemas.openxmlformats.org/officeDocument/2006/relationships/image" Target="../media/image353.wmf"/><Relationship Id="rId13" Type="http://schemas.openxmlformats.org/officeDocument/2006/relationships/oleObject" Target="../embeddings/oleObject436.bin"/><Relationship Id="rId18" Type="http://schemas.openxmlformats.org/officeDocument/2006/relationships/image" Target="../media/image358.wmf"/><Relationship Id="rId26" Type="http://schemas.openxmlformats.org/officeDocument/2006/relationships/image" Target="../media/image344.wmf"/><Relationship Id="rId3" Type="http://schemas.openxmlformats.org/officeDocument/2006/relationships/oleObject" Target="../embeddings/oleObject431.bin"/><Relationship Id="rId21" Type="http://schemas.openxmlformats.org/officeDocument/2006/relationships/oleObject" Target="../embeddings/oleObject440.bin"/><Relationship Id="rId7" Type="http://schemas.openxmlformats.org/officeDocument/2006/relationships/oleObject" Target="../embeddings/oleObject433.bin"/><Relationship Id="rId12" Type="http://schemas.openxmlformats.org/officeDocument/2006/relationships/image" Target="../media/image355.wmf"/><Relationship Id="rId17" Type="http://schemas.openxmlformats.org/officeDocument/2006/relationships/oleObject" Target="../embeddings/oleObject438.bin"/><Relationship Id="rId25" Type="http://schemas.openxmlformats.org/officeDocument/2006/relationships/oleObject" Target="../embeddings/oleObject442.bin"/><Relationship Id="rId2" Type="http://schemas.openxmlformats.org/officeDocument/2006/relationships/slideLayout" Target="../slideLayouts/slideLayout7.xml"/><Relationship Id="rId16" Type="http://schemas.openxmlformats.org/officeDocument/2006/relationships/image" Target="../media/image357.wmf"/><Relationship Id="rId20" Type="http://schemas.openxmlformats.org/officeDocument/2006/relationships/image" Target="../media/image359.wmf"/><Relationship Id="rId1" Type="http://schemas.openxmlformats.org/officeDocument/2006/relationships/vmlDrawing" Target="../drawings/vmlDrawing69.vml"/><Relationship Id="rId6" Type="http://schemas.openxmlformats.org/officeDocument/2006/relationships/image" Target="../media/image352.wmf"/><Relationship Id="rId11" Type="http://schemas.openxmlformats.org/officeDocument/2006/relationships/oleObject" Target="../embeddings/oleObject435.bin"/><Relationship Id="rId24" Type="http://schemas.openxmlformats.org/officeDocument/2006/relationships/image" Target="../media/image361.wmf"/><Relationship Id="rId5" Type="http://schemas.openxmlformats.org/officeDocument/2006/relationships/oleObject" Target="../embeddings/oleObject432.bin"/><Relationship Id="rId15" Type="http://schemas.openxmlformats.org/officeDocument/2006/relationships/oleObject" Target="../embeddings/oleObject437.bin"/><Relationship Id="rId23" Type="http://schemas.openxmlformats.org/officeDocument/2006/relationships/oleObject" Target="../embeddings/oleObject441.bin"/><Relationship Id="rId10" Type="http://schemas.openxmlformats.org/officeDocument/2006/relationships/image" Target="../media/image354.wmf"/><Relationship Id="rId19" Type="http://schemas.openxmlformats.org/officeDocument/2006/relationships/oleObject" Target="../embeddings/oleObject439.bin"/><Relationship Id="rId4" Type="http://schemas.openxmlformats.org/officeDocument/2006/relationships/image" Target="../media/image351.wmf"/><Relationship Id="rId9" Type="http://schemas.openxmlformats.org/officeDocument/2006/relationships/oleObject" Target="../embeddings/oleObject434.bin"/><Relationship Id="rId14" Type="http://schemas.openxmlformats.org/officeDocument/2006/relationships/image" Target="../media/image356.wmf"/><Relationship Id="rId22" Type="http://schemas.openxmlformats.org/officeDocument/2006/relationships/image" Target="../media/image360.wmf"/></Relationships>
</file>

<file path=ppt/slides/_rels/slide82.xml.rels><?xml version="1.0" encoding="UTF-8" standalone="yes"?>
<Relationships xmlns="http://schemas.openxmlformats.org/package/2006/relationships"><Relationship Id="rId8" Type="http://schemas.openxmlformats.org/officeDocument/2006/relationships/oleObject" Target="../embeddings/oleObject445.bin"/><Relationship Id="rId13" Type="http://schemas.openxmlformats.org/officeDocument/2006/relationships/image" Target="../media/image366.wmf"/><Relationship Id="rId18" Type="http://schemas.openxmlformats.org/officeDocument/2006/relationships/oleObject" Target="../embeddings/oleObject450.bin"/><Relationship Id="rId26" Type="http://schemas.openxmlformats.org/officeDocument/2006/relationships/oleObject" Target="../embeddings/oleObject454.bin"/><Relationship Id="rId3" Type="http://schemas.openxmlformats.org/officeDocument/2006/relationships/audio" Target="../media/audio1.wav"/><Relationship Id="rId21" Type="http://schemas.openxmlformats.org/officeDocument/2006/relationships/image" Target="../media/image370.wmf"/><Relationship Id="rId7" Type="http://schemas.openxmlformats.org/officeDocument/2006/relationships/image" Target="../media/image363.wmf"/><Relationship Id="rId12" Type="http://schemas.openxmlformats.org/officeDocument/2006/relationships/oleObject" Target="../embeddings/oleObject447.bin"/><Relationship Id="rId17" Type="http://schemas.openxmlformats.org/officeDocument/2006/relationships/image" Target="../media/image368.wmf"/><Relationship Id="rId25" Type="http://schemas.openxmlformats.org/officeDocument/2006/relationships/image" Target="../media/image371.wmf"/><Relationship Id="rId2" Type="http://schemas.openxmlformats.org/officeDocument/2006/relationships/slideLayout" Target="../slideLayouts/slideLayout7.xml"/><Relationship Id="rId16" Type="http://schemas.openxmlformats.org/officeDocument/2006/relationships/oleObject" Target="../embeddings/oleObject449.bin"/><Relationship Id="rId20" Type="http://schemas.openxmlformats.org/officeDocument/2006/relationships/oleObject" Target="../embeddings/oleObject451.bin"/><Relationship Id="rId1" Type="http://schemas.openxmlformats.org/officeDocument/2006/relationships/vmlDrawing" Target="../drawings/vmlDrawing70.vml"/><Relationship Id="rId6" Type="http://schemas.openxmlformats.org/officeDocument/2006/relationships/oleObject" Target="../embeddings/oleObject444.bin"/><Relationship Id="rId11" Type="http://schemas.openxmlformats.org/officeDocument/2006/relationships/image" Target="../media/image365.wmf"/><Relationship Id="rId24" Type="http://schemas.openxmlformats.org/officeDocument/2006/relationships/oleObject" Target="../embeddings/oleObject453.bin"/><Relationship Id="rId5" Type="http://schemas.openxmlformats.org/officeDocument/2006/relationships/image" Target="../media/image362.wmf"/><Relationship Id="rId15" Type="http://schemas.openxmlformats.org/officeDocument/2006/relationships/image" Target="../media/image367.wmf"/><Relationship Id="rId23" Type="http://schemas.openxmlformats.org/officeDocument/2006/relationships/image" Target="../media/image341.wmf"/><Relationship Id="rId10" Type="http://schemas.openxmlformats.org/officeDocument/2006/relationships/oleObject" Target="../embeddings/oleObject446.bin"/><Relationship Id="rId19" Type="http://schemas.openxmlformats.org/officeDocument/2006/relationships/image" Target="../media/image369.wmf"/><Relationship Id="rId4" Type="http://schemas.openxmlformats.org/officeDocument/2006/relationships/oleObject" Target="../embeddings/oleObject443.bin"/><Relationship Id="rId9" Type="http://schemas.openxmlformats.org/officeDocument/2006/relationships/image" Target="../media/image364.wmf"/><Relationship Id="rId14" Type="http://schemas.openxmlformats.org/officeDocument/2006/relationships/oleObject" Target="../embeddings/oleObject448.bin"/><Relationship Id="rId22" Type="http://schemas.openxmlformats.org/officeDocument/2006/relationships/oleObject" Target="../embeddings/oleObject452.bin"/><Relationship Id="rId27" Type="http://schemas.openxmlformats.org/officeDocument/2006/relationships/image" Target="../media/image372.wmf"/></Relationships>
</file>

<file path=ppt/slides/_rels/slide83.xml.rels><?xml version="1.0" encoding="UTF-8" standalone="yes"?>
<Relationships xmlns="http://schemas.openxmlformats.org/package/2006/relationships"><Relationship Id="rId8" Type="http://schemas.openxmlformats.org/officeDocument/2006/relationships/oleObject" Target="../embeddings/oleObject457.bin"/><Relationship Id="rId13" Type="http://schemas.openxmlformats.org/officeDocument/2006/relationships/image" Target="../media/image377.wmf"/><Relationship Id="rId18" Type="http://schemas.openxmlformats.org/officeDocument/2006/relationships/image" Target="../media/image378.wmf"/><Relationship Id="rId26" Type="http://schemas.openxmlformats.org/officeDocument/2006/relationships/image" Target="../media/image382.wmf"/><Relationship Id="rId3" Type="http://schemas.openxmlformats.org/officeDocument/2006/relationships/image" Target="../media/image385.emf"/><Relationship Id="rId21" Type="http://schemas.openxmlformats.org/officeDocument/2006/relationships/oleObject" Target="../embeddings/oleObject463.bin"/><Relationship Id="rId7" Type="http://schemas.openxmlformats.org/officeDocument/2006/relationships/image" Target="../media/image374.wmf"/><Relationship Id="rId12" Type="http://schemas.openxmlformats.org/officeDocument/2006/relationships/oleObject" Target="../embeddings/oleObject459.bin"/><Relationship Id="rId17" Type="http://schemas.openxmlformats.org/officeDocument/2006/relationships/oleObject" Target="../embeddings/oleObject461.bin"/><Relationship Id="rId25" Type="http://schemas.openxmlformats.org/officeDocument/2006/relationships/oleObject" Target="../embeddings/oleObject465.bin"/><Relationship Id="rId2" Type="http://schemas.openxmlformats.org/officeDocument/2006/relationships/slideLayout" Target="../slideLayouts/slideLayout7.xml"/><Relationship Id="rId16" Type="http://schemas.openxmlformats.org/officeDocument/2006/relationships/image" Target="../media/image366.wmf"/><Relationship Id="rId20" Type="http://schemas.openxmlformats.org/officeDocument/2006/relationships/image" Target="../media/image379.wmf"/><Relationship Id="rId29" Type="http://schemas.openxmlformats.org/officeDocument/2006/relationships/oleObject" Target="../embeddings/oleObject467.bin"/><Relationship Id="rId1" Type="http://schemas.openxmlformats.org/officeDocument/2006/relationships/vmlDrawing" Target="../drawings/vmlDrawing71.vml"/><Relationship Id="rId6" Type="http://schemas.openxmlformats.org/officeDocument/2006/relationships/oleObject" Target="../embeddings/oleObject456.bin"/><Relationship Id="rId11" Type="http://schemas.openxmlformats.org/officeDocument/2006/relationships/image" Target="../media/image376.wmf"/><Relationship Id="rId24" Type="http://schemas.openxmlformats.org/officeDocument/2006/relationships/image" Target="../media/image381.wmf"/><Relationship Id="rId5" Type="http://schemas.openxmlformats.org/officeDocument/2006/relationships/image" Target="../media/image373.wmf"/><Relationship Id="rId15" Type="http://schemas.openxmlformats.org/officeDocument/2006/relationships/oleObject" Target="../embeddings/oleObject460.bin"/><Relationship Id="rId23" Type="http://schemas.openxmlformats.org/officeDocument/2006/relationships/oleObject" Target="../embeddings/oleObject464.bin"/><Relationship Id="rId28" Type="http://schemas.openxmlformats.org/officeDocument/2006/relationships/image" Target="../media/image383.wmf"/><Relationship Id="rId10" Type="http://schemas.openxmlformats.org/officeDocument/2006/relationships/oleObject" Target="../embeddings/oleObject458.bin"/><Relationship Id="rId19" Type="http://schemas.openxmlformats.org/officeDocument/2006/relationships/oleObject" Target="../embeddings/oleObject462.bin"/><Relationship Id="rId4" Type="http://schemas.openxmlformats.org/officeDocument/2006/relationships/oleObject" Target="../embeddings/oleObject455.bin"/><Relationship Id="rId9" Type="http://schemas.openxmlformats.org/officeDocument/2006/relationships/image" Target="../media/image375.wmf"/><Relationship Id="rId14" Type="http://schemas.openxmlformats.org/officeDocument/2006/relationships/image" Target="../media/image386.emf"/><Relationship Id="rId22" Type="http://schemas.openxmlformats.org/officeDocument/2006/relationships/image" Target="../media/image380.wmf"/><Relationship Id="rId27" Type="http://schemas.openxmlformats.org/officeDocument/2006/relationships/oleObject" Target="../embeddings/oleObject466.bin"/><Relationship Id="rId30" Type="http://schemas.openxmlformats.org/officeDocument/2006/relationships/image" Target="../media/image384.wmf"/></Relationships>
</file>

<file path=ppt/slides/_rels/slide84.xml.rels><?xml version="1.0" encoding="UTF-8" standalone="yes"?>
<Relationships xmlns="http://schemas.openxmlformats.org/package/2006/relationships"><Relationship Id="rId8" Type="http://schemas.openxmlformats.org/officeDocument/2006/relationships/oleObject" Target="../embeddings/oleObject470.bin"/><Relationship Id="rId3" Type="http://schemas.openxmlformats.org/officeDocument/2006/relationships/oleObject" Target="../embeddings/oleObject468.bin"/><Relationship Id="rId7" Type="http://schemas.openxmlformats.org/officeDocument/2006/relationships/image" Target="../media/image385.emf"/><Relationship Id="rId2" Type="http://schemas.openxmlformats.org/officeDocument/2006/relationships/slideLayout" Target="../slideLayouts/slideLayout7.xml"/><Relationship Id="rId1" Type="http://schemas.openxmlformats.org/officeDocument/2006/relationships/vmlDrawing" Target="../drawings/vmlDrawing72.vml"/><Relationship Id="rId6" Type="http://schemas.openxmlformats.org/officeDocument/2006/relationships/image" Target="../media/image388.wmf"/><Relationship Id="rId5" Type="http://schemas.openxmlformats.org/officeDocument/2006/relationships/oleObject" Target="../embeddings/oleObject469.bin"/><Relationship Id="rId4" Type="http://schemas.openxmlformats.org/officeDocument/2006/relationships/image" Target="../media/image387.wmf"/><Relationship Id="rId9" Type="http://schemas.openxmlformats.org/officeDocument/2006/relationships/image" Target="../media/image383.wmf"/></Relationships>
</file>

<file path=ppt/slides/_rels/slide85.xml.rels><?xml version="1.0" encoding="UTF-8" standalone="yes"?>
<Relationships xmlns="http://schemas.openxmlformats.org/package/2006/relationships"><Relationship Id="rId8" Type="http://schemas.openxmlformats.org/officeDocument/2006/relationships/image" Target="../media/image391.wmf"/><Relationship Id="rId13" Type="http://schemas.openxmlformats.org/officeDocument/2006/relationships/oleObject" Target="../embeddings/oleObject476.bin"/><Relationship Id="rId18" Type="http://schemas.openxmlformats.org/officeDocument/2006/relationships/image" Target="../media/image395.wmf"/><Relationship Id="rId3" Type="http://schemas.openxmlformats.org/officeDocument/2006/relationships/oleObject" Target="../embeddings/oleObject471.bin"/><Relationship Id="rId21" Type="http://schemas.openxmlformats.org/officeDocument/2006/relationships/oleObject" Target="../embeddings/oleObject480.bin"/><Relationship Id="rId7" Type="http://schemas.openxmlformats.org/officeDocument/2006/relationships/oleObject" Target="../embeddings/oleObject473.bin"/><Relationship Id="rId12" Type="http://schemas.openxmlformats.org/officeDocument/2006/relationships/image" Target="../media/image393.wmf"/><Relationship Id="rId17" Type="http://schemas.openxmlformats.org/officeDocument/2006/relationships/oleObject" Target="../embeddings/oleObject478.bin"/><Relationship Id="rId2" Type="http://schemas.openxmlformats.org/officeDocument/2006/relationships/slideLayout" Target="../slideLayouts/slideLayout7.xml"/><Relationship Id="rId16" Type="http://schemas.openxmlformats.org/officeDocument/2006/relationships/image" Target="../media/image394.wmf"/><Relationship Id="rId20" Type="http://schemas.openxmlformats.org/officeDocument/2006/relationships/image" Target="../media/image396.wmf"/><Relationship Id="rId1" Type="http://schemas.openxmlformats.org/officeDocument/2006/relationships/vmlDrawing" Target="../drawings/vmlDrawing73.vml"/><Relationship Id="rId6" Type="http://schemas.openxmlformats.org/officeDocument/2006/relationships/image" Target="../media/image390.wmf"/><Relationship Id="rId11" Type="http://schemas.openxmlformats.org/officeDocument/2006/relationships/oleObject" Target="../embeddings/oleObject475.bin"/><Relationship Id="rId5" Type="http://schemas.openxmlformats.org/officeDocument/2006/relationships/oleObject" Target="../embeddings/oleObject472.bin"/><Relationship Id="rId15" Type="http://schemas.openxmlformats.org/officeDocument/2006/relationships/oleObject" Target="../embeddings/oleObject477.bin"/><Relationship Id="rId23" Type="http://schemas.openxmlformats.org/officeDocument/2006/relationships/image" Target="../media/image397.wmf"/><Relationship Id="rId10" Type="http://schemas.openxmlformats.org/officeDocument/2006/relationships/image" Target="../media/image392.wmf"/><Relationship Id="rId19" Type="http://schemas.openxmlformats.org/officeDocument/2006/relationships/oleObject" Target="../embeddings/oleObject479.bin"/><Relationship Id="rId4" Type="http://schemas.openxmlformats.org/officeDocument/2006/relationships/image" Target="../media/image389.wmf"/><Relationship Id="rId9" Type="http://schemas.openxmlformats.org/officeDocument/2006/relationships/oleObject" Target="../embeddings/oleObject474.bin"/><Relationship Id="rId14" Type="http://schemas.openxmlformats.org/officeDocument/2006/relationships/image" Target="../media/image318.png"/><Relationship Id="rId22" Type="http://schemas.openxmlformats.org/officeDocument/2006/relationships/oleObject" Target="../embeddings/oleObject481.bin"/></Relationships>
</file>

<file path=ppt/slides/_rels/slide86.xml.rels><?xml version="1.0" encoding="UTF-8" standalone="yes"?>
<Relationships xmlns="http://schemas.openxmlformats.org/package/2006/relationships"><Relationship Id="rId8" Type="http://schemas.openxmlformats.org/officeDocument/2006/relationships/image" Target="../media/image400.wmf"/><Relationship Id="rId13" Type="http://schemas.openxmlformats.org/officeDocument/2006/relationships/oleObject" Target="../embeddings/oleObject487.bin"/><Relationship Id="rId3" Type="http://schemas.openxmlformats.org/officeDocument/2006/relationships/oleObject" Target="../embeddings/oleObject482.bin"/><Relationship Id="rId7" Type="http://schemas.openxmlformats.org/officeDocument/2006/relationships/oleObject" Target="../embeddings/oleObject484.bin"/><Relationship Id="rId12" Type="http://schemas.openxmlformats.org/officeDocument/2006/relationships/image" Target="../media/image402.wmf"/><Relationship Id="rId2" Type="http://schemas.openxmlformats.org/officeDocument/2006/relationships/slideLayout" Target="../slideLayouts/slideLayout7.xml"/><Relationship Id="rId1" Type="http://schemas.openxmlformats.org/officeDocument/2006/relationships/vmlDrawing" Target="../drawings/vmlDrawing74.vml"/><Relationship Id="rId6" Type="http://schemas.openxmlformats.org/officeDocument/2006/relationships/image" Target="../media/image399.wmf"/><Relationship Id="rId11" Type="http://schemas.openxmlformats.org/officeDocument/2006/relationships/oleObject" Target="../embeddings/oleObject486.bin"/><Relationship Id="rId5" Type="http://schemas.openxmlformats.org/officeDocument/2006/relationships/oleObject" Target="../embeddings/oleObject483.bin"/><Relationship Id="rId10" Type="http://schemas.openxmlformats.org/officeDocument/2006/relationships/image" Target="../media/image401.wmf"/><Relationship Id="rId4" Type="http://schemas.openxmlformats.org/officeDocument/2006/relationships/image" Target="../media/image398.wmf"/><Relationship Id="rId9" Type="http://schemas.openxmlformats.org/officeDocument/2006/relationships/oleObject" Target="../embeddings/oleObject485.bin"/><Relationship Id="rId14" Type="http://schemas.openxmlformats.org/officeDocument/2006/relationships/image" Target="../media/image403.wmf"/></Relationships>
</file>

<file path=ppt/slides/_rels/slide87.xml.rels><?xml version="1.0" encoding="UTF-8" standalone="yes"?>
<Relationships xmlns="http://schemas.openxmlformats.org/package/2006/relationships"><Relationship Id="rId3" Type="http://schemas.openxmlformats.org/officeDocument/2006/relationships/oleObject" Target="../embeddings/oleObject488.bin"/><Relationship Id="rId7" Type="http://schemas.openxmlformats.org/officeDocument/2006/relationships/image" Target="../media/image406.wmf"/><Relationship Id="rId2" Type="http://schemas.openxmlformats.org/officeDocument/2006/relationships/slideLayout" Target="../slideLayouts/slideLayout7.xml"/><Relationship Id="rId1" Type="http://schemas.openxmlformats.org/officeDocument/2006/relationships/vmlDrawing" Target="../drawings/vmlDrawing75.vml"/><Relationship Id="rId6" Type="http://schemas.openxmlformats.org/officeDocument/2006/relationships/image" Target="../media/image405.wmf"/><Relationship Id="rId5" Type="http://schemas.openxmlformats.org/officeDocument/2006/relationships/oleObject" Target="../embeddings/oleObject489.bin"/><Relationship Id="rId4" Type="http://schemas.openxmlformats.org/officeDocument/2006/relationships/image" Target="../media/image404.wmf"/></Relationships>
</file>

<file path=ppt/slides/_rels/slide88.xml.rels><?xml version="1.0" encoding="UTF-8" standalone="yes"?>
<Relationships xmlns="http://schemas.openxmlformats.org/package/2006/relationships"><Relationship Id="rId8" Type="http://schemas.openxmlformats.org/officeDocument/2006/relationships/image" Target="../media/image408.wmf"/><Relationship Id="rId13" Type="http://schemas.openxmlformats.org/officeDocument/2006/relationships/oleObject" Target="../embeddings/oleObject495.bin"/><Relationship Id="rId3" Type="http://schemas.openxmlformats.org/officeDocument/2006/relationships/oleObject" Target="../embeddings/oleObject490.bin"/><Relationship Id="rId7" Type="http://schemas.openxmlformats.org/officeDocument/2006/relationships/oleObject" Target="../embeddings/oleObject492.bin"/><Relationship Id="rId12" Type="http://schemas.openxmlformats.org/officeDocument/2006/relationships/image" Target="../media/image410.wmf"/><Relationship Id="rId2" Type="http://schemas.openxmlformats.org/officeDocument/2006/relationships/slideLayout" Target="../slideLayouts/slideLayout7.xml"/><Relationship Id="rId16" Type="http://schemas.openxmlformats.org/officeDocument/2006/relationships/image" Target="../media/image318.png"/><Relationship Id="rId1" Type="http://schemas.openxmlformats.org/officeDocument/2006/relationships/vmlDrawing" Target="../drawings/vmlDrawing76.vml"/><Relationship Id="rId6" Type="http://schemas.openxmlformats.org/officeDocument/2006/relationships/image" Target="../media/image247.wmf"/><Relationship Id="rId11" Type="http://schemas.openxmlformats.org/officeDocument/2006/relationships/oleObject" Target="../embeddings/oleObject494.bin"/><Relationship Id="rId5" Type="http://schemas.openxmlformats.org/officeDocument/2006/relationships/oleObject" Target="../embeddings/oleObject491.bin"/><Relationship Id="rId15" Type="http://schemas.openxmlformats.org/officeDocument/2006/relationships/oleObject" Target="../embeddings/oleObject496.bin"/><Relationship Id="rId10" Type="http://schemas.openxmlformats.org/officeDocument/2006/relationships/image" Target="../media/image409.wmf"/><Relationship Id="rId4" Type="http://schemas.openxmlformats.org/officeDocument/2006/relationships/image" Target="../media/image407.wmf"/><Relationship Id="rId9" Type="http://schemas.openxmlformats.org/officeDocument/2006/relationships/oleObject" Target="../embeddings/oleObject493.bin"/><Relationship Id="rId14" Type="http://schemas.openxmlformats.org/officeDocument/2006/relationships/image" Target="../media/image401.wmf"/></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ext Box 3">
            <a:extLst>
              <a:ext uri="{FF2B5EF4-FFF2-40B4-BE49-F238E27FC236}">
                <a16:creationId xmlns:a16="http://schemas.microsoft.com/office/drawing/2014/main" id="{30730599-EC90-463B-88BD-BA291BB7930A}"/>
              </a:ext>
            </a:extLst>
          </p:cNvPr>
          <p:cNvSpPr txBox="1">
            <a:spLocks noChangeArrowheads="1"/>
          </p:cNvSpPr>
          <p:nvPr/>
        </p:nvSpPr>
        <p:spPr bwMode="auto">
          <a:xfrm>
            <a:off x="1447800" y="533400"/>
            <a:ext cx="5562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4000" b="1">
                <a:latin typeface="隶书" panose="02010509060101010101" pitchFamily="49" charset="-122"/>
                <a:ea typeface="隶书" panose="02010509060101010101" pitchFamily="49" charset="-122"/>
              </a:rPr>
              <a:t>第五章  微分方程模型</a:t>
            </a:r>
          </a:p>
        </p:txBody>
      </p:sp>
      <p:sp>
        <p:nvSpPr>
          <p:cNvPr id="24580" name="Text Box 4">
            <a:extLst>
              <a:ext uri="{FF2B5EF4-FFF2-40B4-BE49-F238E27FC236}">
                <a16:creationId xmlns:a16="http://schemas.microsoft.com/office/drawing/2014/main" id="{DD5F0F84-D8E1-4B7B-BC11-0E21F753DEFF}"/>
              </a:ext>
            </a:extLst>
          </p:cNvPr>
          <p:cNvSpPr txBox="1">
            <a:spLocks noChangeArrowheads="1"/>
          </p:cNvSpPr>
          <p:nvPr/>
        </p:nvSpPr>
        <p:spPr bwMode="auto">
          <a:xfrm>
            <a:off x="1476375" y="1484313"/>
            <a:ext cx="5943600" cy="4729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30000"/>
              </a:spcBef>
            </a:pPr>
            <a:r>
              <a:rPr lang="en-US" altLang="zh-CN" b="1">
                <a:solidFill>
                  <a:srgbClr val="FF3300"/>
                </a:solidFill>
                <a:ea typeface="楷体_GB2312" pitchFamily="49" charset="-122"/>
                <a:hlinkClick r:id="rId3" action="ppaction://hlinksldjump"/>
              </a:rPr>
              <a:t>5.1</a:t>
            </a:r>
            <a:r>
              <a:rPr lang="en-US" altLang="zh-CN" b="1" u="sng">
                <a:solidFill>
                  <a:srgbClr val="FF3300"/>
                </a:solidFill>
                <a:ea typeface="楷体_GB2312" pitchFamily="49" charset="-122"/>
              </a:rPr>
              <a:t>    </a:t>
            </a:r>
            <a:r>
              <a:rPr lang="zh-CN" altLang="en-US" b="1">
                <a:solidFill>
                  <a:srgbClr val="FF3300"/>
                </a:solidFill>
                <a:hlinkClick r:id="rId4" action="ppaction://hlinksldjump"/>
              </a:rPr>
              <a:t>人口的增长</a:t>
            </a:r>
            <a:r>
              <a:rPr lang="en-US" altLang="zh-CN" b="1">
                <a:solidFill>
                  <a:srgbClr val="FF3300"/>
                </a:solidFill>
                <a:latin typeface="楷体_GB2312" pitchFamily="49" charset="-122"/>
                <a:ea typeface="楷体_GB2312" pitchFamily="49" charset="-122"/>
              </a:rPr>
              <a:t>#</a:t>
            </a:r>
          </a:p>
          <a:p>
            <a:pPr algn="just" eaLnBrk="1" hangingPunct="1">
              <a:spcBef>
                <a:spcPct val="30000"/>
              </a:spcBef>
            </a:pPr>
            <a:r>
              <a:rPr lang="en-US" altLang="zh-CN" b="1">
                <a:ea typeface="楷体_GB2312" pitchFamily="49" charset="-122"/>
                <a:hlinkClick r:id="rId5" action="ppaction://hlinksldjump"/>
              </a:rPr>
              <a:t>5.2</a:t>
            </a:r>
            <a:r>
              <a:rPr lang="en-US" altLang="zh-CN" b="1">
                <a:latin typeface="楷体_GB2312" pitchFamily="49" charset="-122"/>
                <a:ea typeface="楷体_GB2312" pitchFamily="49" charset="-122"/>
                <a:hlinkClick r:id="rId5" action="ppaction://hlinksldjump"/>
              </a:rPr>
              <a:t>  </a:t>
            </a:r>
            <a:r>
              <a:rPr lang="zh-CN" altLang="en-US" b="1">
                <a:latin typeface="楷体_GB2312" pitchFamily="49" charset="-122"/>
                <a:ea typeface="楷体_GB2312" pitchFamily="49" charset="-122"/>
                <a:hlinkClick r:id="rId5" action="ppaction://hlinksldjump"/>
              </a:rPr>
              <a:t>药物中毒急救</a:t>
            </a:r>
            <a:endParaRPr lang="zh-CN" altLang="en-US" b="1">
              <a:latin typeface="楷体_GB2312" pitchFamily="49" charset="-122"/>
              <a:ea typeface="楷体_GB2312" pitchFamily="49" charset="-122"/>
            </a:endParaRPr>
          </a:p>
          <a:p>
            <a:pPr algn="just" eaLnBrk="1" hangingPunct="1">
              <a:spcBef>
                <a:spcPct val="30000"/>
              </a:spcBef>
            </a:pPr>
            <a:r>
              <a:rPr lang="en-US" altLang="zh-CN" b="1">
                <a:ea typeface="楷体_GB2312" pitchFamily="49" charset="-122"/>
                <a:hlinkClick r:id="rId6" action="ppaction://hlinksldjump"/>
              </a:rPr>
              <a:t>5.3</a:t>
            </a:r>
            <a:r>
              <a:rPr lang="en-US" altLang="zh-CN" b="1">
                <a:latin typeface="楷体_GB2312" pitchFamily="49" charset="-122"/>
                <a:ea typeface="楷体_GB2312" pitchFamily="49" charset="-122"/>
                <a:hlinkClick r:id="rId6" action="ppaction://hlinksldjump"/>
              </a:rPr>
              <a:t>  </a:t>
            </a:r>
            <a:r>
              <a:rPr lang="zh-CN" altLang="en-US" b="1">
                <a:latin typeface="楷体_GB2312" pitchFamily="49" charset="-122"/>
                <a:ea typeface="楷体_GB2312" pitchFamily="49" charset="-122"/>
                <a:hlinkClick r:id="rId6" action="ppaction://hlinksldjump"/>
              </a:rPr>
              <a:t>捕鱼业的持续捕捞</a:t>
            </a:r>
            <a:r>
              <a:rPr lang="en-US" altLang="zh-CN" b="1">
                <a:solidFill>
                  <a:srgbClr val="FF3300"/>
                </a:solidFill>
                <a:ea typeface="楷体_GB2312" pitchFamily="49" charset="-122"/>
              </a:rPr>
              <a:t>#</a:t>
            </a:r>
            <a:endParaRPr lang="en-US" altLang="zh-CN" b="1">
              <a:solidFill>
                <a:srgbClr val="FF3300"/>
              </a:solidFill>
              <a:latin typeface="楷体_GB2312" pitchFamily="49" charset="-122"/>
              <a:ea typeface="楷体_GB2312" pitchFamily="49" charset="-122"/>
            </a:endParaRPr>
          </a:p>
          <a:p>
            <a:pPr algn="just" eaLnBrk="1" hangingPunct="1">
              <a:spcBef>
                <a:spcPct val="30000"/>
              </a:spcBef>
            </a:pPr>
            <a:r>
              <a:rPr lang="en-US" altLang="zh-CN" b="1">
                <a:ea typeface="楷体_GB2312" pitchFamily="49" charset="-122"/>
                <a:hlinkClick r:id="rId7" action="ppaction://hlinksldjump"/>
              </a:rPr>
              <a:t>5.4</a:t>
            </a:r>
            <a:r>
              <a:rPr lang="en-US" altLang="zh-CN" b="1">
                <a:latin typeface="楷体_GB2312" pitchFamily="49" charset="-122"/>
                <a:ea typeface="楷体_GB2312" pitchFamily="49" charset="-122"/>
                <a:hlinkClick r:id="rId7" action="ppaction://hlinksldjump"/>
              </a:rPr>
              <a:t>  </a:t>
            </a:r>
            <a:r>
              <a:rPr lang="zh-CN" altLang="en-US" b="1">
                <a:latin typeface="楷体_GB2312" pitchFamily="49" charset="-122"/>
                <a:ea typeface="楷体_GB2312" pitchFamily="49" charset="-122"/>
                <a:hlinkClick r:id="rId7" action="ppaction://hlinksldjump"/>
              </a:rPr>
              <a:t>资金劳动力与经济增长</a:t>
            </a:r>
            <a:endParaRPr lang="zh-CN" altLang="en-US" b="1">
              <a:latin typeface="楷体_GB2312" pitchFamily="49" charset="-122"/>
              <a:ea typeface="楷体_GB2312" pitchFamily="49" charset="-122"/>
            </a:endParaRPr>
          </a:p>
          <a:p>
            <a:pPr algn="just" eaLnBrk="1" hangingPunct="1">
              <a:spcBef>
                <a:spcPct val="30000"/>
              </a:spcBef>
            </a:pPr>
            <a:r>
              <a:rPr lang="en-US" altLang="zh-CN" b="1">
                <a:ea typeface="楷体_GB2312" pitchFamily="49" charset="-122"/>
                <a:hlinkClick r:id="rId8" action="ppaction://hlinksldjump"/>
              </a:rPr>
              <a:t>5.5</a:t>
            </a:r>
            <a:r>
              <a:rPr lang="en-US" altLang="zh-CN" b="1">
                <a:latin typeface="楷体_GB2312" pitchFamily="49" charset="-122"/>
                <a:ea typeface="楷体_GB2312" pitchFamily="49" charset="-122"/>
                <a:hlinkClick r:id="rId8" action="ppaction://hlinksldjump"/>
              </a:rPr>
              <a:t>  </a:t>
            </a:r>
            <a:r>
              <a:rPr lang="zh-CN" altLang="en-US" b="1">
                <a:latin typeface="楷体_GB2312" pitchFamily="49" charset="-122"/>
                <a:ea typeface="楷体_GB2312" pitchFamily="49" charset="-122"/>
                <a:hlinkClick r:id="rId8" action="ppaction://hlinksldjump"/>
              </a:rPr>
              <a:t>香烟过滤嘴的作用</a:t>
            </a:r>
            <a:endParaRPr lang="zh-CN" altLang="en-US" b="1">
              <a:latin typeface="楷体_GB2312" pitchFamily="49" charset="-122"/>
              <a:ea typeface="楷体_GB2312" pitchFamily="49" charset="-122"/>
            </a:endParaRPr>
          </a:p>
          <a:p>
            <a:pPr algn="just" eaLnBrk="1" hangingPunct="1">
              <a:spcBef>
                <a:spcPct val="30000"/>
              </a:spcBef>
            </a:pPr>
            <a:r>
              <a:rPr lang="en-US" altLang="zh-CN" b="1">
                <a:solidFill>
                  <a:srgbClr val="FF3300"/>
                </a:solidFill>
                <a:ea typeface="楷体_GB2312" pitchFamily="49" charset="-122"/>
                <a:hlinkClick r:id="rId4" action="ppaction://hlinksldjump"/>
              </a:rPr>
              <a:t>5.6   </a:t>
            </a:r>
            <a:r>
              <a:rPr lang="zh-CN" altLang="en-US" b="1">
                <a:solidFill>
                  <a:srgbClr val="FF3300"/>
                </a:solidFill>
                <a:ea typeface="楷体_GB2312" pitchFamily="49" charset="-122"/>
                <a:hlinkClick r:id="rId4" action="ppaction://hlinksldjump"/>
              </a:rPr>
              <a:t>火箭发射升空</a:t>
            </a:r>
            <a:r>
              <a:rPr lang="en-US" altLang="zh-CN" b="1">
                <a:solidFill>
                  <a:srgbClr val="FF3300"/>
                </a:solidFill>
                <a:ea typeface="楷体_GB2312" pitchFamily="49" charset="-122"/>
              </a:rPr>
              <a:t>#</a:t>
            </a:r>
            <a:endParaRPr lang="en-US" altLang="zh-CN" b="1">
              <a:solidFill>
                <a:srgbClr val="FF3300"/>
              </a:solidFill>
              <a:latin typeface="楷体_GB2312" pitchFamily="49" charset="-122"/>
              <a:ea typeface="楷体_GB2312" pitchFamily="49" charset="-122"/>
            </a:endParaRPr>
          </a:p>
          <a:p>
            <a:pPr algn="just" eaLnBrk="1" hangingPunct="1">
              <a:spcBef>
                <a:spcPct val="30000"/>
              </a:spcBef>
            </a:pPr>
            <a:r>
              <a:rPr lang="en-US" altLang="zh-CN" b="1">
                <a:ea typeface="楷体_GB2312" pitchFamily="49" charset="-122"/>
                <a:hlinkClick r:id="rId9" action="ppaction://hlinksldjump"/>
              </a:rPr>
              <a:t>5.7</a:t>
            </a:r>
            <a:r>
              <a:rPr lang="en-US" altLang="zh-CN" b="1">
                <a:latin typeface="楷体_GB2312" pitchFamily="49" charset="-122"/>
                <a:ea typeface="楷体_GB2312" pitchFamily="49" charset="-122"/>
                <a:hlinkClick r:id="rId9" action="ppaction://hlinksldjump"/>
              </a:rPr>
              <a:t>  </a:t>
            </a:r>
            <a:r>
              <a:rPr lang="zh-CN" altLang="en-US" b="1">
                <a:latin typeface="楷体_GB2312" pitchFamily="49" charset="-122"/>
                <a:ea typeface="楷体_GB2312" pitchFamily="49" charset="-122"/>
                <a:hlinkClick r:id="rId9" action="ppaction://hlinksldjump"/>
              </a:rPr>
              <a:t>食饵与捕食者模型</a:t>
            </a:r>
            <a:r>
              <a:rPr lang="en-US" altLang="zh-CN" b="1">
                <a:solidFill>
                  <a:srgbClr val="FF3300"/>
                </a:solidFill>
              </a:rPr>
              <a:t>#</a:t>
            </a:r>
            <a:endParaRPr lang="zh-CN" altLang="en-US" b="1">
              <a:latin typeface="楷体_GB2312" pitchFamily="49" charset="-122"/>
              <a:ea typeface="楷体_GB2312" pitchFamily="49" charset="-122"/>
            </a:endParaRPr>
          </a:p>
          <a:p>
            <a:pPr algn="just" eaLnBrk="1" hangingPunct="1">
              <a:spcBef>
                <a:spcPct val="30000"/>
              </a:spcBef>
            </a:pPr>
            <a:r>
              <a:rPr lang="en-US" altLang="zh-CN" b="1">
                <a:ea typeface="楷体_GB2312" pitchFamily="49" charset="-122"/>
                <a:hlinkClick r:id="rId10" action="ppaction://hlinksldjump"/>
              </a:rPr>
              <a:t>5.8</a:t>
            </a:r>
            <a:r>
              <a:rPr lang="en-US" altLang="zh-CN" b="1" u="sng">
                <a:solidFill>
                  <a:srgbClr val="0000FF"/>
                </a:solidFill>
                <a:ea typeface="楷体_GB2312" pitchFamily="49" charset="-122"/>
              </a:rPr>
              <a:t>    </a:t>
            </a:r>
            <a:r>
              <a:rPr lang="zh-CN" altLang="en-US" b="1" u="sng">
                <a:solidFill>
                  <a:srgbClr val="0000FF"/>
                </a:solidFill>
                <a:ea typeface="楷体_GB2312" pitchFamily="49" charset="-122"/>
              </a:rPr>
              <a:t>赛跑的速度</a:t>
            </a:r>
            <a:endParaRPr lang="zh-CN" altLang="en-US" b="1">
              <a:ea typeface="楷体_GB2312" pitchFamily="49" charset="-122"/>
              <a:hlinkClick r:id="rId10" action="ppaction://hlinksldjump"/>
            </a:endParaRPr>
          </a:p>
          <a:p>
            <a:pPr algn="just" eaLnBrk="1" hangingPunct="1">
              <a:spcBef>
                <a:spcPct val="30000"/>
              </a:spcBef>
            </a:pPr>
            <a:r>
              <a:rPr lang="en-US" altLang="zh-CN" b="1">
                <a:ea typeface="楷体_GB2312" pitchFamily="49" charset="-122"/>
                <a:hlinkClick r:id="rId10" action="ppaction://hlinksldjump"/>
              </a:rPr>
              <a:t>5.9   </a:t>
            </a:r>
            <a:r>
              <a:rPr lang="zh-CN" altLang="en-US" b="1">
                <a:ea typeface="楷体_GB2312" pitchFamily="49" charset="-122"/>
                <a:hlinkClick r:id="rId10" action="ppaction://hlinksldjump"/>
              </a:rPr>
              <a:t>有引力定律的发现</a:t>
            </a:r>
            <a:r>
              <a:rPr lang="en-US" altLang="zh-CN" b="1">
                <a:solidFill>
                  <a:srgbClr val="FF3300"/>
                </a:solidFill>
              </a:rPr>
              <a:t>#</a:t>
            </a:r>
            <a:endParaRPr lang="zh-CN" altLang="en-US" b="1">
              <a:ea typeface="楷体_GB2312" pitchFamily="49" charset="-122"/>
            </a:endParaRPr>
          </a:p>
          <a:p>
            <a:pPr algn="just" eaLnBrk="1" hangingPunct="1">
              <a:spcBef>
                <a:spcPct val="30000"/>
              </a:spcBef>
            </a:pPr>
            <a:r>
              <a:rPr lang="en-US" altLang="zh-CN" b="1" u="sng">
                <a:solidFill>
                  <a:srgbClr val="0000FF"/>
                </a:solidFill>
                <a:ea typeface="楷体_GB2312" pitchFamily="49" charset="-122"/>
              </a:rPr>
              <a:t>5.9   </a:t>
            </a:r>
            <a:r>
              <a:rPr lang="zh-CN" altLang="en-US" b="1" u="sng">
                <a:solidFill>
                  <a:srgbClr val="0000FF"/>
                </a:solidFill>
                <a:ea typeface="楷体_GB2312" pitchFamily="49" charset="-122"/>
              </a:rPr>
              <a:t>传染病模型和</a:t>
            </a:r>
            <a:r>
              <a:rPr lang="en-US" altLang="zh-CN" b="1" u="sng">
                <a:solidFill>
                  <a:srgbClr val="0000FF"/>
                </a:solidFill>
                <a:ea typeface="楷体_GB2312" pitchFamily="49" charset="-122"/>
              </a:rPr>
              <a:t>SARS</a:t>
            </a:r>
            <a:r>
              <a:rPr lang="zh-CN" altLang="en-US" b="1" u="sng">
                <a:solidFill>
                  <a:srgbClr val="0000FF"/>
                </a:solidFill>
                <a:ea typeface="楷体_GB2312" pitchFamily="49" charset="-122"/>
              </a:rPr>
              <a:t>的传播</a:t>
            </a:r>
            <a:r>
              <a:rPr lang="en-US" altLang="zh-CN" b="1">
                <a:solidFill>
                  <a:srgbClr val="FF0000"/>
                </a:solidFill>
                <a:ea typeface="楷体_GB2312" pitchFamily="49" charset="-122"/>
              </a:rPr>
              <a:t>#</a:t>
            </a:r>
            <a:endParaRPr lang="zh-CN" altLang="en-US" b="1">
              <a:solidFill>
                <a:srgbClr val="FF0000"/>
              </a:solidFill>
              <a:ea typeface="楷体_GB2312" pitchFamily="49" charset="-122"/>
            </a:endParaRPr>
          </a:p>
        </p:txBody>
      </p:sp>
      <p:pic>
        <p:nvPicPr>
          <p:cNvPr id="2052" name="Picture 4" descr="D:\work\101210数学模型（第四版）电子教案\logo.jpg">
            <a:extLst>
              <a:ext uri="{FF2B5EF4-FFF2-40B4-BE49-F238E27FC236}">
                <a16:creationId xmlns:a16="http://schemas.microsoft.com/office/drawing/2014/main" id="{F3C606C0-F79A-47FF-9CA6-27736369AF68}"/>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t="7460"/>
          <a:stretch>
            <a:fillRect/>
          </a:stretch>
        </p:blipFill>
        <p:spPr bwMode="auto">
          <a:xfrm>
            <a:off x="17463" y="20638"/>
            <a:ext cx="3335337"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iterate type="wd">
                                    <p:tmPct val="10000"/>
                                  </p:iterate>
                                  <p:childTnLst>
                                    <p:set>
                                      <p:cBhvr>
                                        <p:cTn id="6" dur="1" fill="hold">
                                          <p:stCondLst>
                                            <p:cond delay="0"/>
                                          </p:stCondLst>
                                        </p:cTn>
                                        <p:tgtEl>
                                          <p:spTgt spid="24580"/>
                                        </p:tgtEl>
                                        <p:attrNameLst>
                                          <p:attrName>style.visibility</p:attrName>
                                        </p:attrNameLst>
                                      </p:cBhvr>
                                      <p:to>
                                        <p:strVal val="visible"/>
                                      </p:to>
                                    </p:set>
                                    <p:animEffect transition="in" filter="wipe(left)">
                                      <p:cBhvr>
                                        <p:cTn id="7" dur="1000"/>
                                        <p:tgtEl>
                                          <p:spTgt spid="245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0"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9" name="Rectangle 3">
            <a:extLst>
              <a:ext uri="{FF2B5EF4-FFF2-40B4-BE49-F238E27FC236}">
                <a16:creationId xmlns:a16="http://schemas.microsoft.com/office/drawing/2014/main" id="{3AEB454E-291A-4D35-9D9B-EDEBEB044A0F}"/>
              </a:ext>
            </a:extLst>
          </p:cNvPr>
          <p:cNvSpPr>
            <a:spLocks noChangeArrowheads="1"/>
          </p:cNvSpPr>
          <p:nvPr/>
        </p:nvSpPr>
        <p:spPr bwMode="auto">
          <a:xfrm>
            <a:off x="611188" y="1341438"/>
            <a:ext cx="1509712" cy="533400"/>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a:ea typeface="楷体_GB2312" pitchFamily="49" charset="-122"/>
              </a:rPr>
              <a:t>背景</a:t>
            </a:r>
          </a:p>
        </p:txBody>
      </p:sp>
      <p:grpSp>
        <p:nvGrpSpPr>
          <p:cNvPr id="2" name="Group 4">
            <a:extLst>
              <a:ext uri="{FF2B5EF4-FFF2-40B4-BE49-F238E27FC236}">
                <a16:creationId xmlns:a16="http://schemas.microsoft.com/office/drawing/2014/main" id="{2192BB6C-4AD8-4994-8B70-605F2712720F}"/>
              </a:ext>
            </a:extLst>
          </p:cNvPr>
          <p:cNvGrpSpPr>
            <a:grpSpLocks/>
          </p:cNvGrpSpPr>
          <p:nvPr/>
        </p:nvGrpSpPr>
        <p:grpSpPr bwMode="auto">
          <a:xfrm>
            <a:off x="1181100" y="1989138"/>
            <a:ext cx="7729538" cy="1016000"/>
            <a:chOff x="192" y="1248"/>
            <a:chExt cx="5424" cy="768"/>
          </a:xfrm>
        </p:grpSpPr>
        <p:sp>
          <p:nvSpPr>
            <p:cNvPr id="7183" name="Rectangle 5">
              <a:extLst>
                <a:ext uri="{FF2B5EF4-FFF2-40B4-BE49-F238E27FC236}">
                  <a16:creationId xmlns:a16="http://schemas.microsoft.com/office/drawing/2014/main" id="{84C1AC3E-DDFD-404D-A8B8-904F6BE97237}"/>
                </a:ext>
              </a:extLst>
            </p:cNvPr>
            <p:cNvSpPr>
              <a:spLocks noChangeArrowheads="1"/>
            </p:cNvSpPr>
            <p:nvPr/>
          </p:nvSpPr>
          <p:spPr bwMode="auto">
            <a:xfrm>
              <a:off x="192" y="1248"/>
              <a:ext cx="5424" cy="768"/>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t>     </a:t>
              </a:r>
              <a:r>
                <a:rPr lang="zh-CN" altLang="en-US" b="1"/>
                <a:t>年份     </a:t>
              </a:r>
              <a:r>
                <a:rPr lang="en-US" altLang="zh-CN" b="1"/>
                <a:t>1625   1830   1930   1960   1974   1987   1999</a:t>
              </a:r>
            </a:p>
            <a:p>
              <a:pPr eaLnBrk="1" hangingPunct="1"/>
              <a:r>
                <a:rPr lang="zh-CN" altLang="en-US" b="1"/>
                <a:t>人口</a:t>
              </a:r>
              <a:r>
                <a:rPr lang="en-US" altLang="zh-CN" b="1"/>
                <a:t>(</a:t>
              </a:r>
              <a:r>
                <a:rPr lang="zh-CN" altLang="en-US" b="1"/>
                <a:t>亿</a:t>
              </a:r>
              <a:r>
                <a:rPr lang="en-US" altLang="zh-CN" b="1"/>
                <a:t>)      5        10       20       30       40       50       60</a:t>
              </a:r>
            </a:p>
          </p:txBody>
        </p:sp>
        <p:sp>
          <p:nvSpPr>
            <p:cNvPr id="7184" name="Line 6">
              <a:extLst>
                <a:ext uri="{FF2B5EF4-FFF2-40B4-BE49-F238E27FC236}">
                  <a16:creationId xmlns:a16="http://schemas.microsoft.com/office/drawing/2014/main" id="{AC8EF54D-CC96-4C0E-BA2F-715E1806C0A4}"/>
                </a:ext>
              </a:extLst>
            </p:cNvPr>
            <p:cNvSpPr>
              <a:spLocks noChangeShapeType="1"/>
            </p:cNvSpPr>
            <p:nvPr/>
          </p:nvSpPr>
          <p:spPr bwMode="auto">
            <a:xfrm>
              <a:off x="242" y="1632"/>
              <a:ext cx="53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85" name="Line 7">
              <a:extLst>
                <a:ext uri="{FF2B5EF4-FFF2-40B4-BE49-F238E27FC236}">
                  <a16:creationId xmlns:a16="http://schemas.microsoft.com/office/drawing/2014/main" id="{8327F7D3-E26F-4AB7-A84E-13C6081A0F93}"/>
                </a:ext>
              </a:extLst>
            </p:cNvPr>
            <p:cNvSpPr>
              <a:spLocks noChangeShapeType="1"/>
            </p:cNvSpPr>
            <p:nvPr/>
          </p:nvSpPr>
          <p:spPr bwMode="auto">
            <a:xfrm>
              <a:off x="1152" y="1296"/>
              <a:ext cx="0" cy="6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16744" name="Rectangle 8">
            <a:extLst>
              <a:ext uri="{FF2B5EF4-FFF2-40B4-BE49-F238E27FC236}">
                <a16:creationId xmlns:a16="http://schemas.microsoft.com/office/drawing/2014/main" id="{907246FA-99D6-4B96-9B95-DE30D6B112F9}"/>
              </a:ext>
            </a:extLst>
          </p:cNvPr>
          <p:cNvSpPr>
            <a:spLocks noChangeArrowheads="1"/>
          </p:cNvSpPr>
          <p:nvPr/>
        </p:nvSpPr>
        <p:spPr bwMode="auto">
          <a:xfrm>
            <a:off x="3419475" y="1268413"/>
            <a:ext cx="3425825" cy="60960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b="1"/>
              <a:t>世界人口增长概况</a:t>
            </a:r>
          </a:p>
        </p:txBody>
      </p:sp>
      <p:sp>
        <p:nvSpPr>
          <p:cNvPr id="116745" name="Rectangle 9">
            <a:extLst>
              <a:ext uri="{FF2B5EF4-FFF2-40B4-BE49-F238E27FC236}">
                <a16:creationId xmlns:a16="http://schemas.microsoft.com/office/drawing/2014/main" id="{9FE4C510-5D37-48AF-8C11-27F65634FC89}"/>
              </a:ext>
            </a:extLst>
          </p:cNvPr>
          <p:cNvSpPr>
            <a:spLocks noChangeArrowheads="1"/>
          </p:cNvSpPr>
          <p:nvPr/>
        </p:nvSpPr>
        <p:spPr bwMode="auto">
          <a:xfrm>
            <a:off x="3467100" y="3141663"/>
            <a:ext cx="3319463" cy="609600"/>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b="1"/>
              <a:t>中国人口增长概况</a:t>
            </a:r>
          </a:p>
        </p:txBody>
      </p:sp>
      <p:grpSp>
        <p:nvGrpSpPr>
          <p:cNvPr id="3" name="Group 10">
            <a:extLst>
              <a:ext uri="{FF2B5EF4-FFF2-40B4-BE49-F238E27FC236}">
                <a16:creationId xmlns:a16="http://schemas.microsoft.com/office/drawing/2014/main" id="{1C5D7584-BBB0-4930-B273-376721094887}"/>
              </a:ext>
            </a:extLst>
          </p:cNvPr>
          <p:cNvGrpSpPr>
            <a:grpSpLocks/>
          </p:cNvGrpSpPr>
          <p:nvPr/>
        </p:nvGrpSpPr>
        <p:grpSpPr bwMode="auto">
          <a:xfrm>
            <a:off x="611188" y="3860800"/>
            <a:ext cx="8316912" cy="1042988"/>
            <a:chOff x="48" y="2592"/>
            <a:chExt cx="5664" cy="768"/>
          </a:xfrm>
        </p:grpSpPr>
        <p:sp>
          <p:nvSpPr>
            <p:cNvPr id="7180" name="Rectangle 11">
              <a:extLst>
                <a:ext uri="{FF2B5EF4-FFF2-40B4-BE49-F238E27FC236}">
                  <a16:creationId xmlns:a16="http://schemas.microsoft.com/office/drawing/2014/main" id="{ACB1D5F8-5C58-42E3-B1FF-694A264D4E7C}"/>
                </a:ext>
              </a:extLst>
            </p:cNvPr>
            <p:cNvSpPr>
              <a:spLocks noChangeArrowheads="1"/>
            </p:cNvSpPr>
            <p:nvPr/>
          </p:nvSpPr>
          <p:spPr bwMode="auto">
            <a:xfrm>
              <a:off x="48" y="2592"/>
              <a:ext cx="5664" cy="768"/>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t>     </a:t>
              </a:r>
              <a:r>
                <a:rPr lang="zh-CN" altLang="en-US" b="1"/>
                <a:t>年份     </a:t>
              </a:r>
              <a:r>
                <a:rPr lang="en-US" altLang="zh-CN" b="1"/>
                <a:t>1908  1933  1953  1964  1982   1990   1995   2000</a:t>
              </a:r>
            </a:p>
            <a:p>
              <a:pPr eaLnBrk="1" hangingPunct="1"/>
              <a:r>
                <a:rPr lang="zh-CN" altLang="en-US" b="1"/>
                <a:t>人口</a:t>
              </a:r>
              <a:r>
                <a:rPr lang="en-US" altLang="zh-CN" b="1"/>
                <a:t>(</a:t>
              </a:r>
              <a:r>
                <a:rPr lang="zh-CN" altLang="en-US" b="1"/>
                <a:t>亿</a:t>
              </a:r>
              <a:r>
                <a:rPr lang="en-US" altLang="zh-CN" b="1"/>
                <a:t>)      3.0    4.7      6.0     7.2   10.3    11.3     12.0   13.0</a:t>
              </a:r>
            </a:p>
          </p:txBody>
        </p:sp>
        <p:sp>
          <p:nvSpPr>
            <p:cNvPr id="7181" name="Line 12">
              <a:extLst>
                <a:ext uri="{FF2B5EF4-FFF2-40B4-BE49-F238E27FC236}">
                  <a16:creationId xmlns:a16="http://schemas.microsoft.com/office/drawing/2014/main" id="{0CF424FB-9941-4EF3-8C22-11DC7AC1F459}"/>
                </a:ext>
              </a:extLst>
            </p:cNvPr>
            <p:cNvSpPr>
              <a:spLocks noChangeShapeType="1"/>
            </p:cNvSpPr>
            <p:nvPr/>
          </p:nvSpPr>
          <p:spPr bwMode="auto">
            <a:xfrm>
              <a:off x="146" y="2976"/>
              <a:ext cx="546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82" name="Line 13">
              <a:extLst>
                <a:ext uri="{FF2B5EF4-FFF2-40B4-BE49-F238E27FC236}">
                  <a16:creationId xmlns:a16="http://schemas.microsoft.com/office/drawing/2014/main" id="{56BE8227-334D-47E3-8F33-7299CDBE05D5}"/>
                </a:ext>
              </a:extLst>
            </p:cNvPr>
            <p:cNvSpPr>
              <a:spLocks noChangeShapeType="1"/>
            </p:cNvSpPr>
            <p:nvPr/>
          </p:nvSpPr>
          <p:spPr bwMode="auto">
            <a:xfrm>
              <a:off x="1008" y="2640"/>
              <a:ext cx="0" cy="6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16750" name="Rectangle 14">
            <a:extLst>
              <a:ext uri="{FF2B5EF4-FFF2-40B4-BE49-F238E27FC236}">
                <a16:creationId xmlns:a16="http://schemas.microsoft.com/office/drawing/2014/main" id="{3317FA54-F2B6-42B6-BE66-531FB9F9DB72}"/>
              </a:ext>
            </a:extLst>
          </p:cNvPr>
          <p:cNvSpPr>
            <a:spLocks noChangeArrowheads="1"/>
          </p:cNvSpPr>
          <p:nvPr/>
        </p:nvSpPr>
        <p:spPr bwMode="auto">
          <a:xfrm>
            <a:off x="1187450" y="5157788"/>
            <a:ext cx="30861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a:ea typeface="楷体_GB2312" pitchFamily="49" charset="-122"/>
              </a:rPr>
              <a:t>研究人口变化规律</a:t>
            </a:r>
          </a:p>
        </p:txBody>
      </p:sp>
      <p:sp>
        <p:nvSpPr>
          <p:cNvPr id="116751" name="Rectangle 15">
            <a:extLst>
              <a:ext uri="{FF2B5EF4-FFF2-40B4-BE49-F238E27FC236}">
                <a16:creationId xmlns:a16="http://schemas.microsoft.com/office/drawing/2014/main" id="{6A907E32-10D6-4492-8EEA-60C62F3F9E08}"/>
              </a:ext>
            </a:extLst>
          </p:cNvPr>
          <p:cNvSpPr>
            <a:spLocks noChangeArrowheads="1"/>
          </p:cNvSpPr>
          <p:nvPr/>
        </p:nvSpPr>
        <p:spPr bwMode="auto">
          <a:xfrm>
            <a:off x="5070475" y="5734050"/>
            <a:ext cx="2957513"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a:ea typeface="楷体_GB2312" pitchFamily="49" charset="-122"/>
              </a:rPr>
              <a:t>控制人口过快增长</a:t>
            </a:r>
          </a:p>
        </p:txBody>
      </p:sp>
      <p:sp>
        <p:nvSpPr>
          <p:cNvPr id="7177" name="Text Box 17">
            <a:extLst>
              <a:ext uri="{FF2B5EF4-FFF2-40B4-BE49-F238E27FC236}">
                <a16:creationId xmlns:a16="http://schemas.microsoft.com/office/drawing/2014/main" id="{9361657B-15E8-4839-8DDB-87EDFC522AAF}"/>
              </a:ext>
            </a:extLst>
          </p:cNvPr>
          <p:cNvSpPr txBox="1">
            <a:spLocks noChangeArrowheads="1"/>
          </p:cNvSpPr>
          <p:nvPr/>
        </p:nvSpPr>
        <p:spPr bwMode="auto">
          <a:xfrm>
            <a:off x="1187450" y="404813"/>
            <a:ext cx="6191250" cy="641350"/>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3600" b="1" dirty="0">
                <a:solidFill>
                  <a:srgbClr val="0000FF"/>
                </a:solidFill>
                <a:ea typeface="楷体_GB2312" pitchFamily="49" charset="-122"/>
              </a:rPr>
              <a:t>1</a:t>
            </a:r>
            <a:r>
              <a:rPr lang="zh-CN" altLang="en-US" sz="3600" b="1" dirty="0">
                <a:solidFill>
                  <a:srgbClr val="0000FF"/>
                </a:solidFill>
                <a:ea typeface="楷体_GB2312" pitchFamily="49" charset="-122"/>
              </a:rPr>
              <a:t>、人口增长模型</a:t>
            </a:r>
          </a:p>
        </p:txBody>
      </p:sp>
      <p:sp>
        <p:nvSpPr>
          <p:cNvPr id="116754" name="Rectangle 18">
            <a:extLst>
              <a:ext uri="{FF2B5EF4-FFF2-40B4-BE49-F238E27FC236}">
                <a16:creationId xmlns:a16="http://schemas.microsoft.com/office/drawing/2014/main" id="{D8602E7E-D1F5-4D4F-974C-6788292269B0}"/>
              </a:ext>
            </a:extLst>
          </p:cNvPr>
          <p:cNvSpPr>
            <a:spLocks noChangeArrowheads="1"/>
          </p:cNvSpPr>
          <p:nvPr/>
        </p:nvSpPr>
        <p:spPr bwMode="auto">
          <a:xfrm>
            <a:off x="1135063" y="5805488"/>
            <a:ext cx="32210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latin typeface="楷体_GB2312" pitchFamily="49" charset="-122"/>
                <a:ea typeface="楷体_GB2312" pitchFamily="49" charset="-122"/>
              </a:rPr>
              <a:t>做出较准确的预报 </a:t>
            </a:r>
          </a:p>
        </p:txBody>
      </p:sp>
      <p:sp>
        <p:nvSpPr>
          <p:cNvPr id="116755" name="Rectangle 19">
            <a:extLst>
              <a:ext uri="{FF2B5EF4-FFF2-40B4-BE49-F238E27FC236}">
                <a16:creationId xmlns:a16="http://schemas.microsoft.com/office/drawing/2014/main" id="{34AB562E-2745-4408-9F07-912FDEBEDAC5}"/>
              </a:ext>
            </a:extLst>
          </p:cNvPr>
          <p:cNvSpPr>
            <a:spLocks noChangeArrowheads="1"/>
          </p:cNvSpPr>
          <p:nvPr/>
        </p:nvSpPr>
        <p:spPr bwMode="auto">
          <a:xfrm>
            <a:off x="4932363" y="5157788"/>
            <a:ext cx="32210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latin typeface="楷体_GB2312" pitchFamily="49" charset="-122"/>
                <a:ea typeface="楷体_GB2312" pitchFamily="49" charset="-122"/>
              </a:rPr>
              <a:t>建立人口数学模型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673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116744"/>
                                        </p:tgtEl>
                                        <p:attrNameLst>
                                          <p:attrName>style.visibility</p:attrName>
                                        </p:attrNameLst>
                                      </p:cBhvr>
                                      <p:to>
                                        <p:strVal val="visible"/>
                                      </p:to>
                                    </p:set>
                                    <p:animEffect transition="in" filter="blinds(horizontal)">
                                      <p:cBhvr>
                                        <p:cTn id="11" dur="1000"/>
                                        <p:tgtEl>
                                          <p:spTgt spid="116744"/>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5" presetClass="entr" presetSubtype="10"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checkerboard(across)">
                                      <p:cBhvr>
                                        <p:cTn id="16" dur="1000"/>
                                        <p:tgtEl>
                                          <p:spTgt spid="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116745"/>
                                        </p:tgtEl>
                                        <p:attrNameLst>
                                          <p:attrName>style.visibility</p:attrName>
                                        </p:attrNameLst>
                                      </p:cBhvr>
                                      <p:to>
                                        <p:strVal val="visible"/>
                                      </p:to>
                                    </p:set>
                                    <p:animEffect transition="in" filter="blinds(horizontal)">
                                      <p:cBhvr>
                                        <p:cTn id="21" dur="1000"/>
                                        <p:tgtEl>
                                          <p:spTgt spid="116745"/>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6" presetClass="entr" presetSubtype="42" fill="hold" nodeType="click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barn(outHorizontal)">
                                      <p:cBhvr>
                                        <p:cTn id="26" dur="1000"/>
                                        <p:tgtEl>
                                          <p:spTgt spid="3"/>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7" presetClass="entr" presetSubtype="10" fill="hold" grpId="0" nodeType="clickEffect">
                                  <p:stCondLst>
                                    <p:cond delay="0"/>
                                  </p:stCondLst>
                                  <p:childTnLst>
                                    <p:set>
                                      <p:cBhvr>
                                        <p:cTn id="30" dur="1" fill="hold">
                                          <p:stCondLst>
                                            <p:cond delay="0"/>
                                          </p:stCondLst>
                                        </p:cTn>
                                        <p:tgtEl>
                                          <p:spTgt spid="116750"/>
                                        </p:tgtEl>
                                        <p:attrNameLst>
                                          <p:attrName>style.visibility</p:attrName>
                                        </p:attrNameLst>
                                      </p:cBhvr>
                                      <p:to>
                                        <p:strVal val="visible"/>
                                      </p:to>
                                    </p:set>
                                    <p:anim calcmode="lin" valueType="num">
                                      <p:cBhvr>
                                        <p:cTn id="31" dur="1000" fill="hold"/>
                                        <p:tgtEl>
                                          <p:spTgt spid="116750"/>
                                        </p:tgtEl>
                                        <p:attrNameLst>
                                          <p:attrName>ppt_w</p:attrName>
                                        </p:attrNameLst>
                                      </p:cBhvr>
                                      <p:tavLst>
                                        <p:tav tm="0">
                                          <p:val>
                                            <p:fltVal val="0"/>
                                          </p:val>
                                        </p:tav>
                                        <p:tav tm="100000">
                                          <p:val>
                                            <p:strVal val="#ppt_w"/>
                                          </p:val>
                                        </p:tav>
                                      </p:tavLst>
                                    </p:anim>
                                    <p:anim calcmode="lin" valueType="num">
                                      <p:cBhvr>
                                        <p:cTn id="32" dur="1000" fill="hold"/>
                                        <p:tgtEl>
                                          <p:spTgt spid="116750"/>
                                        </p:tgtEl>
                                        <p:attrNameLst>
                                          <p:attrName>ppt_h</p:attrName>
                                        </p:attrNameLst>
                                      </p:cBhvr>
                                      <p:tavLst>
                                        <p:tav tm="0">
                                          <p:val>
                                            <p:strVal val="#ppt_h"/>
                                          </p:val>
                                        </p:tav>
                                        <p:tav tm="100000">
                                          <p:val>
                                            <p:strVal val="#ppt_h"/>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17" presetClass="entr" presetSubtype="10" fill="hold" grpId="0" nodeType="clickEffect">
                                  <p:stCondLst>
                                    <p:cond delay="0"/>
                                  </p:stCondLst>
                                  <p:childTnLst>
                                    <p:set>
                                      <p:cBhvr>
                                        <p:cTn id="36" dur="1" fill="hold">
                                          <p:stCondLst>
                                            <p:cond delay="0"/>
                                          </p:stCondLst>
                                        </p:cTn>
                                        <p:tgtEl>
                                          <p:spTgt spid="116755"/>
                                        </p:tgtEl>
                                        <p:attrNameLst>
                                          <p:attrName>style.visibility</p:attrName>
                                        </p:attrNameLst>
                                      </p:cBhvr>
                                      <p:to>
                                        <p:strVal val="visible"/>
                                      </p:to>
                                    </p:set>
                                    <p:anim calcmode="lin" valueType="num">
                                      <p:cBhvr>
                                        <p:cTn id="37" dur="1000" fill="hold"/>
                                        <p:tgtEl>
                                          <p:spTgt spid="116755"/>
                                        </p:tgtEl>
                                        <p:attrNameLst>
                                          <p:attrName>ppt_w</p:attrName>
                                        </p:attrNameLst>
                                      </p:cBhvr>
                                      <p:tavLst>
                                        <p:tav tm="0">
                                          <p:val>
                                            <p:fltVal val="0"/>
                                          </p:val>
                                        </p:tav>
                                        <p:tav tm="100000">
                                          <p:val>
                                            <p:strVal val="#ppt_w"/>
                                          </p:val>
                                        </p:tav>
                                      </p:tavLst>
                                    </p:anim>
                                    <p:anim calcmode="lin" valueType="num">
                                      <p:cBhvr>
                                        <p:cTn id="38" dur="1000" fill="hold"/>
                                        <p:tgtEl>
                                          <p:spTgt spid="116755"/>
                                        </p:tgtEl>
                                        <p:attrNameLst>
                                          <p:attrName>ppt_h</p:attrName>
                                        </p:attrNameLst>
                                      </p:cBhvr>
                                      <p:tavLst>
                                        <p:tav tm="0">
                                          <p:val>
                                            <p:strVal val="#ppt_h"/>
                                          </p:val>
                                        </p:tav>
                                        <p:tav tm="100000">
                                          <p:val>
                                            <p:strVal val="#ppt_h"/>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17" presetClass="entr" presetSubtype="10" fill="hold" grpId="0" nodeType="clickEffect">
                                  <p:stCondLst>
                                    <p:cond delay="0"/>
                                  </p:stCondLst>
                                  <p:childTnLst>
                                    <p:set>
                                      <p:cBhvr>
                                        <p:cTn id="42" dur="1" fill="hold">
                                          <p:stCondLst>
                                            <p:cond delay="0"/>
                                          </p:stCondLst>
                                        </p:cTn>
                                        <p:tgtEl>
                                          <p:spTgt spid="116754"/>
                                        </p:tgtEl>
                                        <p:attrNameLst>
                                          <p:attrName>style.visibility</p:attrName>
                                        </p:attrNameLst>
                                      </p:cBhvr>
                                      <p:to>
                                        <p:strVal val="visible"/>
                                      </p:to>
                                    </p:set>
                                    <p:anim calcmode="lin" valueType="num">
                                      <p:cBhvr>
                                        <p:cTn id="43" dur="1000" fill="hold"/>
                                        <p:tgtEl>
                                          <p:spTgt spid="116754"/>
                                        </p:tgtEl>
                                        <p:attrNameLst>
                                          <p:attrName>ppt_w</p:attrName>
                                        </p:attrNameLst>
                                      </p:cBhvr>
                                      <p:tavLst>
                                        <p:tav tm="0">
                                          <p:val>
                                            <p:fltVal val="0"/>
                                          </p:val>
                                        </p:tav>
                                        <p:tav tm="100000">
                                          <p:val>
                                            <p:strVal val="#ppt_w"/>
                                          </p:val>
                                        </p:tav>
                                      </p:tavLst>
                                    </p:anim>
                                    <p:anim calcmode="lin" valueType="num">
                                      <p:cBhvr>
                                        <p:cTn id="44" dur="1000" fill="hold"/>
                                        <p:tgtEl>
                                          <p:spTgt spid="116754"/>
                                        </p:tgtEl>
                                        <p:attrNameLst>
                                          <p:attrName>ppt_h</p:attrName>
                                        </p:attrNameLst>
                                      </p:cBhvr>
                                      <p:tavLst>
                                        <p:tav tm="0">
                                          <p:val>
                                            <p:strVal val="#ppt_h"/>
                                          </p:val>
                                        </p:tav>
                                        <p:tav tm="100000">
                                          <p:val>
                                            <p:strVal val="#ppt_h"/>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18" presetClass="entr" presetSubtype="3" fill="hold" grpId="0" nodeType="clickEffect">
                                  <p:stCondLst>
                                    <p:cond delay="0"/>
                                  </p:stCondLst>
                                  <p:childTnLst>
                                    <p:set>
                                      <p:cBhvr>
                                        <p:cTn id="48" dur="1" fill="hold">
                                          <p:stCondLst>
                                            <p:cond delay="0"/>
                                          </p:stCondLst>
                                        </p:cTn>
                                        <p:tgtEl>
                                          <p:spTgt spid="116751"/>
                                        </p:tgtEl>
                                        <p:attrNameLst>
                                          <p:attrName>style.visibility</p:attrName>
                                        </p:attrNameLst>
                                      </p:cBhvr>
                                      <p:to>
                                        <p:strVal val="visible"/>
                                      </p:to>
                                    </p:set>
                                    <p:animEffect transition="in" filter="strips(upRight)">
                                      <p:cBhvr>
                                        <p:cTn id="49" dur="1000"/>
                                        <p:tgtEl>
                                          <p:spTgt spid="1167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39" grpId="0" animBg="1"/>
      <p:bldP spid="116744" grpId="0" animBg="1" autoUpdateAnimBg="0"/>
      <p:bldP spid="116745" grpId="0" animBg="1" autoUpdateAnimBg="0"/>
      <p:bldP spid="116750" grpId="0" animBg="1" autoUpdateAnimBg="0"/>
      <p:bldP spid="116751" grpId="0" animBg="1" autoUpdateAnimBg="0"/>
      <p:bldP spid="116754" grpId="0"/>
      <p:bldP spid="11675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7" name="Rectangle 3">
            <a:extLst>
              <a:ext uri="{FF2B5EF4-FFF2-40B4-BE49-F238E27FC236}">
                <a16:creationId xmlns:a16="http://schemas.microsoft.com/office/drawing/2014/main" id="{9587F848-301D-44B9-805F-E449F1DC5A58}"/>
              </a:ext>
            </a:extLst>
          </p:cNvPr>
          <p:cNvSpPr>
            <a:spLocks noChangeArrowheads="1"/>
          </p:cNvSpPr>
          <p:nvPr/>
        </p:nvSpPr>
        <p:spPr bwMode="auto">
          <a:xfrm>
            <a:off x="179388" y="1773238"/>
            <a:ext cx="7162800" cy="533400"/>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a:solidFill>
                  <a:srgbClr val="0000FF"/>
                </a:solidFill>
                <a:latin typeface="楷体_GB2312" pitchFamily="49" charset="-122"/>
                <a:ea typeface="楷体_GB2312" pitchFamily="49" charset="-122"/>
              </a:rPr>
              <a:t>（</a:t>
            </a:r>
            <a:r>
              <a:rPr lang="en-US" altLang="zh-CN" sz="2800" b="1">
                <a:solidFill>
                  <a:srgbClr val="0000FF"/>
                </a:solidFill>
                <a:latin typeface="楷体_GB2312" pitchFamily="49" charset="-122"/>
                <a:ea typeface="楷体_GB2312" pitchFamily="49" charset="-122"/>
              </a:rPr>
              <a:t>2</a:t>
            </a:r>
            <a:r>
              <a:rPr lang="zh-CN" altLang="en-US" sz="2800" b="1">
                <a:solidFill>
                  <a:srgbClr val="0000FF"/>
                </a:solidFill>
                <a:latin typeface="楷体_GB2312" pitchFamily="49" charset="-122"/>
                <a:ea typeface="楷体_GB2312" pitchFamily="49" charset="-122"/>
              </a:rPr>
              <a:t>）指数增长模型 </a:t>
            </a:r>
            <a:r>
              <a:rPr lang="en-US" altLang="zh-CN" sz="2800" b="1">
                <a:ea typeface="楷体_GB2312" pitchFamily="49" charset="-122"/>
              </a:rPr>
              <a:t>——</a:t>
            </a:r>
            <a:r>
              <a:rPr lang="zh-CN" altLang="en-US" sz="2800" b="1">
                <a:latin typeface="楷体_GB2312" pitchFamily="49" charset="-122"/>
                <a:ea typeface="楷体_GB2312" pitchFamily="49" charset="-122"/>
              </a:rPr>
              <a:t>马尔萨斯</a:t>
            </a:r>
            <a:r>
              <a:rPr lang="en-US" altLang="zh-CN" sz="2800" b="1">
                <a:ea typeface="楷体_GB2312" pitchFamily="49" charset="-122"/>
              </a:rPr>
              <a:t>1798</a:t>
            </a:r>
            <a:r>
              <a:rPr lang="zh-CN" altLang="en-US" sz="2800" b="1">
                <a:ea typeface="楷体_GB2312" pitchFamily="49" charset="-122"/>
              </a:rPr>
              <a:t>年</a:t>
            </a:r>
            <a:r>
              <a:rPr lang="zh-CN" altLang="en-US" sz="2800" b="1">
                <a:latin typeface="楷体_GB2312" pitchFamily="49" charset="-122"/>
                <a:ea typeface="楷体_GB2312" pitchFamily="49" charset="-122"/>
              </a:rPr>
              <a:t>提出</a:t>
            </a:r>
          </a:p>
        </p:txBody>
      </p:sp>
      <p:sp>
        <p:nvSpPr>
          <p:cNvPr id="8195" name="Rectangle 4">
            <a:extLst>
              <a:ext uri="{FF2B5EF4-FFF2-40B4-BE49-F238E27FC236}">
                <a16:creationId xmlns:a16="http://schemas.microsoft.com/office/drawing/2014/main" id="{9D6AB19C-1F09-4BB0-91BF-BB808D12D439}"/>
              </a:ext>
            </a:extLst>
          </p:cNvPr>
          <p:cNvSpPr>
            <a:spLocks noChangeArrowheads="1"/>
          </p:cNvSpPr>
          <p:nvPr/>
        </p:nvSpPr>
        <p:spPr bwMode="auto">
          <a:xfrm>
            <a:off x="609600" y="457200"/>
            <a:ext cx="2590800" cy="533400"/>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a:solidFill>
                  <a:srgbClr val="0000FF"/>
                </a:solidFill>
                <a:ea typeface="楷体_GB2312" pitchFamily="49" charset="-122"/>
              </a:rPr>
              <a:t>（</a:t>
            </a:r>
            <a:r>
              <a:rPr lang="en-US" altLang="zh-CN" sz="2800" b="1">
                <a:solidFill>
                  <a:srgbClr val="0000FF"/>
                </a:solidFill>
                <a:ea typeface="楷体_GB2312" pitchFamily="49" charset="-122"/>
              </a:rPr>
              <a:t>1</a:t>
            </a:r>
            <a:r>
              <a:rPr lang="zh-CN" altLang="en-US" sz="2800" b="1">
                <a:solidFill>
                  <a:srgbClr val="0000FF"/>
                </a:solidFill>
                <a:ea typeface="楷体_GB2312" pitchFamily="49" charset="-122"/>
              </a:rPr>
              <a:t>）常用的计算公式</a:t>
            </a:r>
            <a:endParaRPr lang="zh-CN" altLang="en-US" sz="2800" b="1">
              <a:solidFill>
                <a:srgbClr val="0000FF"/>
              </a:solidFill>
            </a:endParaRPr>
          </a:p>
        </p:txBody>
      </p:sp>
      <p:graphicFrame>
        <p:nvGraphicFramePr>
          <p:cNvPr id="117765" name="Object 5">
            <a:extLst>
              <a:ext uri="{FF2B5EF4-FFF2-40B4-BE49-F238E27FC236}">
                <a16:creationId xmlns:a16="http://schemas.microsoft.com/office/drawing/2014/main" id="{543BD4B7-6FC5-4DD7-8EE0-F892548E6CF9}"/>
              </a:ext>
            </a:extLst>
          </p:cNvPr>
          <p:cNvGraphicFramePr>
            <a:graphicFrameLocks noChangeAspect="1"/>
          </p:cNvGraphicFramePr>
          <p:nvPr/>
        </p:nvGraphicFramePr>
        <p:xfrm>
          <a:off x="3581400" y="990600"/>
          <a:ext cx="2819400" cy="685800"/>
        </p:xfrm>
        <a:graphic>
          <a:graphicData uri="http://schemas.openxmlformats.org/presentationml/2006/ole">
            <mc:AlternateContent xmlns:mc="http://schemas.openxmlformats.org/markup-compatibility/2006">
              <mc:Choice xmlns:v="urn:schemas-microsoft-com:vml" Requires="v">
                <p:oleObj spid="_x0000_s8231" name="文档" r:id="rId3" imgW="896112" imgH="228600" progId="Word.Document.8">
                  <p:embed/>
                </p:oleObj>
              </mc:Choice>
              <mc:Fallback>
                <p:oleObj name="文档" r:id="rId3" imgW="896112" imgH="228600" progId="Word.Document.8">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81400" y="990600"/>
                        <a:ext cx="2819400" cy="685800"/>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7766" name="Rectangle 6">
            <a:extLst>
              <a:ext uri="{FF2B5EF4-FFF2-40B4-BE49-F238E27FC236}">
                <a16:creationId xmlns:a16="http://schemas.microsoft.com/office/drawing/2014/main" id="{AED819B9-3BBD-41B9-806E-6C51B81E5776}"/>
              </a:ext>
            </a:extLst>
          </p:cNvPr>
          <p:cNvSpPr>
            <a:spLocks noChangeArrowheads="1"/>
          </p:cNvSpPr>
          <p:nvPr/>
        </p:nvSpPr>
        <p:spPr bwMode="auto">
          <a:xfrm>
            <a:off x="609600" y="3200400"/>
            <a:ext cx="28956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800" b="1" i="1"/>
              <a:t>x</a:t>
            </a:r>
            <a:r>
              <a:rPr lang="en-US" altLang="zh-CN" sz="2800" b="1"/>
              <a:t>(</a:t>
            </a:r>
            <a:r>
              <a:rPr lang="en-US" altLang="zh-CN" sz="2800" b="1" i="1"/>
              <a:t>t</a:t>
            </a:r>
            <a:r>
              <a:rPr lang="en-US" altLang="zh-CN" sz="2800" b="1"/>
              <a:t>) ~</a:t>
            </a:r>
            <a:r>
              <a:rPr lang="zh-CN" altLang="zh-CN" sz="2800" b="1"/>
              <a:t>时刻</a:t>
            </a:r>
            <a:r>
              <a:rPr lang="en-US" altLang="zh-CN" sz="2800" b="1" i="1"/>
              <a:t>t</a:t>
            </a:r>
            <a:r>
              <a:rPr lang="zh-CN" altLang="en-US" sz="2800" b="1"/>
              <a:t>的</a:t>
            </a:r>
            <a:r>
              <a:rPr lang="zh-CN" altLang="zh-CN" sz="2800" b="1"/>
              <a:t>人口</a:t>
            </a:r>
            <a:endParaRPr lang="zh-CN" altLang="en-US" sz="2800" b="1"/>
          </a:p>
        </p:txBody>
      </p:sp>
      <p:sp>
        <p:nvSpPr>
          <p:cNvPr id="117767" name="Rectangle 7">
            <a:extLst>
              <a:ext uri="{FF2B5EF4-FFF2-40B4-BE49-F238E27FC236}">
                <a16:creationId xmlns:a16="http://schemas.microsoft.com/office/drawing/2014/main" id="{02C6A1A0-2E1A-492B-803F-7083855C6C1E}"/>
              </a:ext>
            </a:extLst>
          </p:cNvPr>
          <p:cNvSpPr>
            <a:spLocks noChangeArrowheads="1"/>
          </p:cNvSpPr>
          <p:nvPr/>
        </p:nvSpPr>
        <p:spPr bwMode="auto">
          <a:xfrm>
            <a:off x="609600" y="2438400"/>
            <a:ext cx="6934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zh-CN" sz="2800" b="1"/>
              <a:t>基本假设</a:t>
            </a:r>
            <a:r>
              <a:rPr lang="zh-CN" altLang="en-US" sz="2800" b="1" i="1"/>
              <a:t> </a:t>
            </a:r>
            <a:r>
              <a:rPr lang="en-US" altLang="zh-CN" sz="2800" b="1"/>
              <a:t>: </a:t>
            </a:r>
            <a:r>
              <a:rPr lang="zh-CN" altLang="en-US" sz="2800" b="1"/>
              <a:t>人口</a:t>
            </a:r>
            <a:r>
              <a:rPr lang="en-US" altLang="zh-CN" sz="2800" b="1"/>
              <a:t>(</a:t>
            </a:r>
            <a:r>
              <a:rPr lang="zh-CN" altLang="en-US" sz="2800" b="1"/>
              <a:t>相对</a:t>
            </a:r>
            <a:r>
              <a:rPr lang="en-US" altLang="zh-CN" sz="2800" b="1"/>
              <a:t>)</a:t>
            </a:r>
            <a:r>
              <a:rPr lang="zh-CN" altLang="en-US" sz="2800" b="1"/>
              <a:t>增长率 </a:t>
            </a:r>
            <a:r>
              <a:rPr lang="en-US" altLang="zh-CN" sz="2800" b="1" i="1"/>
              <a:t>r</a:t>
            </a:r>
            <a:r>
              <a:rPr lang="en-US" altLang="zh-CN" sz="2800" b="1"/>
              <a:t> </a:t>
            </a:r>
            <a:r>
              <a:rPr lang="zh-CN" altLang="en-US" sz="2800" b="1"/>
              <a:t>是常数</a:t>
            </a:r>
          </a:p>
        </p:txBody>
      </p:sp>
      <p:graphicFrame>
        <p:nvGraphicFramePr>
          <p:cNvPr id="117768" name="Object 8">
            <a:extLst>
              <a:ext uri="{FF2B5EF4-FFF2-40B4-BE49-F238E27FC236}">
                <a16:creationId xmlns:a16="http://schemas.microsoft.com/office/drawing/2014/main" id="{819FDEE9-FE74-441B-B790-BD14057AEC29}"/>
              </a:ext>
            </a:extLst>
          </p:cNvPr>
          <p:cNvGraphicFramePr>
            <a:graphicFrameLocks noChangeAspect="1"/>
          </p:cNvGraphicFramePr>
          <p:nvPr/>
        </p:nvGraphicFramePr>
        <p:xfrm>
          <a:off x="4179888" y="3048000"/>
          <a:ext cx="3363912" cy="1108075"/>
        </p:xfrm>
        <a:graphic>
          <a:graphicData uri="http://schemas.openxmlformats.org/presentationml/2006/ole">
            <mc:AlternateContent xmlns:mc="http://schemas.openxmlformats.org/markup-compatibility/2006">
              <mc:Choice xmlns:v="urn:schemas-microsoft-com:vml" Requires="v">
                <p:oleObj spid="_x0000_s8232" name="公式" r:id="rId5" imgW="1308100" imgH="419100" progId="Equation.3">
                  <p:embed/>
                </p:oleObj>
              </mc:Choice>
              <mc:Fallback>
                <p:oleObj name="公式" r:id="rId5" imgW="1308100" imgH="41910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79888" y="3048000"/>
                        <a:ext cx="3363912" cy="1108075"/>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7769" name="Rectangle 9">
            <a:extLst>
              <a:ext uri="{FF2B5EF4-FFF2-40B4-BE49-F238E27FC236}">
                <a16:creationId xmlns:a16="http://schemas.microsoft.com/office/drawing/2014/main" id="{41F174C6-CD8F-4DA3-89C4-07EE30DA5109}"/>
              </a:ext>
            </a:extLst>
          </p:cNvPr>
          <p:cNvSpPr>
            <a:spLocks noChangeArrowheads="1"/>
          </p:cNvSpPr>
          <p:nvPr/>
        </p:nvSpPr>
        <p:spPr bwMode="auto">
          <a:xfrm>
            <a:off x="4067175" y="404813"/>
            <a:ext cx="3810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a:t>今年人口 </a:t>
            </a:r>
            <a:r>
              <a:rPr lang="en-US" altLang="zh-CN" sz="2800" b="1" i="1"/>
              <a:t>x</a:t>
            </a:r>
            <a:r>
              <a:rPr lang="en-US" altLang="zh-CN" sz="2800" b="1" baseline="-25000"/>
              <a:t>0</a:t>
            </a:r>
            <a:r>
              <a:rPr lang="en-US" altLang="zh-CN" sz="2800" b="1"/>
              <a:t>, </a:t>
            </a:r>
            <a:r>
              <a:rPr lang="zh-CN" altLang="en-US" sz="2800" b="1"/>
              <a:t>年增长率 </a:t>
            </a:r>
            <a:r>
              <a:rPr lang="en-US" altLang="zh-CN" sz="2800" b="1" i="1"/>
              <a:t>r</a:t>
            </a:r>
            <a:endParaRPr lang="en-US" altLang="zh-CN" sz="2800" b="1"/>
          </a:p>
        </p:txBody>
      </p:sp>
      <p:sp>
        <p:nvSpPr>
          <p:cNvPr id="117770" name="Rectangle 10">
            <a:extLst>
              <a:ext uri="{FF2B5EF4-FFF2-40B4-BE49-F238E27FC236}">
                <a16:creationId xmlns:a16="http://schemas.microsoft.com/office/drawing/2014/main" id="{DBF94D93-C419-436B-92E6-212C00212475}"/>
              </a:ext>
            </a:extLst>
          </p:cNvPr>
          <p:cNvSpPr>
            <a:spLocks noChangeArrowheads="1"/>
          </p:cNvSpPr>
          <p:nvPr/>
        </p:nvSpPr>
        <p:spPr bwMode="auto">
          <a:xfrm>
            <a:off x="1295400" y="1066800"/>
            <a:ext cx="18288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800" b="1" i="1"/>
              <a:t>k</a:t>
            </a:r>
            <a:r>
              <a:rPr lang="zh-CN" altLang="zh-CN" sz="2800" b="1"/>
              <a:t>年后人口</a:t>
            </a:r>
            <a:endParaRPr lang="zh-CN" altLang="en-US" sz="2800" b="1"/>
          </a:p>
        </p:txBody>
      </p:sp>
      <p:graphicFrame>
        <p:nvGraphicFramePr>
          <p:cNvPr id="117771" name="Object 11">
            <a:extLst>
              <a:ext uri="{FF2B5EF4-FFF2-40B4-BE49-F238E27FC236}">
                <a16:creationId xmlns:a16="http://schemas.microsoft.com/office/drawing/2014/main" id="{740B4750-F5FC-4717-ADC0-ADE117119130}"/>
              </a:ext>
            </a:extLst>
          </p:cNvPr>
          <p:cNvGraphicFramePr>
            <a:graphicFrameLocks noChangeAspect="1"/>
          </p:cNvGraphicFramePr>
          <p:nvPr/>
        </p:nvGraphicFramePr>
        <p:xfrm>
          <a:off x="533400" y="3962400"/>
          <a:ext cx="3429000" cy="1066800"/>
        </p:xfrm>
        <a:graphic>
          <a:graphicData uri="http://schemas.openxmlformats.org/presentationml/2006/ole">
            <mc:AlternateContent xmlns:mc="http://schemas.openxmlformats.org/markup-compatibility/2006">
              <mc:Choice xmlns:v="urn:schemas-microsoft-com:vml" Requires="v">
                <p:oleObj spid="_x0000_s8233" name="Equation" r:id="rId7" imgW="1143000" imgH="393480" progId="Equation.DSMT4">
                  <p:embed/>
                </p:oleObj>
              </mc:Choice>
              <mc:Fallback>
                <p:oleObj name="Equation" r:id="rId7" imgW="1143000" imgH="393480" progId="Equation.DSMT4">
                  <p:embed/>
                  <p:pic>
                    <p:nvPicPr>
                      <p:cNvPr id="0"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3400" y="3962400"/>
                        <a:ext cx="3429000" cy="1066800"/>
                      </a:xfrm>
                      <a:prstGeom prst="rect">
                        <a:avLst/>
                      </a:prstGeom>
                      <a:noFill/>
                      <a:ln>
                        <a:noFill/>
                      </a:ln>
                      <a:effectLst/>
                      <a:extLst>
                        <a:ext uri="{909E8E84-426E-40DD-AFC4-6F175D3DCCD1}">
                          <a14:hiddenFill xmlns:a14="http://schemas.microsoft.com/office/drawing/2010/main">
                            <a:gradFill rotWithShape="0">
                              <a:gsLst>
                                <a:gs pos="0">
                                  <a:srgbClr val="FFCCFF"/>
                                </a:gs>
                                <a:gs pos="100000">
                                  <a:srgbClr val="FFFFFF"/>
                                </a:gs>
                              </a:gsLst>
                              <a:lin ang="5400000" scaled="1"/>
                            </a:gra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7772" name="Object 12">
            <a:extLst>
              <a:ext uri="{FF2B5EF4-FFF2-40B4-BE49-F238E27FC236}">
                <a16:creationId xmlns:a16="http://schemas.microsoft.com/office/drawing/2014/main" id="{0C6A26BD-04FE-4E8D-B499-F526E85773C9}"/>
              </a:ext>
            </a:extLst>
          </p:cNvPr>
          <p:cNvGraphicFramePr>
            <a:graphicFrameLocks noChangeAspect="1"/>
          </p:cNvGraphicFramePr>
          <p:nvPr/>
        </p:nvGraphicFramePr>
        <p:xfrm>
          <a:off x="4267200" y="5105400"/>
          <a:ext cx="2286000" cy="685800"/>
        </p:xfrm>
        <a:graphic>
          <a:graphicData uri="http://schemas.openxmlformats.org/presentationml/2006/ole">
            <mc:AlternateContent xmlns:mc="http://schemas.openxmlformats.org/markup-compatibility/2006">
              <mc:Choice xmlns:v="urn:schemas-microsoft-com:vml" Requires="v">
                <p:oleObj spid="_x0000_s8234" name="Equation" r:id="rId9" imgW="838200" imgH="241300" progId="Equation.DSMT4">
                  <p:embed/>
                </p:oleObj>
              </mc:Choice>
              <mc:Fallback>
                <p:oleObj name="Equation" r:id="rId9" imgW="838200" imgH="241300" progId="Equation.DSMT4">
                  <p:embed/>
                  <p:pic>
                    <p:nvPicPr>
                      <p:cNvPr id="0" name="Object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67200" y="5105400"/>
                        <a:ext cx="2286000" cy="685800"/>
                      </a:xfrm>
                      <a:prstGeom prst="rect">
                        <a:avLst/>
                      </a:prstGeom>
                      <a:noFill/>
                      <a:ln>
                        <a:noFill/>
                      </a:ln>
                      <a:effectLst/>
                      <a:extLst>
                        <a:ext uri="{909E8E84-426E-40DD-AFC4-6F175D3DCCD1}">
                          <a14:hiddenFill xmlns:a14="http://schemas.microsoft.com/office/drawing/2010/main">
                            <a:gradFill rotWithShape="0">
                              <a:gsLst>
                                <a:gs pos="0">
                                  <a:srgbClr val="FFFF99"/>
                                </a:gs>
                                <a:gs pos="100000">
                                  <a:srgbClr val="FFCCFF"/>
                                </a:gs>
                              </a:gsLst>
                              <a:lin ang="5400000" scaled="1"/>
                            </a:gra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7773" name="Object 13">
            <a:extLst>
              <a:ext uri="{FF2B5EF4-FFF2-40B4-BE49-F238E27FC236}">
                <a16:creationId xmlns:a16="http://schemas.microsoft.com/office/drawing/2014/main" id="{B4037508-053C-4E50-87BA-6FAE7E4A9626}"/>
              </a:ext>
            </a:extLst>
          </p:cNvPr>
          <p:cNvGraphicFramePr>
            <a:graphicFrameLocks noChangeAspect="1"/>
          </p:cNvGraphicFramePr>
          <p:nvPr/>
        </p:nvGraphicFramePr>
        <p:xfrm>
          <a:off x="6588125" y="5084763"/>
          <a:ext cx="1828800" cy="685800"/>
        </p:xfrm>
        <a:graphic>
          <a:graphicData uri="http://schemas.openxmlformats.org/presentationml/2006/ole">
            <mc:AlternateContent xmlns:mc="http://schemas.openxmlformats.org/markup-compatibility/2006">
              <mc:Choice xmlns:v="urn:schemas-microsoft-com:vml" Requires="v">
                <p:oleObj spid="_x0000_s8235" name="公式" r:id="rId11" imgW="698500" imgH="241300" progId="Equation.3">
                  <p:embed/>
                </p:oleObj>
              </mc:Choice>
              <mc:Fallback>
                <p:oleObj name="公式" r:id="rId11" imgW="698500" imgH="241300" progId="Equation.3">
                  <p:embed/>
                  <p:pic>
                    <p:nvPicPr>
                      <p:cNvPr id="0" name="Object 1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588125" y="5084763"/>
                        <a:ext cx="1828800" cy="685800"/>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7774" name="Text Box 14">
            <a:extLst>
              <a:ext uri="{FF2B5EF4-FFF2-40B4-BE49-F238E27FC236}">
                <a16:creationId xmlns:a16="http://schemas.microsoft.com/office/drawing/2014/main" id="{E19EEE47-A128-4900-AED9-6B19B6448C72}"/>
              </a:ext>
            </a:extLst>
          </p:cNvPr>
          <p:cNvSpPr txBox="1">
            <a:spLocks noChangeArrowheads="1"/>
          </p:cNvSpPr>
          <p:nvPr/>
        </p:nvSpPr>
        <p:spPr bwMode="auto">
          <a:xfrm>
            <a:off x="685800" y="5867400"/>
            <a:ext cx="7543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随着时间增加，人口按指数规律无限增长</a:t>
            </a:r>
            <a:r>
              <a:rPr lang="en-US" altLang="zh-CN" sz="2800" b="1"/>
              <a:t>.  </a:t>
            </a:r>
          </a:p>
        </p:txBody>
      </p:sp>
      <p:sp>
        <p:nvSpPr>
          <p:cNvPr id="117775" name="Rectangle 15">
            <a:extLst>
              <a:ext uri="{FF2B5EF4-FFF2-40B4-BE49-F238E27FC236}">
                <a16:creationId xmlns:a16="http://schemas.microsoft.com/office/drawing/2014/main" id="{4629C916-E7EC-4458-9DCB-4346062742C5}"/>
              </a:ext>
            </a:extLst>
          </p:cNvPr>
          <p:cNvSpPr>
            <a:spLocks noChangeArrowheads="1"/>
          </p:cNvSpPr>
          <p:nvPr/>
        </p:nvSpPr>
        <p:spPr bwMode="auto">
          <a:xfrm>
            <a:off x="755650" y="5157788"/>
            <a:ext cx="3097213" cy="533400"/>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a:ea typeface="楷体_GB2312" pitchFamily="49" charset="-122"/>
              </a:rPr>
              <a:t>与常用公式的一致</a:t>
            </a:r>
            <a:endParaRPr lang="zh-CN" altLang="en-US" sz="2800" b="1"/>
          </a:p>
        </p:txBody>
      </p:sp>
      <p:grpSp>
        <p:nvGrpSpPr>
          <p:cNvPr id="2" name="Group 16">
            <a:extLst>
              <a:ext uri="{FF2B5EF4-FFF2-40B4-BE49-F238E27FC236}">
                <a16:creationId xmlns:a16="http://schemas.microsoft.com/office/drawing/2014/main" id="{6E1A25F5-49CA-4B79-8A78-93D1CB5024BC}"/>
              </a:ext>
            </a:extLst>
          </p:cNvPr>
          <p:cNvGrpSpPr>
            <a:grpSpLocks noChangeAspect="1"/>
          </p:cNvGrpSpPr>
          <p:nvPr/>
        </p:nvGrpSpPr>
        <p:grpSpPr bwMode="auto">
          <a:xfrm>
            <a:off x="4284663" y="4149725"/>
            <a:ext cx="2366962" cy="742950"/>
            <a:chOff x="2744" y="2702"/>
            <a:chExt cx="1445" cy="454"/>
          </a:xfrm>
        </p:grpSpPr>
        <p:sp>
          <p:nvSpPr>
            <p:cNvPr id="8210" name="AutoShape 17">
              <a:extLst>
                <a:ext uri="{FF2B5EF4-FFF2-40B4-BE49-F238E27FC236}">
                  <a16:creationId xmlns:a16="http://schemas.microsoft.com/office/drawing/2014/main" id="{EB559B35-C955-4451-898E-B2BD952DA7E4}"/>
                </a:ext>
              </a:extLst>
            </p:cNvPr>
            <p:cNvSpPr>
              <a:spLocks noChangeAspect="1" noChangeArrowheads="1" noTextEdit="1"/>
            </p:cNvSpPr>
            <p:nvPr/>
          </p:nvSpPr>
          <p:spPr bwMode="auto">
            <a:xfrm>
              <a:off x="2744" y="2704"/>
              <a:ext cx="1445" cy="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211" name="Rectangle 18">
              <a:extLst>
                <a:ext uri="{FF2B5EF4-FFF2-40B4-BE49-F238E27FC236}">
                  <a16:creationId xmlns:a16="http://schemas.microsoft.com/office/drawing/2014/main" id="{06051D2F-3E62-4C2E-996E-C5A9C7451AFF}"/>
                </a:ext>
              </a:extLst>
            </p:cNvPr>
            <p:cNvSpPr>
              <a:spLocks noChangeArrowheads="1"/>
            </p:cNvSpPr>
            <p:nvPr/>
          </p:nvSpPr>
          <p:spPr bwMode="auto">
            <a:xfrm>
              <a:off x="4052" y="2759"/>
              <a:ext cx="84" cy="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i="1">
                  <a:solidFill>
                    <a:srgbClr val="FF3300"/>
                  </a:solidFill>
                </a:rPr>
                <a:t>rt</a:t>
              </a:r>
              <a:endParaRPr lang="en-US" altLang="zh-CN" b="1">
                <a:solidFill>
                  <a:srgbClr val="FF3300"/>
                </a:solidFill>
              </a:endParaRPr>
            </a:p>
          </p:txBody>
        </p:sp>
        <p:sp>
          <p:nvSpPr>
            <p:cNvPr id="8212" name="Rectangle 19">
              <a:extLst>
                <a:ext uri="{FF2B5EF4-FFF2-40B4-BE49-F238E27FC236}">
                  <a16:creationId xmlns:a16="http://schemas.microsoft.com/office/drawing/2014/main" id="{D2298AAF-4517-45CA-93DD-A3796775644A}"/>
                </a:ext>
              </a:extLst>
            </p:cNvPr>
            <p:cNvSpPr>
              <a:spLocks noChangeArrowheads="1"/>
            </p:cNvSpPr>
            <p:nvPr/>
          </p:nvSpPr>
          <p:spPr bwMode="auto">
            <a:xfrm>
              <a:off x="3883" y="2737"/>
              <a:ext cx="131" cy="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800" b="1">
                  <a:solidFill>
                    <a:srgbClr val="FF3300"/>
                  </a:solidFill>
                </a:rPr>
                <a:t>e</a:t>
              </a:r>
              <a:endParaRPr lang="en-US" altLang="zh-CN" b="1">
                <a:solidFill>
                  <a:srgbClr val="FF3300"/>
                </a:solidFill>
              </a:endParaRPr>
            </a:p>
          </p:txBody>
        </p:sp>
        <p:sp>
          <p:nvSpPr>
            <p:cNvPr id="8213" name="Rectangle 20">
              <a:extLst>
                <a:ext uri="{FF2B5EF4-FFF2-40B4-BE49-F238E27FC236}">
                  <a16:creationId xmlns:a16="http://schemas.microsoft.com/office/drawing/2014/main" id="{5526530F-C5D9-4A45-AA13-1DB6B605AA08}"/>
                </a:ext>
              </a:extLst>
            </p:cNvPr>
            <p:cNvSpPr>
              <a:spLocks noChangeArrowheads="1"/>
            </p:cNvSpPr>
            <p:nvPr/>
          </p:nvSpPr>
          <p:spPr bwMode="auto">
            <a:xfrm>
              <a:off x="3640" y="2737"/>
              <a:ext cx="148" cy="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800" b="1" i="1">
                  <a:solidFill>
                    <a:srgbClr val="FF3300"/>
                  </a:solidFill>
                </a:rPr>
                <a:t>x</a:t>
              </a:r>
              <a:endParaRPr lang="en-US" altLang="zh-CN" b="1">
                <a:solidFill>
                  <a:srgbClr val="FF3300"/>
                </a:solidFill>
              </a:endParaRPr>
            </a:p>
          </p:txBody>
        </p:sp>
        <p:sp>
          <p:nvSpPr>
            <p:cNvPr id="8214" name="Rectangle 21">
              <a:extLst>
                <a:ext uri="{FF2B5EF4-FFF2-40B4-BE49-F238E27FC236}">
                  <a16:creationId xmlns:a16="http://schemas.microsoft.com/office/drawing/2014/main" id="{350723A1-4FD3-4C76-8E2B-41A64DA1CD07}"/>
                </a:ext>
              </a:extLst>
            </p:cNvPr>
            <p:cNvSpPr>
              <a:spLocks noChangeArrowheads="1"/>
            </p:cNvSpPr>
            <p:nvPr/>
          </p:nvSpPr>
          <p:spPr bwMode="auto">
            <a:xfrm>
              <a:off x="3063" y="2737"/>
              <a:ext cx="81" cy="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800" b="1" i="1">
                  <a:solidFill>
                    <a:srgbClr val="FF3300"/>
                  </a:solidFill>
                </a:rPr>
                <a:t>t</a:t>
              </a:r>
              <a:endParaRPr lang="en-US" altLang="zh-CN" b="1">
                <a:solidFill>
                  <a:srgbClr val="FF3300"/>
                </a:solidFill>
              </a:endParaRPr>
            </a:p>
          </p:txBody>
        </p:sp>
        <p:sp>
          <p:nvSpPr>
            <p:cNvPr id="8215" name="Rectangle 22">
              <a:extLst>
                <a:ext uri="{FF2B5EF4-FFF2-40B4-BE49-F238E27FC236}">
                  <a16:creationId xmlns:a16="http://schemas.microsoft.com/office/drawing/2014/main" id="{93B4A18A-D443-4D73-8B56-BA802F64A59C}"/>
                </a:ext>
              </a:extLst>
            </p:cNvPr>
            <p:cNvSpPr>
              <a:spLocks noChangeArrowheads="1"/>
            </p:cNvSpPr>
            <p:nvPr/>
          </p:nvSpPr>
          <p:spPr bwMode="auto">
            <a:xfrm>
              <a:off x="2808" y="2737"/>
              <a:ext cx="147" cy="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800" b="1" i="1">
                  <a:solidFill>
                    <a:srgbClr val="FF3300"/>
                  </a:solidFill>
                </a:rPr>
                <a:t>x</a:t>
              </a:r>
              <a:endParaRPr lang="en-US" altLang="zh-CN" b="1">
                <a:solidFill>
                  <a:srgbClr val="FF3300"/>
                </a:solidFill>
              </a:endParaRPr>
            </a:p>
          </p:txBody>
        </p:sp>
        <p:sp>
          <p:nvSpPr>
            <p:cNvPr id="8216" name="Rectangle 23">
              <a:extLst>
                <a:ext uri="{FF2B5EF4-FFF2-40B4-BE49-F238E27FC236}">
                  <a16:creationId xmlns:a16="http://schemas.microsoft.com/office/drawing/2014/main" id="{43052588-43CD-498B-A1CE-B8298489313B}"/>
                </a:ext>
              </a:extLst>
            </p:cNvPr>
            <p:cNvSpPr>
              <a:spLocks noChangeArrowheads="1"/>
            </p:cNvSpPr>
            <p:nvPr/>
          </p:nvSpPr>
          <p:spPr bwMode="auto">
            <a:xfrm>
              <a:off x="3793" y="2970"/>
              <a:ext cx="62" cy="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a:solidFill>
                    <a:srgbClr val="FF3300"/>
                  </a:solidFill>
                </a:rPr>
                <a:t>0</a:t>
              </a:r>
              <a:endParaRPr lang="en-US" altLang="zh-CN" b="1">
                <a:solidFill>
                  <a:srgbClr val="FF3300"/>
                </a:solidFill>
              </a:endParaRPr>
            </a:p>
          </p:txBody>
        </p:sp>
        <p:sp>
          <p:nvSpPr>
            <p:cNvPr id="8217" name="Rectangle 24">
              <a:extLst>
                <a:ext uri="{FF2B5EF4-FFF2-40B4-BE49-F238E27FC236}">
                  <a16:creationId xmlns:a16="http://schemas.microsoft.com/office/drawing/2014/main" id="{E02FAA8C-64A7-4ECB-8A85-55958220EFAA}"/>
                </a:ext>
              </a:extLst>
            </p:cNvPr>
            <p:cNvSpPr>
              <a:spLocks noChangeArrowheads="1"/>
            </p:cNvSpPr>
            <p:nvPr/>
          </p:nvSpPr>
          <p:spPr bwMode="auto">
            <a:xfrm>
              <a:off x="3174" y="2737"/>
              <a:ext cx="98" cy="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800" b="1">
                  <a:solidFill>
                    <a:srgbClr val="FF3300"/>
                  </a:solidFill>
                </a:rPr>
                <a:t>)</a:t>
              </a:r>
              <a:endParaRPr lang="en-US" altLang="zh-CN" b="1">
                <a:solidFill>
                  <a:srgbClr val="FF3300"/>
                </a:solidFill>
              </a:endParaRPr>
            </a:p>
          </p:txBody>
        </p:sp>
        <p:sp>
          <p:nvSpPr>
            <p:cNvPr id="8218" name="Rectangle 25">
              <a:extLst>
                <a:ext uri="{FF2B5EF4-FFF2-40B4-BE49-F238E27FC236}">
                  <a16:creationId xmlns:a16="http://schemas.microsoft.com/office/drawing/2014/main" id="{AC1261F1-3C6A-4D52-9E6B-527BE38385F5}"/>
                </a:ext>
              </a:extLst>
            </p:cNvPr>
            <p:cNvSpPr>
              <a:spLocks noChangeArrowheads="1"/>
            </p:cNvSpPr>
            <p:nvPr/>
          </p:nvSpPr>
          <p:spPr bwMode="auto">
            <a:xfrm>
              <a:off x="2958" y="2737"/>
              <a:ext cx="98" cy="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800" b="1">
                  <a:solidFill>
                    <a:srgbClr val="FF3300"/>
                  </a:solidFill>
                </a:rPr>
                <a:t>(</a:t>
              </a:r>
              <a:endParaRPr lang="en-US" altLang="zh-CN" b="1">
                <a:solidFill>
                  <a:srgbClr val="FF3300"/>
                </a:solidFill>
              </a:endParaRPr>
            </a:p>
          </p:txBody>
        </p:sp>
        <p:sp>
          <p:nvSpPr>
            <p:cNvPr id="8219" name="Rectangle 26">
              <a:extLst>
                <a:ext uri="{FF2B5EF4-FFF2-40B4-BE49-F238E27FC236}">
                  <a16:creationId xmlns:a16="http://schemas.microsoft.com/office/drawing/2014/main" id="{0C5D7769-A155-4BAF-9CFD-66446B406D0D}"/>
                </a:ext>
              </a:extLst>
            </p:cNvPr>
            <p:cNvSpPr>
              <a:spLocks noChangeArrowheads="1"/>
            </p:cNvSpPr>
            <p:nvPr/>
          </p:nvSpPr>
          <p:spPr bwMode="auto">
            <a:xfrm>
              <a:off x="3364" y="2702"/>
              <a:ext cx="162" cy="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800" b="1">
                  <a:solidFill>
                    <a:srgbClr val="FF3300"/>
                  </a:solidFill>
                  <a:latin typeface="Symbol" panose="05050102010706020507" pitchFamily="18" charset="2"/>
                </a:rPr>
                <a:t>=</a:t>
              </a:r>
              <a:endParaRPr lang="en-US" altLang="zh-CN" b="1">
                <a:solidFill>
                  <a:srgbClr val="FF3300"/>
                </a:solidFill>
              </a:endParaRPr>
            </a:p>
          </p:txBody>
        </p:sp>
      </p:grpSp>
      <p:sp>
        <p:nvSpPr>
          <p:cNvPr id="8208" name="Text Box 27">
            <a:extLst>
              <a:ext uri="{FF2B5EF4-FFF2-40B4-BE49-F238E27FC236}">
                <a16:creationId xmlns:a16="http://schemas.microsoft.com/office/drawing/2014/main" id="{E9CA4B1F-40D0-496A-A0F2-4AC8207884CA}"/>
              </a:ext>
            </a:extLst>
          </p:cNvPr>
          <p:cNvSpPr txBox="1">
            <a:spLocks noChangeArrowheads="1"/>
          </p:cNvSpPr>
          <p:nvPr/>
        </p:nvSpPr>
        <p:spPr bwMode="auto">
          <a:xfrm>
            <a:off x="6084888" y="5734050"/>
            <a:ext cx="10080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zh-CN"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5" fill="hold" grpId="0" nodeType="clickEffect">
                                  <p:stCondLst>
                                    <p:cond delay="0"/>
                                  </p:stCondLst>
                                  <p:childTnLst>
                                    <p:set>
                                      <p:cBhvr>
                                        <p:cTn id="6" dur="1" fill="hold">
                                          <p:stCondLst>
                                            <p:cond delay="0"/>
                                          </p:stCondLst>
                                        </p:cTn>
                                        <p:tgtEl>
                                          <p:spTgt spid="117769"/>
                                        </p:tgtEl>
                                        <p:attrNameLst>
                                          <p:attrName>style.visibility</p:attrName>
                                        </p:attrNameLst>
                                      </p:cBhvr>
                                      <p:to>
                                        <p:strVal val="visible"/>
                                      </p:to>
                                    </p:set>
                                    <p:animEffect transition="in" filter="blinds(vertical)">
                                      <p:cBhvr>
                                        <p:cTn id="7" dur="1000"/>
                                        <p:tgtEl>
                                          <p:spTgt spid="11776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17770"/>
                                        </p:tgtEl>
                                        <p:attrNameLst>
                                          <p:attrName>style.visibility</p:attrName>
                                        </p:attrNameLst>
                                      </p:cBhvr>
                                      <p:to>
                                        <p:strVal val="visible"/>
                                      </p:to>
                                    </p:set>
                                    <p:animEffect transition="in" filter="box(in)">
                                      <p:cBhvr>
                                        <p:cTn id="12" dur="1000"/>
                                        <p:tgtEl>
                                          <p:spTgt spid="11777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117765"/>
                                        </p:tgtEl>
                                        <p:attrNameLst>
                                          <p:attrName>style.visibility</p:attrName>
                                        </p:attrNameLst>
                                      </p:cBhvr>
                                      <p:to>
                                        <p:strVal val="visible"/>
                                      </p:to>
                                    </p:set>
                                    <p:animEffect transition="in" filter="dissolve">
                                      <p:cBhvr>
                                        <p:cTn id="17" dur="1000"/>
                                        <p:tgtEl>
                                          <p:spTgt spid="11776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93187"/>
                                        </p:tgtEl>
                                        <p:attrNameLst>
                                          <p:attrName>style.visibility</p:attrName>
                                        </p:attrNameLst>
                                      </p:cBhvr>
                                      <p:to>
                                        <p:strVal val="visible"/>
                                      </p:to>
                                    </p:set>
                                    <p:animEffect transition="in" filter="blinds(horizontal)">
                                      <p:cBhvr>
                                        <p:cTn id="22" dur="1000"/>
                                        <p:tgtEl>
                                          <p:spTgt spid="9318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5" fill="hold" grpId="0" nodeType="clickEffect">
                                  <p:stCondLst>
                                    <p:cond delay="0"/>
                                  </p:stCondLst>
                                  <p:childTnLst>
                                    <p:set>
                                      <p:cBhvr>
                                        <p:cTn id="26" dur="1" fill="hold">
                                          <p:stCondLst>
                                            <p:cond delay="0"/>
                                          </p:stCondLst>
                                        </p:cTn>
                                        <p:tgtEl>
                                          <p:spTgt spid="117767"/>
                                        </p:tgtEl>
                                        <p:attrNameLst>
                                          <p:attrName>style.visibility</p:attrName>
                                        </p:attrNameLst>
                                      </p:cBhvr>
                                      <p:to>
                                        <p:strVal val="visible"/>
                                      </p:to>
                                    </p:set>
                                    <p:animEffect transition="in" filter="blinds(vertical)">
                                      <p:cBhvr>
                                        <p:cTn id="27" dur="1000"/>
                                        <p:tgtEl>
                                          <p:spTgt spid="11776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117766"/>
                                        </p:tgtEl>
                                        <p:attrNameLst>
                                          <p:attrName>style.visibility</p:attrName>
                                        </p:attrNameLst>
                                      </p:cBhvr>
                                      <p:to>
                                        <p:strVal val="visible"/>
                                      </p:to>
                                    </p:set>
                                    <p:animEffect transition="in" filter="checkerboard(across)">
                                      <p:cBhvr>
                                        <p:cTn id="32" dur="1000"/>
                                        <p:tgtEl>
                                          <p:spTgt spid="11776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117768"/>
                                        </p:tgtEl>
                                        <p:attrNameLst>
                                          <p:attrName>style.visibility</p:attrName>
                                        </p:attrNameLst>
                                      </p:cBhvr>
                                      <p:to>
                                        <p:strVal val="visible"/>
                                      </p:to>
                                    </p:set>
                                    <p:animEffect transition="in" filter="blinds(horizontal)">
                                      <p:cBhvr>
                                        <p:cTn id="37" dur="1000"/>
                                        <p:tgtEl>
                                          <p:spTgt spid="11776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3" presetClass="entr" presetSubtype="16" fill="hold" nodeType="clickEffect">
                                  <p:stCondLst>
                                    <p:cond delay="0"/>
                                  </p:stCondLst>
                                  <p:childTnLst>
                                    <p:set>
                                      <p:cBhvr>
                                        <p:cTn id="41" dur="1" fill="hold">
                                          <p:stCondLst>
                                            <p:cond delay="0"/>
                                          </p:stCondLst>
                                        </p:cTn>
                                        <p:tgtEl>
                                          <p:spTgt spid="117771"/>
                                        </p:tgtEl>
                                        <p:attrNameLst>
                                          <p:attrName>style.visibility</p:attrName>
                                        </p:attrNameLst>
                                      </p:cBhvr>
                                      <p:to>
                                        <p:strVal val="visible"/>
                                      </p:to>
                                    </p:set>
                                    <p:anim calcmode="lin" valueType="num">
                                      <p:cBhvr>
                                        <p:cTn id="42" dur="2000" fill="hold"/>
                                        <p:tgtEl>
                                          <p:spTgt spid="117771"/>
                                        </p:tgtEl>
                                        <p:attrNameLst>
                                          <p:attrName>ppt_w</p:attrName>
                                        </p:attrNameLst>
                                      </p:cBhvr>
                                      <p:tavLst>
                                        <p:tav tm="0">
                                          <p:val>
                                            <p:fltVal val="0"/>
                                          </p:val>
                                        </p:tav>
                                        <p:tav tm="100000">
                                          <p:val>
                                            <p:strVal val="#ppt_w"/>
                                          </p:val>
                                        </p:tav>
                                      </p:tavLst>
                                    </p:anim>
                                    <p:anim calcmode="lin" valueType="num">
                                      <p:cBhvr>
                                        <p:cTn id="43" dur="2000" fill="hold"/>
                                        <p:tgtEl>
                                          <p:spTgt spid="117771"/>
                                        </p:tgtEl>
                                        <p:attrNameLst>
                                          <p:attrName>ppt_h</p:attrName>
                                        </p:attrNameLst>
                                      </p:cBhvr>
                                      <p:tavLst>
                                        <p:tav tm="0">
                                          <p:val>
                                            <p:fltVal val="0"/>
                                          </p:val>
                                        </p:tav>
                                        <p:tav tm="100000">
                                          <p:val>
                                            <p:strVal val="#ppt_h"/>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nodeType="clickEffect">
                                  <p:stCondLst>
                                    <p:cond delay="0"/>
                                  </p:stCondLst>
                                  <p:childTnLst>
                                    <p:set>
                                      <p:cBhvr>
                                        <p:cTn id="47" dur="1" fill="hold">
                                          <p:stCondLst>
                                            <p:cond delay="0"/>
                                          </p:stCondLst>
                                        </p:cTn>
                                        <p:tgtEl>
                                          <p:spTgt spid="2"/>
                                        </p:tgtEl>
                                        <p:attrNameLst>
                                          <p:attrName>style.visibility</p:attrName>
                                        </p:attrNameLst>
                                      </p:cBhvr>
                                      <p:to>
                                        <p:strVal val="visible"/>
                                      </p:to>
                                    </p:set>
                                    <p:animEffect transition="in" filter="wipe(left)">
                                      <p:cBhvr>
                                        <p:cTn id="48" dur="2000"/>
                                        <p:tgtEl>
                                          <p:spTgt spid="2"/>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1" presetClass="entr" presetSubtype="0" fill="hold" grpId="0" nodeType="clickEffect">
                                  <p:stCondLst>
                                    <p:cond delay="0"/>
                                  </p:stCondLst>
                                  <p:childTnLst>
                                    <p:set>
                                      <p:cBhvr>
                                        <p:cTn id="52" dur="1" fill="hold">
                                          <p:stCondLst>
                                            <p:cond delay="499"/>
                                          </p:stCondLst>
                                        </p:cTn>
                                        <p:tgtEl>
                                          <p:spTgt spid="117775"/>
                                        </p:tgtEl>
                                        <p:attrNameLst>
                                          <p:attrName>style.visibility</p:attrName>
                                        </p:attrNameLst>
                                      </p:cBhvr>
                                      <p:to>
                                        <p:strVal val="visible"/>
                                      </p:to>
                                    </p:set>
                                  </p:childTnLst>
                                </p:cTn>
                              </p:par>
                            </p:childTnLst>
                          </p:cTn>
                        </p:par>
                      </p:childTnLst>
                    </p:cTn>
                  </p:par>
                  <p:par>
                    <p:cTn id="53" fill="hold" nodeType="clickPar">
                      <p:stCondLst>
                        <p:cond delay="indefinite"/>
                      </p:stCondLst>
                      <p:childTnLst>
                        <p:par>
                          <p:cTn id="54" fill="hold" nodeType="withGroup">
                            <p:stCondLst>
                              <p:cond delay="0"/>
                            </p:stCondLst>
                            <p:childTnLst>
                              <p:par>
                                <p:cTn id="55" presetID="9" presetClass="entr" presetSubtype="0" fill="hold" nodeType="clickEffect">
                                  <p:stCondLst>
                                    <p:cond delay="0"/>
                                  </p:stCondLst>
                                  <p:childTnLst>
                                    <p:set>
                                      <p:cBhvr>
                                        <p:cTn id="56" dur="1" fill="hold">
                                          <p:stCondLst>
                                            <p:cond delay="0"/>
                                          </p:stCondLst>
                                        </p:cTn>
                                        <p:tgtEl>
                                          <p:spTgt spid="117772"/>
                                        </p:tgtEl>
                                        <p:attrNameLst>
                                          <p:attrName>style.visibility</p:attrName>
                                        </p:attrNameLst>
                                      </p:cBhvr>
                                      <p:to>
                                        <p:strVal val="visible"/>
                                      </p:to>
                                    </p:set>
                                    <p:animEffect transition="in" filter="dissolve">
                                      <p:cBhvr>
                                        <p:cTn id="57" dur="1000"/>
                                        <p:tgtEl>
                                          <p:spTgt spid="117772"/>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12" presetClass="entr" presetSubtype="2" fill="hold" nodeType="clickEffect">
                                  <p:stCondLst>
                                    <p:cond delay="0"/>
                                  </p:stCondLst>
                                  <p:childTnLst>
                                    <p:set>
                                      <p:cBhvr>
                                        <p:cTn id="61" dur="1" fill="hold">
                                          <p:stCondLst>
                                            <p:cond delay="0"/>
                                          </p:stCondLst>
                                        </p:cTn>
                                        <p:tgtEl>
                                          <p:spTgt spid="117773"/>
                                        </p:tgtEl>
                                        <p:attrNameLst>
                                          <p:attrName>style.visibility</p:attrName>
                                        </p:attrNameLst>
                                      </p:cBhvr>
                                      <p:to>
                                        <p:strVal val="visible"/>
                                      </p:to>
                                    </p:set>
                                    <p:animEffect transition="in" filter="slide(fromRight)">
                                      <p:cBhvr>
                                        <p:cTn id="62" dur="1000"/>
                                        <p:tgtEl>
                                          <p:spTgt spid="117773"/>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14" presetClass="entr" presetSubtype="10" fill="hold" grpId="0" nodeType="clickEffect">
                                  <p:stCondLst>
                                    <p:cond delay="0"/>
                                  </p:stCondLst>
                                  <p:childTnLst>
                                    <p:set>
                                      <p:cBhvr>
                                        <p:cTn id="66" dur="1" fill="hold">
                                          <p:stCondLst>
                                            <p:cond delay="0"/>
                                          </p:stCondLst>
                                        </p:cTn>
                                        <p:tgtEl>
                                          <p:spTgt spid="117774"/>
                                        </p:tgtEl>
                                        <p:attrNameLst>
                                          <p:attrName>style.visibility</p:attrName>
                                        </p:attrNameLst>
                                      </p:cBhvr>
                                      <p:to>
                                        <p:strVal val="visible"/>
                                      </p:to>
                                    </p:set>
                                    <p:animEffect transition="in" filter="randombar(horizontal)">
                                      <p:cBhvr>
                                        <p:cTn id="67" dur="1000"/>
                                        <p:tgtEl>
                                          <p:spTgt spid="1177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7" grpId="0"/>
      <p:bldP spid="117766" grpId="0" autoUpdateAnimBg="0"/>
      <p:bldP spid="117767" grpId="0" autoUpdateAnimBg="0"/>
      <p:bldP spid="117769" grpId="0" autoUpdateAnimBg="0"/>
      <p:bldP spid="117770" grpId="0" autoUpdateAnimBg="0"/>
      <p:bldP spid="117774" grpId="0" autoUpdateAnimBg="0"/>
      <p:bldP spid="11777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3">
            <a:extLst>
              <a:ext uri="{FF2B5EF4-FFF2-40B4-BE49-F238E27FC236}">
                <a16:creationId xmlns:a16="http://schemas.microsoft.com/office/drawing/2014/main" id="{B76066CB-1A45-4525-B3A9-264D428AD83B}"/>
              </a:ext>
            </a:extLst>
          </p:cNvPr>
          <p:cNvSpPr>
            <a:spLocks noChangeArrowheads="1"/>
          </p:cNvSpPr>
          <p:nvPr/>
        </p:nvSpPr>
        <p:spPr bwMode="auto">
          <a:xfrm>
            <a:off x="1371600" y="457200"/>
            <a:ext cx="5648325" cy="76200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200" b="1">
                <a:ea typeface="楷体_GB2312" pitchFamily="49" charset="-122"/>
              </a:rPr>
              <a:t>指数增长模型的应用及局限性</a:t>
            </a:r>
          </a:p>
        </p:txBody>
      </p:sp>
      <p:sp>
        <p:nvSpPr>
          <p:cNvPr id="118788" name="Rectangle 4">
            <a:extLst>
              <a:ext uri="{FF2B5EF4-FFF2-40B4-BE49-F238E27FC236}">
                <a16:creationId xmlns:a16="http://schemas.microsoft.com/office/drawing/2014/main" id="{1008F26D-56D1-4FCB-9DA9-FC1760F18C37}"/>
              </a:ext>
            </a:extLst>
          </p:cNvPr>
          <p:cNvSpPr>
            <a:spLocks noChangeArrowheads="1"/>
          </p:cNvSpPr>
          <p:nvPr/>
        </p:nvSpPr>
        <p:spPr bwMode="auto">
          <a:xfrm>
            <a:off x="228600" y="1371600"/>
            <a:ext cx="77279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buFontTx/>
              <a:buChar char="•"/>
            </a:pPr>
            <a:r>
              <a:rPr lang="en-US" altLang="zh-CN" sz="2800" b="1"/>
              <a:t> </a:t>
            </a:r>
            <a:r>
              <a:rPr lang="zh-CN" altLang="en-US" sz="2800" b="1"/>
              <a:t>与</a:t>
            </a:r>
            <a:r>
              <a:rPr lang="en-US" altLang="zh-CN" sz="2800" b="1"/>
              <a:t>19</a:t>
            </a:r>
            <a:r>
              <a:rPr lang="zh-CN" altLang="en-US" sz="2800" b="1"/>
              <a:t>世纪以前欧洲一些地区人口统计数据吻合</a:t>
            </a:r>
            <a:r>
              <a:rPr lang="en-US" altLang="zh-CN" sz="2800" b="1"/>
              <a:t>.</a:t>
            </a:r>
          </a:p>
        </p:txBody>
      </p:sp>
      <p:sp>
        <p:nvSpPr>
          <p:cNvPr id="118789" name="Rectangle 5">
            <a:extLst>
              <a:ext uri="{FF2B5EF4-FFF2-40B4-BE49-F238E27FC236}">
                <a16:creationId xmlns:a16="http://schemas.microsoft.com/office/drawing/2014/main" id="{3E7A0CAD-6F6B-4649-9169-442B33EB2301}"/>
              </a:ext>
            </a:extLst>
          </p:cNvPr>
          <p:cNvSpPr>
            <a:spLocks noChangeArrowheads="1"/>
          </p:cNvSpPr>
          <p:nvPr/>
        </p:nvSpPr>
        <p:spPr bwMode="auto">
          <a:xfrm>
            <a:off x="228600" y="2133600"/>
            <a:ext cx="75438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buFontTx/>
              <a:buChar char="•"/>
            </a:pPr>
            <a:r>
              <a:rPr lang="en-US" altLang="zh-CN" sz="2800" b="1"/>
              <a:t> </a:t>
            </a:r>
            <a:r>
              <a:rPr lang="zh-CN" altLang="en-US" sz="2800" b="1"/>
              <a:t>适用于</a:t>
            </a:r>
            <a:r>
              <a:rPr lang="en-US" altLang="zh-CN" sz="2800" b="1"/>
              <a:t>19</a:t>
            </a:r>
            <a:r>
              <a:rPr lang="zh-CN" altLang="en-US" sz="2800" b="1"/>
              <a:t>世纪后迁往加拿大的欧洲移民后代</a:t>
            </a:r>
            <a:r>
              <a:rPr lang="en-US" altLang="zh-CN" sz="2800" b="1"/>
              <a:t>.</a:t>
            </a:r>
          </a:p>
        </p:txBody>
      </p:sp>
      <p:sp>
        <p:nvSpPr>
          <p:cNvPr id="118790" name="Rectangle 6">
            <a:extLst>
              <a:ext uri="{FF2B5EF4-FFF2-40B4-BE49-F238E27FC236}">
                <a16:creationId xmlns:a16="http://schemas.microsoft.com/office/drawing/2014/main" id="{120B8F38-153F-4876-9AD6-0AF04DE902A6}"/>
              </a:ext>
            </a:extLst>
          </p:cNvPr>
          <p:cNvSpPr>
            <a:spLocks noChangeArrowheads="1"/>
          </p:cNvSpPr>
          <p:nvPr/>
        </p:nvSpPr>
        <p:spPr bwMode="auto">
          <a:xfrm>
            <a:off x="228600" y="2971800"/>
            <a:ext cx="74676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buFontTx/>
              <a:buChar char="•"/>
            </a:pPr>
            <a:r>
              <a:rPr lang="en-US" altLang="zh-CN" sz="2800" b="1"/>
              <a:t> </a:t>
            </a:r>
            <a:r>
              <a:rPr lang="zh-CN" altLang="en-US" sz="2800" b="1"/>
              <a:t>可用于短期人口增长预测</a:t>
            </a:r>
            <a:r>
              <a:rPr lang="en-US" altLang="zh-CN" sz="2800" b="1"/>
              <a:t>.</a:t>
            </a:r>
          </a:p>
        </p:txBody>
      </p:sp>
      <p:sp>
        <p:nvSpPr>
          <p:cNvPr id="118791" name="Rectangle 7">
            <a:extLst>
              <a:ext uri="{FF2B5EF4-FFF2-40B4-BE49-F238E27FC236}">
                <a16:creationId xmlns:a16="http://schemas.microsoft.com/office/drawing/2014/main" id="{383CDEF7-FB42-43E6-B932-2269766FF836}"/>
              </a:ext>
            </a:extLst>
          </p:cNvPr>
          <p:cNvSpPr>
            <a:spLocks noChangeArrowheads="1"/>
          </p:cNvSpPr>
          <p:nvPr/>
        </p:nvSpPr>
        <p:spPr bwMode="auto">
          <a:xfrm>
            <a:off x="323850" y="3810000"/>
            <a:ext cx="64770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buFontTx/>
              <a:buChar char="•"/>
            </a:pPr>
            <a:r>
              <a:rPr lang="en-US" altLang="zh-CN" sz="2800" b="1">
                <a:latin typeface="楷体_GB2312" pitchFamily="49" charset="-122"/>
                <a:ea typeface="楷体_GB2312" pitchFamily="49" charset="-122"/>
              </a:rPr>
              <a:t> </a:t>
            </a:r>
            <a:r>
              <a:rPr lang="zh-CN" altLang="en-US" sz="2800" b="1">
                <a:latin typeface="楷体_GB2312" pitchFamily="49" charset="-122"/>
                <a:ea typeface="楷体_GB2312" pitchFamily="49" charset="-122"/>
              </a:rPr>
              <a:t>不符合</a:t>
            </a:r>
            <a:r>
              <a:rPr lang="en-US" altLang="zh-CN" sz="2800" b="1">
                <a:latin typeface="楷体_GB2312" pitchFamily="49" charset="-122"/>
                <a:ea typeface="楷体_GB2312" pitchFamily="49" charset="-122"/>
              </a:rPr>
              <a:t>19</a:t>
            </a:r>
            <a:r>
              <a:rPr lang="zh-CN" altLang="en-US" sz="2800" b="1">
                <a:latin typeface="楷体_GB2312" pitchFamily="49" charset="-122"/>
                <a:ea typeface="楷体_GB2312" pitchFamily="49" charset="-122"/>
              </a:rPr>
              <a:t>世纪后多数地区人口增长规律</a:t>
            </a:r>
            <a:r>
              <a:rPr lang="en-US" altLang="zh-CN" sz="2800" b="1">
                <a:latin typeface="楷体_GB2312" pitchFamily="49" charset="-122"/>
                <a:ea typeface="楷体_GB2312" pitchFamily="49" charset="-122"/>
              </a:rPr>
              <a:t>.</a:t>
            </a:r>
          </a:p>
        </p:txBody>
      </p:sp>
      <p:sp>
        <p:nvSpPr>
          <p:cNvPr id="118792" name="Rectangle 8">
            <a:extLst>
              <a:ext uri="{FF2B5EF4-FFF2-40B4-BE49-F238E27FC236}">
                <a16:creationId xmlns:a16="http://schemas.microsoft.com/office/drawing/2014/main" id="{D59BEB8A-14D9-41A9-839E-9656FB98CEC6}"/>
              </a:ext>
            </a:extLst>
          </p:cNvPr>
          <p:cNvSpPr>
            <a:spLocks noChangeArrowheads="1"/>
          </p:cNvSpPr>
          <p:nvPr/>
        </p:nvSpPr>
        <p:spPr bwMode="auto">
          <a:xfrm>
            <a:off x="228600" y="4648200"/>
            <a:ext cx="64008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buFontTx/>
              <a:buChar char="•"/>
            </a:pPr>
            <a:r>
              <a:rPr lang="en-US" altLang="zh-CN" sz="2800" b="1">
                <a:latin typeface="楷体_GB2312" pitchFamily="49" charset="-122"/>
                <a:ea typeface="楷体_GB2312" pitchFamily="49" charset="-122"/>
              </a:rPr>
              <a:t> </a:t>
            </a:r>
            <a:r>
              <a:rPr lang="zh-CN" altLang="en-US" sz="2800" b="1">
                <a:latin typeface="楷体_GB2312" pitchFamily="49" charset="-122"/>
                <a:ea typeface="楷体_GB2312" pitchFamily="49" charset="-122"/>
              </a:rPr>
              <a:t>不能预测较长期的人口增长过程</a:t>
            </a:r>
            <a:r>
              <a:rPr lang="en-US" altLang="zh-CN" sz="2800" b="1">
                <a:latin typeface="楷体_GB2312" pitchFamily="49" charset="-122"/>
                <a:ea typeface="楷体_GB2312" pitchFamily="49" charset="-122"/>
              </a:rPr>
              <a:t>.</a:t>
            </a:r>
          </a:p>
        </p:txBody>
      </p:sp>
      <p:sp>
        <p:nvSpPr>
          <p:cNvPr id="118793" name="Rectangle 9">
            <a:extLst>
              <a:ext uri="{FF2B5EF4-FFF2-40B4-BE49-F238E27FC236}">
                <a16:creationId xmlns:a16="http://schemas.microsoft.com/office/drawing/2014/main" id="{CD032250-7C44-4646-BC48-0BE0B69E7762}"/>
              </a:ext>
            </a:extLst>
          </p:cNvPr>
          <p:cNvSpPr>
            <a:spLocks noChangeArrowheads="1"/>
          </p:cNvSpPr>
          <p:nvPr/>
        </p:nvSpPr>
        <p:spPr bwMode="auto">
          <a:xfrm>
            <a:off x="323850" y="5516563"/>
            <a:ext cx="3124200" cy="60960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800" b="1">
                <a:latin typeface="楷体_GB2312" pitchFamily="49" charset="-122"/>
                <a:ea typeface="楷体_GB2312" pitchFamily="49" charset="-122"/>
              </a:rPr>
              <a:t>19</a:t>
            </a:r>
            <a:r>
              <a:rPr lang="zh-CN" altLang="en-US" sz="2800" b="1">
                <a:latin typeface="楷体_GB2312" pitchFamily="49" charset="-122"/>
                <a:ea typeface="楷体_GB2312" pitchFamily="49" charset="-122"/>
              </a:rPr>
              <a:t>世纪后人口数据</a:t>
            </a:r>
          </a:p>
        </p:txBody>
      </p:sp>
      <p:sp>
        <p:nvSpPr>
          <p:cNvPr id="9225" name="AutoShape 10">
            <a:extLst>
              <a:ext uri="{FF2B5EF4-FFF2-40B4-BE49-F238E27FC236}">
                <a16:creationId xmlns:a16="http://schemas.microsoft.com/office/drawing/2014/main" id="{AF7B977E-BEE7-469F-9DE0-D125A796A8E0}"/>
              </a:ext>
            </a:extLst>
          </p:cNvPr>
          <p:cNvSpPr>
            <a:spLocks noChangeArrowheads="1"/>
          </p:cNvSpPr>
          <p:nvPr/>
        </p:nvSpPr>
        <p:spPr bwMode="auto">
          <a:xfrm>
            <a:off x="3708400" y="5673725"/>
            <a:ext cx="381000" cy="228600"/>
          </a:xfrm>
          <a:prstGeom prst="notchedRightArrow">
            <a:avLst>
              <a:gd name="adj1" fmla="val 50000"/>
              <a:gd name="adj2" fmla="val 41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2" name="Group 11">
            <a:extLst>
              <a:ext uri="{FF2B5EF4-FFF2-40B4-BE49-F238E27FC236}">
                <a16:creationId xmlns:a16="http://schemas.microsoft.com/office/drawing/2014/main" id="{DD954507-270A-4FEF-BD90-BFA0F0B2767B}"/>
              </a:ext>
            </a:extLst>
          </p:cNvPr>
          <p:cNvGrpSpPr>
            <a:grpSpLocks/>
          </p:cNvGrpSpPr>
          <p:nvPr/>
        </p:nvGrpSpPr>
        <p:grpSpPr bwMode="auto">
          <a:xfrm>
            <a:off x="3419475" y="5516563"/>
            <a:ext cx="5651500" cy="609600"/>
            <a:chOff x="2200" y="3475"/>
            <a:chExt cx="3560" cy="384"/>
          </a:xfrm>
        </p:grpSpPr>
        <p:sp>
          <p:nvSpPr>
            <p:cNvPr id="9227" name="Rectangle 12">
              <a:extLst>
                <a:ext uri="{FF2B5EF4-FFF2-40B4-BE49-F238E27FC236}">
                  <a16:creationId xmlns:a16="http://schemas.microsoft.com/office/drawing/2014/main" id="{F6A03CC4-50B8-437B-A527-38469901C1E8}"/>
                </a:ext>
              </a:extLst>
            </p:cNvPr>
            <p:cNvSpPr>
              <a:spLocks noChangeArrowheads="1"/>
            </p:cNvSpPr>
            <p:nvPr/>
          </p:nvSpPr>
          <p:spPr bwMode="auto">
            <a:xfrm>
              <a:off x="2496" y="3475"/>
              <a:ext cx="3264" cy="384"/>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a:latin typeface="楷体_GB2312" pitchFamily="49" charset="-122"/>
                  <a:ea typeface="楷体_GB2312" pitchFamily="49" charset="-122"/>
                </a:rPr>
                <a:t>人口增长率</a:t>
              </a:r>
              <a:r>
                <a:rPr lang="en-US" altLang="zh-CN" sz="2800" b="1" i="1">
                  <a:ea typeface="楷体_GB2312" pitchFamily="49" charset="-122"/>
                </a:rPr>
                <a:t>r</a:t>
              </a:r>
              <a:r>
                <a:rPr lang="zh-CN" altLang="en-US" sz="2800" b="1">
                  <a:latin typeface="楷体_GB2312" pitchFamily="49" charset="-122"/>
                  <a:ea typeface="楷体_GB2312" pitchFamily="49" charset="-122"/>
                </a:rPr>
                <a:t>不是常数</a:t>
              </a:r>
              <a:r>
                <a:rPr lang="en-US" altLang="zh-CN" sz="2800" b="1">
                  <a:latin typeface="楷体_GB2312" pitchFamily="49" charset="-122"/>
                  <a:ea typeface="楷体_GB2312" pitchFamily="49" charset="-122"/>
                </a:rPr>
                <a:t>(</a:t>
              </a:r>
              <a:r>
                <a:rPr lang="zh-CN" altLang="en-US" sz="2800" b="1">
                  <a:latin typeface="楷体_GB2312" pitchFamily="49" charset="-122"/>
                  <a:ea typeface="楷体_GB2312" pitchFamily="49" charset="-122"/>
                </a:rPr>
                <a:t>逐渐下降</a:t>
              </a:r>
              <a:r>
                <a:rPr lang="en-US" altLang="zh-CN" sz="2800" b="1">
                  <a:latin typeface="楷体_GB2312" pitchFamily="49" charset="-122"/>
                  <a:ea typeface="楷体_GB2312" pitchFamily="49" charset="-122"/>
                </a:rPr>
                <a:t>)</a:t>
              </a:r>
            </a:p>
          </p:txBody>
        </p:sp>
        <p:sp>
          <p:nvSpPr>
            <p:cNvPr id="9228" name="AutoShape 13">
              <a:extLst>
                <a:ext uri="{FF2B5EF4-FFF2-40B4-BE49-F238E27FC236}">
                  <a16:creationId xmlns:a16="http://schemas.microsoft.com/office/drawing/2014/main" id="{9DAE5731-4CD6-4314-86C5-81255FD06FE5}"/>
                </a:ext>
              </a:extLst>
            </p:cNvPr>
            <p:cNvSpPr>
              <a:spLocks noChangeArrowheads="1"/>
            </p:cNvSpPr>
            <p:nvPr/>
          </p:nvSpPr>
          <p:spPr bwMode="auto">
            <a:xfrm>
              <a:off x="2200" y="3566"/>
              <a:ext cx="181" cy="227"/>
            </a:xfrm>
            <a:prstGeom prst="rightArrow">
              <a:avLst>
                <a:gd name="adj1" fmla="val 50000"/>
                <a:gd name="adj2" fmla="val 25000"/>
              </a:avLst>
            </a:prstGeom>
            <a:solidFill>
              <a:srgbClr val="FFCCFF"/>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8788"/>
                                        </p:tgtEl>
                                        <p:attrNameLst>
                                          <p:attrName>style.visibility</p:attrName>
                                        </p:attrNameLst>
                                      </p:cBhvr>
                                      <p:to>
                                        <p:strVal val="visible"/>
                                      </p:to>
                                    </p:set>
                                    <p:animEffect transition="in" filter="wipe(left)">
                                      <p:cBhvr>
                                        <p:cTn id="7" dur="2000"/>
                                        <p:tgtEl>
                                          <p:spTgt spid="11878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8789"/>
                                        </p:tgtEl>
                                        <p:attrNameLst>
                                          <p:attrName>style.visibility</p:attrName>
                                        </p:attrNameLst>
                                      </p:cBhvr>
                                      <p:to>
                                        <p:strVal val="visible"/>
                                      </p:to>
                                    </p:set>
                                    <p:animEffect transition="in" filter="wipe(left)">
                                      <p:cBhvr>
                                        <p:cTn id="12" dur="2000"/>
                                        <p:tgtEl>
                                          <p:spTgt spid="11878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8790"/>
                                        </p:tgtEl>
                                        <p:attrNameLst>
                                          <p:attrName>style.visibility</p:attrName>
                                        </p:attrNameLst>
                                      </p:cBhvr>
                                      <p:to>
                                        <p:strVal val="visible"/>
                                      </p:to>
                                    </p:set>
                                    <p:animEffect transition="in" filter="wipe(left)">
                                      <p:cBhvr>
                                        <p:cTn id="17" dur="2000"/>
                                        <p:tgtEl>
                                          <p:spTgt spid="11879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18791"/>
                                        </p:tgtEl>
                                        <p:attrNameLst>
                                          <p:attrName>style.visibility</p:attrName>
                                        </p:attrNameLst>
                                      </p:cBhvr>
                                      <p:to>
                                        <p:strVal val="visible"/>
                                      </p:to>
                                    </p:set>
                                    <p:animEffect transition="in" filter="wipe(left)">
                                      <p:cBhvr>
                                        <p:cTn id="22" dur="2000"/>
                                        <p:tgtEl>
                                          <p:spTgt spid="11879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18792"/>
                                        </p:tgtEl>
                                        <p:attrNameLst>
                                          <p:attrName>style.visibility</p:attrName>
                                        </p:attrNameLst>
                                      </p:cBhvr>
                                      <p:to>
                                        <p:strVal val="visible"/>
                                      </p:to>
                                    </p:set>
                                    <p:animEffect transition="in" filter="wipe(left)">
                                      <p:cBhvr>
                                        <p:cTn id="27" dur="2000"/>
                                        <p:tgtEl>
                                          <p:spTgt spid="11879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18793"/>
                                        </p:tgtEl>
                                        <p:attrNameLst>
                                          <p:attrName>style.visibility</p:attrName>
                                        </p:attrNameLst>
                                      </p:cBhvr>
                                      <p:to>
                                        <p:strVal val="visible"/>
                                      </p:to>
                                    </p:set>
                                    <p:animEffect transition="in" filter="wipe(left)">
                                      <p:cBhvr>
                                        <p:cTn id="32" dur="2000"/>
                                        <p:tgtEl>
                                          <p:spTgt spid="11879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nodeType="click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box(in)">
                                      <p:cBhvr>
                                        <p:cTn id="3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88" grpId="0" autoUpdateAnimBg="0"/>
      <p:bldP spid="118789" grpId="0" autoUpdateAnimBg="0"/>
      <p:bldP spid="118790" grpId="0" autoUpdateAnimBg="0"/>
      <p:bldP spid="118791" grpId="0" autoUpdateAnimBg="0"/>
      <p:bldP spid="118792" grpId="0" autoUpdateAnimBg="0"/>
      <p:bldP spid="118793" grpId="0" animBg="1"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3">
            <a:extLst>
              <a:ext uri="{FF2B5EF4-FFF2-40B4-BE49-F238E27FC236}">
                <a16:creationId xmlns:a16="http://schemas.microsoft.com/office/drawing/2014/main" id="{26A7AAB4-7685-4EC2-AAE5-C3ACA23D7CDF}"/>
              </a:ext>
            </a:extLst>
          </p:cNvPr>
          <p:cNvSpPr>
            <a:spLocks noChangeArrowheads="1"/>
          </p:cNvSpPr>
          <p:nvPr/>
        </p:nvSpPr>
        <p:spPr bwMode="auto">
          <a:xfrm>
            <a:off x="611188" y="476250"/>
            <a:ext cx="7777162" cy="762000"/>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a:solidFill>
                  <a:srgbClr val="0000FF"/>
                </a:solidFill>
                <a:latin typeface="楷体_GB2312" pitchFamily="49" charset="-122"/>
                <a:ea typeface="楷体_GB2312" pitchFamily="49" charset="-122"/>
              </a:rPr>
              <a:t>（</a:t>
            </a:r>
            <a:r>
              <a:rPr lang="en-US" altLang="zh-CN" sz="2800" b="1">
                <a:solidFill>
                  <a:srgbClr val="0000FF"/>
                </a:solidFill>
                <a:latin typeface="楷体_GB2312" pitchFamily="49" charset="-122"/>
                <a:ea typeface="楷体_GB2312" pitchFamily="49" charset="-122"/>
              </a:rPr>
              <a:t>3</a:t>
            </a:r>
            <a:r>
              <a:rPr lang="zh-CN" altLang="en-US" sz="2800" b="1">
                <a:solidFill>
                  <a:srgbClr val="0000FF"/>
                </a:solidFill>
                <a:latin typeface="楷体_GB2312" pitchFamily="49" charset="-122"/>
                <a:ea typeface="楷体_GB2312" pitchFamily="49" charset="-122"/>
              </a:rPr>
              <a:t>）阻滞增长模型</a:t>
            </a:r>
            <a:r>
              <a:rPr lang="en-US" altLang="zh-CN" sz="2800" b="1">
                <a:solidFill>
                  <a:srgbClr val="0000FF"/>
                </a:solidFill>
                <a:ea typeface="楷体_GB2312" pitchFamily="49" charset="-122"/>
              </a:rPr>
              <a:t>——</a:t>
            </a:r>
            <a:r>
              <a:rPr lang="zh-CN" altLang="en-US" sz="2800" b="1">
                <a:solidFill>
                  <a:srgbClr val="0000FF"/>
                </a:solidFill>
                <a:latin typeface="楷体_GB2312" pitchFamily="49" charset="-122"/>
                <a:ea typeface="楷体_GB2312" pitchFamily="49" charset="-122"/>
              </a:rPr>
              <a:t>逻辑斯蒂</a:t>
            </a:r>
            <a:r>
              <a:rPr lang="en-US" altLang="zh-CN" sz="2800" b="1">
                <a:solidFill>
                  <a:srgbClr val="0000FF"/>
                </a:solidFill>
                <a:latin typeface="楷体_GB2312" pitchFamily="49" charset="-122"/>
                <a:ea typeface="楷体_GB2312" pitchFamily="49" charset="-122"/>
              </a:rPr>
              <a:t>(</a:t>
            </a:r>
            <a:r>
              <a:rPr lang="en-US" altLang="zh-CN" sz="2800" b="1">
                <a:solidFill>
                  <a:srgbClr val="0000FF"/>
                </a:solidFill>
                <a:ea typeface="楷体_GB2312" pitchFamily="49" charset="-122"/>
              </a:rPr>
              <a:t>Logistic</a:t>
            </a:r>
            <a:r>
              <a:rPr lang="en-US" altLang="zh-CN" sz="2800" b="1">
                <a:solidFill>
                  <a:srgbClr val="0000FF"/>
                </a:solidFill>
                <a:latin typeface="楷体_GB2312" pitchFamily="49" charset="-122"/>
                <a:ea typeface="楷体_GB2312" pitchFamily="49" charset="-122"/>
              </a:rPr>
              <a:t>)</a:t>
            </a:r>
            <a:r>
              <a:rPr lang="zh-CN" altLang="zh-CN" sz="2800" b="1">
                <a:solidFill>
                  <a:srgbClr val="0000FF"/>
                </a:solidFill>
                <a:latin typeface="楷体_GB2312" pitchFamily="49" charset="-122"/>
                <a:ea typeface="楷体_GB2312" pitchFamily="49" charset="-122"/>
              </a:rPr>
              <a:t>模型</a:t>
            </a:r>
            <a:endParaRPr lang="zh-CN" altLang="en-US" sz="2800" b="1">
              <a:solidFill>
                <a:srgbClr val="0000FF"/>
              </a:solidFill>
              <a:latin typeface="楷体_GB2312" pitchFamily="49" charset="-122"/>
              <a:ea typeface="楷体_GB2312" pitchFamily="49" charset="-122"/>
            </a:endParaRPr>
          </a:p>
        </p:txBody>
      </p:sp>
      <p:sp>
        <p:nvSpPr>
          <p:cNvPr id="119812" name="Rectangle 4">
            <a:extLst>
              <a:ext uri="{FF2B5EF4-FFF2-40B4-BE49-F238E27FC236}">
                <a16:creationId xmlns:a16="http://schemas.microsoft.com/office/drawing/2014/main" id="{EB059A9F-1819-45BD-A465-8E6E2F6A2E2B}"/>
              </a:ext>
            </a:extLst>
          </p:cNvPr>
          <p:cNvSpPr>
            <a:spLocks noChangeArrowheads="1"/>
          </p:cNvSpPr>
          <p:nvPr/>
        </p:nvSpPr>
        <p:spPr bwMode="auto">
          <a:xfrm>
            <a:off x="457200" y="1219200"/>
            <a:ext cx="70104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a:t>人口增长到一定数量后，增长率下降的原因：</a:t>
            </a:r>
          </a:p>
        </p:txBody>
      </p:sp>
      <p:sp>
        <p:nvSpPr>
          <p:cNvPr id="119813" name="Rectangle 5">
            <a:extLst>
              <a:ext uri="{FF2B5EF4-FFF2-40B4-BE49-F238E27FC236}">
                <a16:creationId xmlns:a16="http://schemas.microsoft.com/office/drawing/2014/main" id="{180B5771-C99C-4EEC-B0AB-484BA3BFF28F}"/>
              </a:ext>
            </a:extLst>
          </p:cNvPr>
          <p:cNvSpPr>
            <a:spLocks noChangeArrowheads="1"/>
          </p:cNvSpPr>
          <p:nvPr/>
        </p:nvSpPr>
        <p:spPr bwMode="auto">
          <a:xfrm>
            <a:off x="381000" y="1981200"/>
            <a:ext cx="69342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t>资源、环境等因素对人口增长的阻滞作用</a:t>
            </a:r>
            <a:r>
              <a:rPr lang="en-US" altLang="zh-CN" sz="2800" b="1"/>
              <a:t>,</a:t>
            </a:r>
          </a:p>
        </p:txBody>
      </p:sp>
      <p:sp>
        <p:nvSpPr>
          <p:cNvPr id="119814" name="Rectangle 6">
            <a:extLst>
              <a:ext uri="{FF2B5EF4-FFF2-40B4-BE49-F238E27FC236}">
                <a16:creationId xmlns:a16="http://schemas.microsoft.com/office/drawing/2014/main" id="{C461C048-D678-4F18-B467-9400AD02A502}"/>
              </a:ext>
            </a:extLst>
          </p:cNvPr>
          <p:cNvSpPr>
            <a:spLocks noChangeArrowheads="1"/>
          </p:cNvSpPr>
          <p:nvPr/>
        </p:nvSpPr>
        <p:spPr bwMode="auto">
          <a:xfrm>
            <a:off x="381000" y="2743200"/>
            <a:ext cx="5414963" cy="757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a:t>且阻滞作用随人口数量增加而变大</a:t>
            </a:r>
          </a:p>
        </p:txBody>
      </p:sp>
      <p:sp>
        <p:nvSpPr>
          <p:cNvPr id="119815" name="Rectangle 7">
            <a:extLst>
              <a:ext uri="{FF2B5EF4-FFF2-40B4-BE49-F238E27FC236}">
                <a16:creationId xmlns:a16="http://schemas.microsoft.com/office/drawing/2014/main" id="{51119589-7D2F-481F-ADF5-D2A0D958AE4D}"/>
              </a:ext>
            </a:extLst>
          </p:cNvPr>
          <p:cNvSpPr>
            <a:spLocks noChangeArrowheads="1"/>
          </p:cNvSpPr>
          <p:nvPr/>
        </p:nvSpPr>
        <p:spPr bwMode="auto">
          <a:xfrm>
            <a:off x="323850" y="3644900"/>
            <a:ext cx="1152525" cy="563563"/>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a:ea typeface="楷体_GB2312" pitchFamily="49" charset="-122"/>
              </a:rPr>
              <a:t>假设</a:t>
            </a:r>
          </a:p>
        </p:txBody>
      </p:sp>
      <p:graphicFrame>
        <p:nvGraphicFramePr>
          <p:cNvPr id="119816" name="Object 8">
            <a:extLst>
              <a:ext uri="{FF2B5EF4-FFF2-40B4-BE49-F238E27FC236}">
                <a16:creationId xmlns:a16="http://schemas.microsoft.com/office/drawing/2014/main" id="{349307C1-053C-4EE2-B413-D6B3DBE1D682}"/>
              </a:ext>
            </a:extLst>
          </p:cNvPr>
          <p:cNvGraphicFramePr>
            <a:graphicFrameLocks noChangeAspect="1"/>
          </p:cNvGraphicFramePr>
          <p:nvPr/>
        </p:nvGraphicFramePr>
        <p:xfrm>
          <a:off x="1524000" y="3657600"/>
          <a:ext cx="3276600" cy="609600"/>
        </p:xfrm>
        <a:graphic>
          <a:graphicData uri="http://schemas.openxmlformats.org/presentationml/2006/ole">
            <mc:AlternateContent xmlns:mc="http://schemas.openxmlformats.org/markup-compatibility/2006">
              <mc:Choice xmlns:v="urn:schemas-microsoft-com:vml" Requires="v">
                <p:oleObj spid="_x0000_s10269" name="文档" r:id="rId3" imgW="1409700" imgH="202692" progId="Word.Document.8">
                  <p:embed/>
                </p:oleObj>
              </mc:Choice>
              <mc:Fallback>
                <p:oleObj name="文档" r:id="rId3" imgW="1409700" imgH="202692" progId="Word.Document.8">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3657600"/>
                        <a:ext cx="3276600" cy="609600"/>
                      </a:xfrm>
                      <a:prstGeom prst="rect">
                        <a:avLst/>
                      </a:prstGeom>
                      <a:noFill/>
                      <a:ln>
                        <a:noFill/>
                      </a:ln>
                      <a:effectLst/>
                      <a:extLst>
                        <a:ext uri="{909E8E84-426E-40DD-AFC4-6F175D3DCCD1}">
                          <a14:hiddenFill xmlns:a14="http://schemas.microsoft.com/office/drawing/2010/main">
                            <a:gradFill rotWithShape="0">
                              <a:gsLst>
                                <a:gs pos="0">
                                  <a:srgbClr val="FFCCFF"/>
                                </a:gs>
                                <a:gs pos="100000">
                                  <a:schemeClr val="bg1"/>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9817" name="Rectangle 9">
            <a:extLst>
              <a:ext uri="{FF2B5EF4-FFF2-40B4-BE49-F238E27FC236}">
                <a16:creationId xmlns:a16="http://schemas.microsoft.com/office/drawing/2014/main" id="{FA29D628-FBEA-4660-A769-7394E278C57B}"/>
              </a:ext>
            </a:extLst>
          </p:cNvPr>
          <p:cNvSpPr>
            <a:spLocks noChangeArrowheads="1"/>
          </p:cNvSpPr>
          <p:nvPr/>
        </p:nvSpPr>
        <p:spPr bwMode="auto">
          <a:xfrm>
            <a:off x="5029200" y="3657600"/>
            <a:ext cx="37338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800" b="1" i="1"/>
              <a:t>r</a:t>
            </a:r>
            <a:r>
              <a:rPr lang="en-US" altLang="zh-CN" sz="2800" b="1"/>
              <a:t>~</a:t>
            </a:r>
            <a:r>
              <a:rPr lang="zh-CN" altLang="zh-CN" sz="2800" b="1"/>
              <a:t>固有增长率</a:t>
            </a:r>
            <a:r>
              <a:rPr lang="en-US" altLang="zh-CN" sz="2800" b="1"/>
              <a:t>(</a:t>
            </a:r>
            <a:r>
              <a:rPr lang="en-US" altLang="zh-CN" sz="2800" b="1" i="1"/>
              <a:t>x</a:t>
            </a:r>
            <a:r>
              <a:rPr lang="zh-CN" altLang="zh-CN" sz="2800" b="1"/>
              <a:t>很小时</a:t>
            </a:r>
            <a:r>
              <a:rPr lang="en-US" altLang="zh-CN" sz="2800" b="1"/>
              <a:t>)</a:t>
            </a:r>
          </a:p>
        </p:txBody>
      </p:sp>
      <p:sp>
        <p:nvSpPr>
          <p:cNvPr id="119818" name="Rectangle 10">
            <a:extLst>
              <a:ext uri="{FF2B5EF4-FFF2-40B4-BE49-F238E27FC236}">
                <a16:creationId xmlns:a16="http://schemas.microsoft.com/office/drawing/2014/main" id="{3C0F2337-2A0E-46AD-A8E3-78510CAE8B49}"/>
              </a:ext>
            </a:extLst>
          </p:cNvPr>
          <p:cNvSpPr>
            <a:spLocks noChangeArrowheads="1"/>
          </p:cNvSpPr>
          <p:nvPr/>
        </p:nvSpPr>
        <p:spPr bwMode="auto">
          <a:xfrm>
            <a:off x="609600" y="4419600"/>
            <a:ext cx="75438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800" b="1" i="1"/>
              <a:t>x</a:t>
            </a:r>
            <a:r>
              <a:rPr lang="en-US" altLang="zh-CN" sz="2800" b="1" i="1" baseline="-25000"/>
              <a:t>m</a:t>
            </a:r>
            <a:r>
              <a:rPr lang="en-US" altLang="zh-CN" sz="2800" b="1"/>
              <a:t>~</a:t>
            </a:r>
            <a:r>
              <a:rPr lang="zh-CN" altLang="en-US" sz="2800" b="1"/>
              <a:t>人口容量（资源、环境能容纳的最大数量）</a:t>
            </a:r>
          </a:p>
        </p:txBody>
      </p:sp>
      <p:graphicFrame>
        <p:nvGraphicFramePr>
          <p:cNvPr id="119819" name="Object 11">
            <a:extLst>
              <a:ext uri="{FF2B5EF4-FFF2-40B4-BE49-F238E27FC236}">
                <a16:creationId xmlns:a16="http://schemas.microsoft.com/office/drawing/2014/main" id="{9E5C311A-A7B5-4419-947B-6CAD6F7D050E}"/>
              </a:ext>
            </a:extLst>
          </p:cNvPr>
          <p:cNvGraphicFramePr>
            <a:graphicFrameLocks noChangeAspect="1"/>
          </p:cNvGraphicFramePr>
          <p:nvPr/>
        </p:nvGraphicFramePr>
        <p:xfrm>
          <a:off x="5257800" y="5181600"/>
          <a:ext cx="3048000" cy="1177925"/>
        </p:xfrm>
        <a:graphic>
          <a:graphicData uri="http://schemas.openxmlformats.org/presentationml/2006/ole">
            <mc:AlternateContent xmlns:mc="http://schemas.openxmlformats.org/markup-compatibility/2006">
              <mc:Choice xmlns:v="urn:schemas-microsoft-com:vml" Requires="v">
                <p:oleObj spid="_x0000_s10270" name="公式" r:id="rId5" imgW="990170" imgH="431613" progId="Equation.3">
                  <p:embed/>
                </p:oleObj>
              </mc:Choice>
              <mc:Fallback>
                <p:oleObj name="公式" r:id="rId5" imgW="990170" imgH="431613" progId="Equation.3">
                  <p:embed/>
                  <p:pic>
                    <p:nvPicPr>
                      <p:cNvPr id="0"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57800" y="5181600"/>
                        <a:ext cx="3048000" cy="1177925"/>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12">
            <a:extLst>
              <a:ext uri="{FF2B5EF4-FFF2-40B4-BE49-F238E27FC236}">
                <a16:creationId xmlns:a16="http://schemas.microsoft.com/office/drawing/2014/main" id="{1325BF8C-EFB4-4285-AEE9-3FC5D63E4CEC}"/>
              </a:ext>
            </a:extLst>
          </p:cNvPr>
          <p:cNvGrpSpPr>
            <a:grpSpLocks/>
          </p:cNvGrpSpPr>
          <p:nvPr/>
        </p:nvGrpSpPr>
        <p:grpSpPr bwMode="auto">
          <a:xfrm>
            <a:off x="5924550" y="2781300"/>
            <a:ext cx="2895600" cy="685800"/>
            <a:chOff x="3840" y="1824"/>
            <a:chExt cx="1824" cy="432"/>
          </a:xfrm>
        </p:grpSpPr>
        <p:sp>
          <p:nvSpPr>
            <p:cNvPr id="10258" name="Rectangle 13">
              <a:extLst>
                <a:ext uri="{FF2B5EF4-FFF2-40B4-BE49-F238E27FC236}">
                  <a16:creationId xmlns:a16="http://schemas.microsoft.com/office/drawing/2014/main" id="{DFD1EB8E-6697-4014-8343-CEB5A3FF790E}"/>
                </a:ext>
              </a:extLst>
            </p:cNvPr>
            <p:cNvSpPr>
              <a:spLocks noChangeArrowheads="1"/>
            </p:cNvSpPr>
            <p:nvPr/>
          </p:nvSpPr>
          <p:spPr bwMode="auto">
            <a:xfrm>
              <a:off x="4176" y="1824"/>
              <a:ext cx="1488"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800" b="1" i="1"/>
                <a:t>r</a:t>
              </a:r>
              <a:r>
                <a:rPr lang="zh-CN" altLang="zh-CN" sz="2800" b="1"/>
                <a:t>是</a:t>
              </a:r>
              <a:r>
                <a:rPr lang="en-US" altLang="zh-CN" sz="2800" b="1" i="1"/>
                <a:t>x</a:t>
              </a:r>
              <a:r>
                <a:rPr lang="zh-CN" altLang="en-US" sz="2800" b="1"/>
                <a:t>的减函数</a:t>
              </a:r>
            </a:p>
          </p:txBody>
        </p:sp>
        <p:sp>
          <p:nvSpPr>
            <p:cNvPr id="10259" name="AutoShape 14">
              <a:extLst>
                <a:ext uri="{FF2B5EF4-FFF2-40B4-BE49-F238E27FC236}">
                  <a16:creationId xmlns:a16="http://schemas.microsoft.com/office/drawing/2014/main" id="{6309754C-3FB2-421A-9A59-D9632BBD83DC}"/>
                </a:ext>
              </a:extLst>
            </p:cNvPr>
            <p:cNvSpPr>
              <a:spLocks noChangeArrowheads="1"/>
            </p:cNvSpPr>
            <p:nvPr/>
          </p:nvSpPr>
          <p:spPr bwMode="auto">
            <a:xfrm>
              <a:off x="3840" y="1968"/>
              <a:ext cx="240" cy="192"/>
            </a:xfrm>
            <a:prstGeom prst="rightArrow">
              <a:avLst>
                <a:gd name="adj1" fmla="val 50000"/>
                <a:gd name="adj2" fmla="val 3125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3" name="Group 15">
            <a:extLst>
              <a:ext uri="{FF2B5EF4-FFF2-40B4-BE49-F238E27FC236}">
                <a16:creationId xmlns:a16="http://schemas.microsoft.com/office/drawing/2014/main" id="{26630556-D4F9-41F4-862C-096D0EE3A001}"/>
              </a:ext>
            </a:extLst>
          </p:cNvPr>
          <p:cNvGrpSpPr>
            <a:grpSpLocks/>
          </p:cNvGrpSpPr>
          <p:nvPr/>
        </p:nvGrpSpPr>
        <p:grpSpPr bwMode="auto">
          <a:xfrm>
            <a:off x="2743200" y="5216525"/>
            <a:ext cx="2209800" cy="1066800"/>
            <a:chOff x="1872" y="3504"/>
            <a:chExt cx="1440" cy="720"/>
          </a:xfrm>
        </p:grpSpPr>
        <p:graphicFrame>
          <p:nvGraphicFramePr>
            <p:cNvPr id="10256" name="Object 16">
              <a:extLst>
                <a:ext uri="{FF2B5EF4-FFF2-40B4-BE49-F238E27FC236}">
                  <a16:creationId xmlns:a16="http://schemas.microsoft.com/office/drawing/2014/main" id="{68CD261B-E986-42C9-9FCD-88449B267479}"/>
                </a:ext>
              </a:extLst>
            </p:cNvPr>
            <p:cNvGraphicFramePr>
              <a:graphicFrameLocks noChangeAspect="1"/>
            </p:cNvGraphicFramePr>
            <p:nvPr/>
          </p:nvGraphicFramePr>
          <p:xfrm>
            <a:off x="2208" y="3504"/>
            <a:ext cx="1104" cy="720"/>
          </p:xfrm>
          <a:graphic>
            <a:graphicData uri="http://schemas.openxmlformats.org/presentationml/2006/ole">
              <mc:AlternateContent xmlns:mc="http://schemas.openxmlformats.org/markup-compatibility/2006">
                <mc:Choice xmlns:v="urn:schemas-microsoft-com:vml" Requires="v">
                  <p:oleObj spid="_x0000_s10271" name="公式" r:id="rId7" imgW="444307" imgH="431613" progId="Equation.3">
                    <p:embed/>
                  </p:oleObj>
                </mc:Choice>
                <mc:Fallback>
                  <p:oleObj name="公式" r:id="rId7" imgW="444307" imgH="431613" progId="Equation.3">
                    <p:embed/>
                    <p:pic>
                      <p:nvPicPr>
                        <p:cNvPr id="0" name="Object 1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08" y="3504"/>
                          <a:ext cx="1104" cy="720"/>
                        </a:xfrm>
                        <a:prstGeom prst="rect">
                          <a:avLst/>
                        </a:prstGeom>
                        <a:noFill/>
                        <a:ln>
                          <a:noFill/>
                        </a:ln>
                        <a:effectLst/>
                        <a:extLst>
                          <a:ext uri="{909E8E84-426E-40DD-AFC4-6F175D3DCCD1}">
                            <a14:hiddenFill xmlns:a14="http://schemas.microsoft.com/office/drawing/2010/main">
                              <a:gradFill rotWithShape="0">
                                <a:gsLst>
                                  <a:gs pos="0">
                                    <a:srgbClr val="CC99FF"/>
                                  </a:gs>
                                  <a:gs pos="100000">
                                    <a:srgbClr val="FFFFFF"/>
                                  </a:gs>
                                </a:gsLst>
                                <a:lin ang="5400000" scaled="1"/>
                              </a:gra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57" name="AutoShape 17">
              <a:extLst>
                <a:ext uri="{FF2B5EF4-FFF2-40B4-BE49-F238E27FC236}">
                  <a16:creationId xmlns:a16="http://schemas.microsoft.com/office/drawing/2014/main" id="{E3F4C03C-32B2-4063-9C80-31F9079A8614}"/>
                </a:ext>
              </a:extLst>
            </p:cNvPr>
            <p:cNvSpPr>
              <a:spLocks noChangeArrowheads="1"/>
            </p:cNvSpPr>
            <p:nvPr/>
          </p:nvSpPr>
          <p:spPr bwMode="auto">
            <a:xfrm>
              <a:off x="1872" y="3744"/>
              <a:ext cx="240" cy="144"/>
            </a:xfrm>
            <a:prstGeom prst="notchedRightArrow">
              <a:avLst>
                <a:gd name="adj1" fmla="val 50000"/>
                <a:gd name="adj2" fmla="val 41667"/>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4" name="Group 18">
            <a:extLst>
              <a:ext uri="{FF2B5EF4-FFF2-40B4-BE49-F238E27FC236}">
                <a16:creationId xmlns:a16="http://schemas.microsoft.com/office/drawing/2014/main" id="{0594C3F1-D47A-4003-BA79-52FEE76E1A3C}"/>
              </a:ext>
            </a:extLst>
          </p:cNvPr>
          <p:cNvGrpSpPr>
            <a:grpSpLocks/>
          </p:cNvGrpSpPr>
          <p:nvPr/>
        </p:nvGrpSpPr>
        <p:grpSpPr bwMode="auto">
          <a:xfrm>
            <a:off x="228600" y="5445125"/>
            <a:ext cx="2438400" cy="590550"/>
            <a:chOff x="192" y="3648"/>
            <a:chExt cx="1584" cy="354"/>
          </a:xfrm>
        </p:grpSpPr>
        <p:graphicFrame>
          <p:nvGraphicFramePr>
            <p:cNvPr id="10254" name="Object 19">
              <a:extLst>
                <a:ext uri="{FF2B5EF4-FFF2-40B4-BE49-F238E27FC236}">
                  <a16:creationId xmlns:a16="http://schemas.microsoft.com/office/drawing/2014/main" id="{F93327A5-A257-440D-853D-326273DBA2AF}"/>
                </a:ext>
              </a:extLst>
            </p:cNvPr>
            <p:cNvGraphicFramePr>
              <a:graphicFrameLocks noChangeAspect="1"/>
            </p:cNvGraphicFramePr>
            <p:nvPr/>
          </p:nvGraphicFramePr>
          <p:xfrm>
            <a:off x="480" y="3648"/>
            <a:ext cx="1296" cy="354"/>
          </p:xfrm>
          <a:graphic>
            <a:graphicData uri="http://schemas.openxmlformats.org/presentationml/2006/ole">
              <mc:AlternateContent xmlns:mc="http://schemas.openxmlformats.org/markup-compatibility/2006">
                <mc:Choice xmlns:v="urn:schemas-microsoft-com:vml" Requires="v">
                  <p:oleObj spid="_x0000_s10272" name="公式" r:id="rId9" imgW="609600" imgH="228600" progId="Equation.3">
                    <p:embed/>
                  </p:oleObj>
                </mc:Choice>
                <mc:Fallback>
                  <p:oleObj name="公式" r:id="rId9" imgW="609600" imgH="228600" progId="Equation.3">
                    <p:embed/>
                    <p:pic>
                      <p:nvPicPr>
                        <p:cNvPr id="0" name="Object 1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0" y="3648"/>
                          <a:ext cx="1296" cy="354"/>
                        </a:xfrm>
                        <a:prstGeom prst="rect">
                          <a:avLst/>
                        </a:prstGeom>
                        <a:noFill/>
                        <a:ln>
                          <a:noFill/>
                        </a:ln>
                        <a:effectLst/>
                        <a:extLst>
                          <a:ext uri="{909E8E84-426E-40DD-AFC4-6F175D3DCCD1}">
                            <a14:hiddenFill xmlns:a14="http://schemas.microsoft.com/office/drawing/2010/main">
                              <a:gradFill rotWithShape="0">
                                <a:gsLst>
                                  <a:gs pos="0">
                                    <a:srgbClr val="66FFFF"/>
                                  </a:gs>
                                  <a:gs pos="100000">
                                    <a:srgbClr val="FFFFCC"/>
                                  </a:gs>
                                </a:gsLst>
                                <a:lin ang="5400000" scaled="1"/>
                              </a:gra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55" name="AutoShape 20">
              <a:extLst>
                <a:ext uri="{FF2B5EF4-FFF2-40B4-BE49-F238E27FC236}">
                  <a16:creationId xmlns:a16="http://schemas.microsoft.com/office/drawing/2014/main" id="{98567500-FF09-453A-A095-FD1A8D0FD986}"/>
                </a:ext>
              </a:extLst>
            </p:cNvPr>
            <p:cNvSpPr>
              <a:spLocks noChangeArrowheads="1"/>
            </p:cNvSpPr>
            <p:nvPr/>
          </p:nvSpPr>
          <p:spPr bwMode="auto">
            <a:xfrm>
              <a:off x="192" y="3744"/>
              <a:ext cx="240" cy="144"/>
            </a:xfrm>
            <a:prstGeom prst="notchedRightArrow">
              <a:avLst>
                <a:gd name="adj1" fmla="val 50000"/>
                <a:gd name="adj2" fmla="val 41667"/>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9812"/>
                                        </p:tgtEl>
                                        <p:attrNameLst>
                                          <p:attrName>style.visibility</p:attrName>
                                        </p:attrNameLst>
                                      </p:cBhvr>
                                      <p:to>
                                        <p:strVal val="visible"/>
                                      </p:to>
                                    </p:set>
                                    <p:animEffect transition="in" filter="blinds(horizontal)">
                                      <p:cBhvr>
                                        <p:cTn id="7" dur="1000"/>
                                        <p:tgtEl>
                                          <p:spTgt spid="11981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119813"/>
                                        </p:tgtEl>
                                        <p:attrNameLst>
                                          <p:attrName>style.visibility</p:attrName>
                                        </p:attrNameLst>
                                      </p:cBhvr>
                                      <p:to>
                                        <p:strVal val="visible"/>
                                      </p:to>
                                    </p:set>
                                    <p:animEffect transition="in" filter="blinds(vertical)">
                                      <p:cBhvr>
                                        <p:cTn id="12" dur="1000"/>
                                        <p:tgtEl>
                                          <p:spTgt spid="11981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119814"/>
                                        </p:tgtEl>
                                        <p:attrNameLst>
                                          <p:attrName>style.visibility</p:attrName>
                                        </p:attrNameLst>
                                      </p:cBhvr>
                                      <p:to>
                                        <p:strVal val="visible"/>
                                      </p:to>
                                    </p:set>
                                    <p:animEffect transition="in" filter="checkerboard(across)">
                                      <p:cBhvr>
                                        <p:cTn id="17" dur="1000"/>
                                        <p:tgtEl>
                                          <p:spTgt spid="11981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ox(out)">
                                      <p:cBhvr>
                                        <p:cTn id="22" dur="1000"/>
                                        <p:tgtEl>
                                          <p:spTgt spid="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19815"/>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9" presetClass="entr" presetSubtype="0" fill="hold" nodeType="clickEffect">
                                  <p:stCondLst>
                                    <p:cond delay="0"/>
                                  </p:stCondLst>
                                  <p:childTnLst>
                                    <p:set>
                                      <p:cBhvr>
                                        <p:cTn id="30" dur="1" fill="hold">
                                          <p:stCondLst>
                                            <p:cond delay="0"/>
                                          </p:stCondLst>
                                        </p:cTn>
                                        <p:tgtEl>
                                          <p:spTgt spid="119816"/>
                                        </p:tgtEl>
                                        <p:attrNameLst>
                                          <p:attrName>style.visibility</p:attrName>
                                        </p:attrNameLst>
                                      </p:cBhvr>
                                      <p:to>
                                        <p:strVal val="visible"/>
                                      </p:to>
                                    </p:set>
                                    <p:animEffect transition="in" filter="dissolve">
                                      <p:cBhvr>
                                        <p:cTn id="31" dur="500"/>
                                        <p:tgtEl>
                                          <p:spTgt spid="119816"/>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4" presetClass="entr" presetSubtype="16" fill="hold" grpId="0" nodeType="clickEffect">
                                  <p:stCondLst>
                                    <p:cond delay="0"/>
                                  </p:stCondLst>
                                  <p:childTnLst>
                                    <p:set>
                                      <p:cBhvr>
                                        <p:cTn id="35" dur="1" fill="hold">
                                          <p:stCondLst>
                                            <p:cond delay="0"/>
                                          </p:stCondLst>
                                        </p:cTn>
                                        <p:tgtEl>
                                          <p:spTgt spid="119817"/>
                                        </p:tgtEl>
                                        <p:attrNameLst>
                                          <p:attrName>style.visibility</p:attrName>
                                        </p:attrNameLst>
                                      </p:cBhvr>
                                      <p:to>
                                        <p:strVal val="visible"/>
                                      </p:to>
                                    </p:set>
                                    <p:animEffect transition="in" filter="box(in)">
                                      <p:cBhvr>
                                        <p:cTn id="36" dur="500"/>
                                        <p:tgtEl>
                                          <p:spTgt spid="119817"/>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9" presetClass="entr" presetSubtype="0" fill="hold" grpId="0" nodeType="clickEffect">
                                  <p:stCondLst>
                                    <p:cond delay="0"/>
                                  </p:stCondLst>
                                  <p:childTnLst>
                                    <p:set>
                                      <p:cBhvr>
                                        <p:cTn id="40" dur="1" fill="hold">
                                          <p:stCondLst>
                                            <p:cond delay="0"/>
                                          </p:stCondLst>
                                        </p:cTn>
                                        <p:tgtEl>
                                          <p:spTgt spid="119818"/>
                                        </p:tgtEl>
                                        <p:attrNameLst>
                                          <p:attrName>style.visibility</p:attrName>
                                        </p:attrNameLst>
                                      </p:cBhvr>
                                      <p:to>
                                        <p:strVal val="visible"/>
                                      </p:to>
                                    </p:set>
                                    <p:animEffect transition="in" filter="dissolve">
                                      <p:cBhvr>
                                        <p:cTn id="41" dur="500"/>
                                        <p:tgtEl>
                                          <p:spTgt spid="119818"/>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5" presetClass="entr" presetSubtype="10" fill="hold" nodeType="clickEffect">
                                  <p:stCondLst>
                                    <p:cond delay="0"/>
                                  </p:stCondLst>
                                  <p:childTnLst>
                                    <p:set>
                                      <p:cBhvr>
                                        <p:cTn id="45" dur="1" fill="hold">
                                          <p:stCondLst>
                                            <p:cond delay="0"/>
                                          </p:stCondLst>
                                        </p:cTn>
                                        <p:tgtEl>
                                          <p:spTgt spid="4"/>
                                        </p:tgtEl>
                                        <p:attrNameLst>
                                          <p:attrName>style.visibility</p:attrName>
                                        </p:attrNameLst>
                                      </p:cBhvr>
                                      <p:to>
                                        <p:strVal val="visible"/>
                                      </p:to>
                                    </p:set>
                                    <p:animEffect transition="in" filter="checkerboard(across)">
                                      <p:cBhvr>
                                        <p:cTn id="46" dur="500"/>
                                        <p:tgtEl>
                                          <p:spTgt spid="4"/>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4" presetClass="entr" presetSubtype="32" fill="hold" nodeType="clickEffect">
                                  <p:stCondLst>
                                    <p:cond delay="0"/>
                                  </p:stCondLst>
                                  <p:childTnLst>
                                    <p:set>
                                      <p:cBhvr>
                                        <p:cTn id="50" dur="1" fill="hold">
                                          <p:stCondLst>
                                            <p:cond delay="0"/>
                                          </p:stCondLst>
                                        </p:cTn>
                                        <p:tgtEl>
                                          <p:spTgt spid="3"/>
                                        </p:tgtEl>
                                        <p:attrNameLst>
                                          <p:attrName>style.visibility</p:attrName>
                                        </p:attrNameLst>
                                      </p:cBhvr>
                                      <p:to>
                                        <p:strVal val="visible"/>
                                      </p:to>
                                    </p:set>
                                    <p:animEffect transition="in" filter="box(out)">
                                      <p:cBhvr>
                                        <p:cTn id="51" dur="500"/>
                                        <p:tgtEl>
                                          <p:spTgt spid="3"/>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nodeType="clickEffect">
                                  <p:stCondLst>
                                    <p:cond delay="0"/>
                                  </p:stCondLst>
                                  <p:childTnLst>
                                    <p:set>
                                      <p:cBhvr>
                                        <p:cTn id="55" dur="1" fill="hold">
                                          <p:stCondLst>
                                            <p:cond delay="0"/>
                                          </p:stCondLst>
                                        </p:cTn>
                                        <p:tgtEl>
                                          <p:spTgt spid="119819"/>
                                        </p:tgtEl>
                                        <p:attrNameLst>
                                          <p:attrName>style.visibility</p:attrName>
                                        </p:attrNameLst>
                                      </p:cBhvr>
                                      <p:to>
                                        <p:strVal val="visible"/>
                                      </p:to>
                                    </p:set>
                                    <p:animEffect transition="in" filter="wipe(left)">
                                      <p:cBhvr>
                                        <p:cTn id="56" dur="500"/>
                                        <p:tgtEl>
                                          <p:spTgt spid="1198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12" grpId="0" autoUpdateAnimBg="0"/>
      <p:bldP spid="119813" grpId="0" autoUpdateAnimBg="0"/>
      <p:bldP spid="119814" grpId="0" autoUpdateAnimBg="0"/>
      <p:bldP spid="119815" grpId="0" animBg="1" autoUpdateAnimBg="0"/>
      <p:bldP spid="119817" grpId="0" autoUpdateAnimBg="0"/>
      <p:bldP spid="119818"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0835" name="Object 3">
            <a:extLst>
              <a:ext uri="{FF2B5EF4-FFF2-40B4-BE49-F238E27FC236}">
                <a16:creationId xmlns:a16="http://schemas.microsoft.com/office/drawing/2014/main" id="{C6CB9C70-3870-4A4B-B80F-D75D4D6E6E32}"/>
              </a:ext>
            </a:extLst>
          </p:cNvPr>
          <p:cNvGraphicFramePr>
            <a:graphicFrameLocks noChangeAspect="1"/>
          </p:cNvGraphicFramePr>
          <p:nvPr/>
        </p:nvGraphicFramePr>
        <p:xfrm>
          <a:off x="1854200" y="1268413"/>
          <a:ext cx="1474788" cy="847725"/>
        </p:xfrm>
        <a:graphic>
          <a:graphicData uri="http://schemas.openxmlformats.org/presentationml/2006/ole">
            <mc:AlternateContent xmlns:mc="http://schemas.openxmlformats.org/markup-compatibility/2006">
              <mc:Choice xmlns:v="urn:schemas-microsoft-com:vml" Requires="v">
                <p:oleObj spid="_x0000_s11320" name="Equation" r:id="rId3" imgW="495085" imgH="393529" progId="Equation.DSMT4">
                  <p:embed/>
                </p:oleObj>
              </mc:Choice>
              <mc:Fallback>
                <p:oleObj name="Equation" r:id="rId3" imgW="495085" imgH="393529"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54200" y="1268413"/>
                        <a:ext cx="1474788" cy="847725"/>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4">
            <a:extLst>
              <a:ext uri="{FF2B5EF4-FFF2-40B4-BE49-F238E27FC236}">
                <a16:creationId xmlns:a16="http://schemas.microsoft.com/office/drawing/2014/main" id="{EEADC47E-4347-4351-8A96-2DE618AD05E0}"/>
              </a:ext>
            </a:extLst>
          </p:cNvPr>
          <p:cNvGrpSpPr>
            <a:grpSpLocks/>
          </p:cNvGrpSpPr>
          <p:nvPr/>
        </p:nvGrpSpPr>
        <p:grpSpPr bwMode="auto">
          <a:xfrm>
            <a:off x="3563938" y="1268413"/>
            <a:ext cx="2071687" cy="792162"/>
            <a:chOff x="2245" y="799"/>
            <a:chExt cx="1407" cy="635"/>
          </a:xfrm>
        </p:grpSpPr>
        <p:graphicFrame>
          <p:nvGraphicFramePr>
            <p:cNvPr id="11307" name="Object 5">
              <a:extLst>
                <a:ext uri="{FF2B5EF4-FFF2-40B4-BE49-F238E27FC236}">
                  <a16:creationId xmlns:a16="http://schemas.microsoft.com/office/drawing/2014/main" id="{4ECD5C08-E26F-4A8B-9C07-6708D16E479D}"/>
                </a:ext>
              </a:extLst>
            </p:cNvPr>
            <p:cNvGraphicFramePr>
              <a:graphicFrameLocks noChangeAspect="1"/>
            </p:cNvGraphicFramePr>
            <p:nvPr/>
          </p:nvGraphicFramePr>
          <p:xfrm>
            <a:off x="2526" y="799"/>
            <a:ext cx="1126" cy="635"/>
          </p:xfrm>
          <a:graphic>
            <a:graphicData uri="http://schemas.openxmlformats.org/presentationml/2006/ole">
              <mc:AlternateContent xmlns:mc="http://schemas.openxmlformats.org/markup-compatibility/2006">
                <mc:Choice xmlns:v="urn:schemas-microsoft-com:vml" Requires="v">
                  <p:oleObj spid="_x0000_s11321" name="Equation" r:id="rId5" imgW="698197" imgH="393529" progId="Equation.DSMT4">
                    <p:embed/>
                  </p:oleObj>
                </mc:Choice>
                <mc:Fallback>
                  <p:oleObj name="Equation" r:id="rId5" imgW="698197" imgH="393529"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26" y="799"/>
                          <a:ext cx="1126" cy="635"/>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308" name="AutoShape 6">
              <a:extLst>
                <a:ext uri="{FF2B5EF4-FFF2-40B4-BE49-F238E27FC236}">
                  <a16:creationId xmlns:a16="http://schemas.microsoft.com/office/drawing/2014/main" id="{59DFC838-B526-4660-994F-C85049166C85}"/>
                </a:ext>
              </a:extLst>
            </p:cNvPr>
            <p:cNvSpPr>
              <a:spLocks noChangeArrowheads="1"/>
            </p:cNvSpPr>
            <p:nvPr/>
          </p:nvSpPr>
          <p:spPr bwMode="auto">
            <a:xfrm>
              <a:off x="2245" y="935"/>
              <a:ext cx="106" cy="363"/>
            </a:xfrm>
            <a:prstGeom prst="notchedRightArrow">
              <a:avLst>
                <a:gd name="adj1" fmla="val 50000"/>
                <a:gd name="adj2" fmla="val 25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3" name="Group 47">
            <a:extLst>
              <a:ext uri="{FF2B5EF4-FFF2-40B4-BE49-F238E27FC236}">
                <a16:creationId xmlns:a16="http://schemas.microsoft.com/office/drawing/2014/main" id="{A39D2E73-5E5A-43E2-9CC1-A42D663D72AF}"/>
              </a:ext>
            </a:extLst>
          </p:cNvPr>
          <p:cNvGrpSpPr>
            <a:grpSpLocks/>
          </p:cNvGrpSpPr>
          <p:nvPr/>
        </p:nvGrpSpPr>
        <p:grpSpPr bwMode="auto">
          <a:xfrm>
            <a:off x="395288" y="2060575"/>
            <a:ext cx="3798887" cy="2089150"/>
            <a:chOff x="295" y="1434"/>
            <a:chExt cx="2393" cy="1316"/>
          </a:xfrm>
        </p:grpSpPr>
        <p:sp>
          <p:nvSpPr>
            <p:cNvPr id="11295" name="Rectangle 8">
              <a:extLst>
                <a:ext uri="{FF2B5EF4-FFF2-40B4-BE49-F238E27FC236}">
                  <a16:creationId xmlns:a16="http://schemas.microsoft.com/office/drawing/2014/main" id="{EC14FCA9-C934-4018-A03E-EA91060BBC06}"/>
                </a:ext>
              </a:extLst>
            </p:cNvPr>
            <p:cNvSpPr>
              <a:spLocks noChangeArrowheads="1"/>
            </p:cNvSpPr>
            <p:nvPr/>
          </p:nvSpPr>
          <p:spPr bwMode="auto">
            <a:xfrm>
              <a:off x="295" y="1434"/>
              <a:ext cx="528"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b="1"/>
                <a:t>d</a:t>
              </a:r>
              <a:r>
                <a:rPr lang="en-US" altLang="zh-CN" sz="2000" b="1" i="1"/>
                <a:t>x</a:t>
              </a:r>
              <a:r>
                <a:rPr lang="en-US" altLang="zh-CN" sz="2000" b="1"/>
                <a:t>/d</a:t>
              </a:r>
              <a:r>
                <a:rPr lang="en-US" altLang="zh-CN" sz="2000" b="1" i="1"/>
                <a:t>t</a:t>
              </a:r>
            </a:p>
          </p:txBody>
        </p:sp>
        <p:grpSp>
          <p:nvGrpSpPr>
            <p:cNvPr id="11296" name="Group 46">
              <a:extLst>
                <a:ext uri="{FF2B5EF4-FFF2-40B4-BE49-F238E27FC236}">
                  <a16:creationId xmlns:a16="http://schemas.microsoft.com/office/drawing/2014/main" id="{6BAE0DE4-AF4E-4C0E-B6A5-0FC0510C318F}"/>
                </a:ext>
              </a:extLst>
            </p:cNvPr>
            <p:cNvGrpSpPr>
              <a:grpSpLocks/>
            </p:cNvGrpSpPr>
            <p:nvPr/>
          </p:nvGrpSpPr>
          <p:grpSpPr bwMode="auto">
            <a:xfrm>
              <a:off x="576" y="1616"/>
              <a:ext cx="2112" cy="1134"/>
              <a:chOff x="576" y="1797"/>
              <a:chExt cx="2112" cy="1134"/>
            </a:xfrm>
          </p:grpSpPr>
          <p:sp>
            <p:nvSpPr>
              <p:cNvPr id="11297" name="Line 9">
                <a:extLst>
                  <a:ext uri="{FF2B5EF4-FFF2-40B4-BE49-F238E27FC236}">
                    <a16:creationId xmlns:a16="http://schemas.microsoft.com/office/drawing/2014/main" id="{B5D6BE4A-4DEF-4A7A-97D0-629C4D620C49}"/>
                  </a:ext>
                </a:extLst>
              </p:cNvPr>
              <p:cNvSpPr>
                <a:spLocks noChangeShapeType="1"/>
              </p:cNvSpPr>
              <p:nvPr/>
            </p:nvSpPr>
            <p:spPr bwMode="auto">
              <a:xfrm flipV="1">
                <a:off x="793" y="1797"/>
                <a:ext cx="0" cy="8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98" name="Line 10">
                <a:extLst>
                  <a:ext uri="{FF2B5EF4-FFF2-40B4-BE49-F238E27FC236}">
                    <a16:creationId xmlns:a16="http://schemas.microsoft.com/office/drawing/2014/main" id="{A42CEDE0-DBAF-4E5C-AE9E-A41AC86B2854}"/>
                  </a:ext>
                </a:extLst>
              </p:cNvPr>
              <p:cNvSpPr>
                <a:spLocks noChangeShapeType="1"/>
              </p:cNvSpPr>
              <p:nvPr/>
            </p:nvSpPr>
            <p:spPr bwMode="auto">
              <a:xfrm>
                <a:off x="793" y="2642"/>
                <a:ext cx="16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99" name="Rectangle 11">
                <a:extLst>
                  <a:ext uri="{FF2B5EF4-FFF2-40B4-BE49-F238E27FC236}">
                    <a16:creationId xmlns:a16="http://schemas.microsoft.com/office/drawing/2014/main" id="{42C7339A-F3FF-437E-BFCB-CF370586B4BC}"/>
                  </a:ext>
                </a:extLst>
              </p:cNvPr>
              <p:cNvSpPr>
                <a:spLocks noChangeArrowheads="1"/>
              </p:cNvSpPr>
              <p:nvPr/>
            </p:nvSpPr>
            <p:spPr bwMode="auto">
              <a:xfrm>
                <a:off x="2352" y="2568"/>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b="1" i="1"/>
                  <a:t>x</a:t>
                </a:r>
              </a:p>
            </p:txBody>
          </p:sp>
          <p:sp>
            <p:nvSpPr>
              <p:cNvPr id="11300" name="Rectangle 12">
                <a:extLst>
                  <a:ext uri="{FF2B5EF4-FFF2-40B4-BE49-F238E27FC236}">
                    <a16:creationId xmlns:a16="http://schemas.microsoft.com/office/drawing/2014/main" id="{55CD8B83-0A75-4622-A4AF-FBB3918C3BFD}"/>
                  </a:ext>
                </a:extLst>
              </p:cNvPr>
              <p:cNvSpPr>
                <a:spLocks noChangeArrowheads="1"/>
              </p:cNvSpPr>
              <p:nvPr/>
            </p:nvSpPr>
            <p:spPr bwMode="auto">
              <a:xfrm>
                <a:off x="576" y="2498"/>
                <a:ext cx="336"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b="1" i="1"/>
                  <a:t>O</a:t>
                </a:r>
              </a:p>
            </p:txBody>
          </p:sp>
          <p:grpSp>
            <p:nvGrpSpPr>
              <p:cNvPr id="11301" name="Group 14">
                <a:extLst>
                  <a:ext uri="{FF2B5EF4-FFF2-40B4-BE49-F238E27FC236}">
                    <a16:creationId xmlns:a16="http://schemas.microsoft.com/office/drawing/2014/main" id="{5C408309-D629-4042-B582-D4957407F27B}"/>
                  </a:ext>
                </a:extLst>
              </p:cNvPr>
              <p:cNvGrpSpPr>
                <a:grpSpLocks/>
              </p:cNvGrpSpPr>
              <p:nvPr/>
            </p:nvGrpSpPr>
            <p:grpSpPr bwMode="auto">
              <a:xfrm>
                <a:off x="816" y="1933"/>
                <a:ext cx="1440" cy="682"/>
                <a:chOff x="1200" y="1824"/>
                <a:chExt cx="1440" cy="912"/>
              </a:xfrm>
            </p:grpSpPr>
            <p:sp>
              <p:nvSpPr>
                <p:cNvPr id="11305" name="Arc 15">
                  <a:extLst>
                    <a:ext uri="{FF2B5EF4-FFF2-40B4-BE49-F238E27FC236}">
                      <a16:creationId xmlns:a16="http://schemas.microsoft.com/office/drawing/2014/main" id="{570E67E5-3FF1-4F1F-AF30-9F402E729749}"/>
                    </a:ext>
                  </a:extLst>
                </p:cNvPr>
                <p:cNvSpPr>
                  <a:spLocks/>
                </p:cNvSpPr>
                <p:nvPr/>
              </p:nvSpPr>
              <p:spPr bwMode="auto">
                <a:xfrm flipH="1">
                  <a:off x="1200" y="1824"/>
                  <a:ext cx="720" cy="912"/>
                </a:xfrm>
                <a:custGeom>
                  <a:avLst/>
                  <a:gdLst>
                    <a:gd name="T0" fmla="*/ 0 w 21600"/>
                    <a:gd name="T1" fmla="*/ 0 h 21600"/>
                    <a:gd name="T2" fmla="*/ 1 w 21600"/>
                    <a:gd name="T3" fmla="*/ 2 h 21600"/>
                    <a:gd name="T4" fmla="*/ 0 w 21600"/>
                    <a:gd name="T5" fmla="*/ 2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306" name="Arc 16">
                  <a:extLst>
                    <a:ext uri="{FF2B5EF4-FFF2-40B4-BE49-F238E27FC236}">
                      <a16:creationId xmlns:a16="http://schemas.microsoft.com/office/drawing/2014/main" id="{E664DA94-7E3C-489F-A694-65E0493564C6}"/>
                    </a:ext>
                  </a:extLst>
                </p:cNvPr>
                <p:cNvSpPr>
                  <a:spLocks/>
                </p:cNvSpPr>
                <p:nvPr/>
              </p:nvSpPr>
              <p:spPr bwMode="auto">
                <a:xfrm>
                  <a:off x="1920" y="1824"/>
                  <a:ext cx="720" cy="912"/>
                </a:xfrm>
                <a:custGeom>
                  <a:avLst/>
                  <a:gdLst>
                    <a:gd name="T0" fmla="*/ 0 w 21600"/>
                    <a:gd name="T1" fmla="*/ 0 h 21600"/>
                    <a:gd name="T2" fmla="*/ 1 w 21600"/>
                    <a:gd name="T3" fmla="*/ 2 h 21600"/>
                    <a:gd name="T4" fmla="*/ 0 w 21600"/>
                    <a:gd name="T5" fmla="*/ 2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11302" name="Rectangle 17">
                <a:extLst>
                  <a:ext uri="{FF2B5EF4-FFF2-40B4-BE49-F238E27FC236}">
                    <a16:creationId xmlns:a16="http://schemas.microsoft.com/office/drawing/2014/main" id="{0B5D4F64-82F6-4922-A4A2-54B9E82C4888}"/>
                  </a:ext>
                </a:extLst>
              </p:cNvPr>
              <p:cNvSpPr>
                <a:spLocks noChangeArrowheads="1"/>
              </p:cNvSpPr>
              <p:nvPr/>
            </p:nvSpPr>
            <p:spPr bwMode="auto">
              <a:xfrm>
                <a:off x="2112" y="2580"/>
                <a:ext cx="336"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b="1" i="1"/>
                  <a:t>x</a:t>
                </a:r>
                <a:r>
                  <a:rPr lang="en-US" altLang="zh-CN" sz="2000" b="1" i="1" baseline="-25000"/>
                  <a:t>m</a:t>
                </a:r>
                <a:endParaRPr lang="en-US" altLang="zh-CN" sz="2000" b="1" i="1"/>
              </a:p>
            </p:txBody>
          </p:sp>
          <p:sp>
            <p:nvSpPr>
              <p:cNvPr id="11303" name="Line 19">
                <a:extLst>
                  <a:ext uri="{FF2B5EF4-FFF2-40B4-BE49-F238E27FC236}">
                    <a16:creationId xmlns:a16="http://schemas.microsoft.com/office/drawing/2014/main" id="{A3AC9CD6-8E6A-43D1-9F7D-B18D8C0F7C32}"/>
                  </a:ext>
                </a:extLst>
              </p:cNvPr>
              <p:cNvSpPr>
                <a:spLocks noChangeShapeType="1"/>
              </p:cNvSpPr>
              <p:nvPr/>
            </p:nvSpPr>
            <p:spPr bwMode="auto">
              <a:xfrm flipH="1">
                <a:off x="1546" y="1933"/>
                <a:ext cx="19" cy="712"/>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304" name="Rectangle 20">
                <a:extLst>
                  <a:ext uri="{FF2B5EF4-FFF2-40B4-BE49-F238E27FC236}">
                    <a16:creationId xmlns:a16="http://schemas.microsoft.com/office/drawing/2014/main" id="{36E0457F-3F31-42FE-B21B-74CC2C5754B3}"/>
                  </a:ext>
                </a:extLst>
              </p:cNvPr>
              <p:cNvSpPr>
                <a:spLocks noChangeArrowheads="1"/>
              </p:cNvSpPr>
              <p:nvPr/>
            </p:nvSpPr>
            <p:spPr bwMode="auto">
              <a:xfrm>
                <a:off x="1338" y="2499"/>
                <a:ext cx="480"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b="1" i="1"/>
                  <a:t>x</a:t>
                </a:r>
                <a:r>
                  <a:rPr lang="en-US" altLang="zh-CN" sz="2000" b="1" i="1" baseline="-25000"/>
                  <a:t>m</a:t>
                </a:r>
                <a:r>
                  <a:rPr lang="en-US" altLang="zh-CN" sz="2000" b="1"/>
                  <a:t>/2</a:t>
                </a:r>
                <a:endParaRPr lang="en-US" altLang="zh-CN" sz="2000" b="1" i="1"/>
              </a:p>
            </p:txBody>
          </p:sp>
        </p:grpSp>
      </p:grpSp>
      <p:graphicFrame>
        <p:nvGraphicFramePr>
          <p:cNvPr id="120856" name="Object 24">
            <a:extLst>
              <a:ext uri="{FF2B5EF4-FFF2-40B4-BE49-F238E27FC236}">
                <a16:creationId xmlns:a16="http://schemas.microsoft.com/office/drawing/2014/main" id="{618EC716-A603-4717-9F1E-D48AE3F3D93D}"/>
              </a:ext>
            </a:extLst>
          </p:cNvPr>
          <p:cNvGraphicFramePr>
            <a:graphicFrameLocks noChangeAspect="1"/>
          </p:cNvGraphicFramePr>
          <p:nvPr/>
        </p:nvGraphicFramePr>
        <p:xfrm>
          <a:off x="611188" y="4017963"/>
          <a:ext cx="3529012" cy="1189037"/>
        </p:xfrm>
        <a:graphic>
          <a:graphicData uri="http://schemas.openxmlformats.org/presentationml/2006/ole">
            <mc:AlternateContent xmlns:mc="http://schemas.openxmlformats.org/markup-compatibility/2006">
              <mc:Choice xmlns:v="urn:schemas-microsoft-com:vml" Requires="v">
                <p:oleObj spid="_x0000_s11322" name="文档" r:id="rId7" imgW="1401289" imgH="634631" progId="Word.Document.8">
                  <p:embed/>
                </p:oleObj>
              </mc:Choice>
              <mc:Fallback>
                <p:oleObj name="文档" r:id="rId7" imgW="1401289" imgH="634631" progId="Word.Document.8">
                  <p:embed/>
                  <p:pic>
                    <p:nvPicPr>
                      <p:cNvPr id="0" name="Object 2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11188" y="4017963"/>
                        <a:ext cx="3529012" cy="1189037"/>
                      </a:xfrm>
                      <a:prstGeom prst="rect">
                        <a:avLst/>
                      </a:prstGeom>
                      <a:noFill/>
                      <a:ln>
                        <a:noFill/>
                      </a:ln>
                      <a:effectLst/>
                      <a:extLst>
                        <a:ext uri="{909E8E84-426E-40DD-AFC4-6F175D3DCCD1}">
                          <a14:hiddenFill xmlns:a14="http://schemas.microsoft.com/office/drawing/2010/main">
                            <a:gradFill rotWithShape="0">
                              <a:gsLst>
                                <a:gs pos="0">
                                  <a:srgbClr val="00FFFF"/>
                                </a:gs>
                                <a:gs pos="100000">
                                  <a:schemeClr val="bg1"/>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6" name="Group 49">
            <a:extLst>
              <a:ext uri="{FF2B5EF4-FFF2-40B4-BE49-F238E27FC236}">
                <a16:creationId xmlns:a16="http://schemas.microsoft.com/office/drawing/2014/main" id="{D8B47597-3EC8-4954-A885-AB927B3D6BF6}"/>
              </a:ext>
            </a:extLst>
          </p:cNvPr>
          <p:cNvGrpSpPr>
            <a:grpSpLocks/>
          </p:cNvGrpSpPr>
          <p:nvPr/>
        </p:nvGrpSpPr>
        <p:grpSpPr bwMode="auto">
          <a:xfrm>
            <a:off x="4356100" y="1978025"/>
            <a:ext cx="4391025" cy="2271713"/>
            <a:chOff x="2744" y="1246"/>
            <a:chExt cx="2766" cy="1431"/>
          </a:xfrm>
        </p:grpSpPr>
        <p:sp>
          <p:nvSpPr>
            <p:cNvPr id="11289" name="Line 26">
              <a:extLst>
                <a:ext uri="{FF2B5EF4-FFF2-40B4-BE49-F238E27FC236}">
                  <a16:creationId xmlns:a16="http://schemas.microsoft.com/office/drawing/2014/main" id="{A5510BC2-F4FC-4015-A748-82D89465F4C1}"/>
                </a:ext>
              </a:extLst>
            </p:cNvPr>
            <p:cNvSpPr>
              <a:spLocks noChangeShapeType="1"/>
            </p:cNvSpPr>
            <p:nvPr/>
          </p:nvSpPr>
          <p:spPr bwMode="auto">
            <a:xfrm>
              <a:off x="3334" y="2478"/>
              <a:ext cx="192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90" name="Line 27">
              <a:extLst>
                <a:ext uri="{FF2B5EF4-FFF2-40B4-BE49-F238E27FC236}">
                  <a16:creationId xmlns:a16="http://schemas.microsoft.com/office/drawing/2014/main" id="{64AF471B-2357-44BA-9C4C-BE887FA544D0}"/>
                </a:ext>
              </a:extLst>
            </p:cNvPr>
            <p:cNvSpPr>
              <a:spLocks noChangeShapeType="1"/>
            </p:cNvSpPr>
            <p:nvPr/>
          </p:nvSpPr>
          <p:spPr bwMode="auto">
            <a:xfrm flipH="1" flipV="1">
              <a:off x="3328" y="1390"/>
              <a:ext cx="6" cy="10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91" name="Rectangle 28">
              <a:extLst>
                <a:ext uri="{FF2B5EF4-FFF2-40B4-BE49-F238E27FC236}">
                  <a16:creationId xmlns:a16="http://schemas.microsoft.com/office/drawing/2014/main" id="{6ECCC1E5-71EB-4979-8609-25EEA1D87F8E}"/>
                </a:ext>
              </a:extLst>
            </p:cNvPr>
            <p:cNvSpPr>
              <a:spLocks noChangeArrowheads="1"/>
            </p:cNvSpPr>
            <p:nvPr/>
          </p:nvSpPr>
          <p:spPr bwMode="auto">
            <a:xfrm>
              <a:off x="5239" y="2387"/>
              <a:ext cx="271"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b="1" i="1"/>
                <a:t>t</a:t>
              </a:r>
            </a:p>
          </p:txBody>
        </p:sp>
        <p:sp>
          <p:nvSpPr>
            <p:cNvPr id="11292" name="Rectangle 29">
              <a:extLst>
                <a:ext uri="{FF2B5EF4-FFF2-40B4-BE49-F238E27FC236}">
                  <a16:creationId xmlns:a16="http://schemas.microsoft.com/office/drawing/2014/main" id="{469DC936-B7CE-4EFA-9828-4D79B195CD4D}"/>
                </a:ext>
              </a:extLst>
            </p:cNvPr>
            <p:cNvSpPr>
              <a:spLocks noChangeArrowheads="1"/>
            </p:cNvSpPr>
            <p:nvPr/>
          </p:nvSpPr>
          <p:spPr bwMode="auto">
            <a:xfrm>
              <a:off x="3040" y="1246"/>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b="1" i="1"/>
                <a:t>x</a:t>
              </a:r>
            </a:p>
          </p:txBody>
        </p:sp>
        <p:sp>
          <p:nvSpPr>
            <p:cNvPr id="11293" name="Rectangle 30">
              <a:extLst>
                <a:ext uri="{FF2B5EF4-FFF2-40B4-BE49-F238E27FC236}">
                  <a16:creationId xmlns:a16="http://schemas.microsoft.com/office/drawing/2014/main" id="{98A4D1C6-6EE3-4869-B918-14C634CD2006}"/>
                </a:ext>
              </a:extLst>
            </p:cNvPr>
            <p:cNvSpPr>
              <a:spLocks noChangeArrowheads="1"/>
            </p:cNvSpPr>
            <p:nvPr/>
          </p:nvSpPr>
          <p:spPr bwMode="auto">
            <a:xfrm>
              <a:off x="3061" y="2341"/>
              <a:ext cx="336"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b="1" i="1"/>
                <a:t>O</a:t>
              </a:r>
            </a:p>
          </p:txBody>
        </p:sp>
        <p:sp>
          <p:nvSpPr>
            <p:cNvPr id="11294" name="AutoShape 31">
              <a:extLst>
                <a:ext uri="{FF2B5EF4-FFF2-40B4-BE49-F238E27FC236}">
                  <a16:creationId xmlns:a16="http://schemas.microsoft.com/office/drawing/2014/main" id="{724E37E8-DA4E-46C4-B89B-0E422DC24979}"/>
                </a:ext>
              </a:extLst>
            </p:cNvPr>
            <p:cNvSpPr>
              <a:spLocks noChangeArrowheads="1"/>
            </p:cNvSpPr>
            <p:nvPr/>
          </p:nvSpPr>
          <p:spPr bwMode="auto">
            <a:xfrm>
              <a:off x="2744" y="1706"/>
              <a:ext cx="136" cy="432"/>
            </a:xfrm>
            <a:prstGeom prst="notchedRightArrow">
              <a:avLst>
                <a:gd name="adj1" fmla="val 50000"/>
                <a:gd name="adj2" fmla="val 25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120864" name="Rectangle 32">
            <a:extLst>
              <a:ext uri="{FF2B5EF4-FFF2-40B4-BE49-F238E27FC236}">
                <a16:creationId xmlns:a16="http://schemas.microsoft.com/office/drawing/2014/main" id="{EFBC0ABA-0B18-4090-8D83-803F8C5B051A}"/>
              </a:ext>
            </a:extLst>
          </p:cNvPr>
          <p:cNvSpPr>
            <a:spLocks noChangeArrowheads="1"/>
          </p:cNvSpPr>
          <p:nvPr/>
        </p:nvSpPr>
        <p:spPr bwMode="auto">
          <a:xfrm>
            <a:off x="6300788" y="3284538"/>
            <a:ext cx="2663825"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pPr>
            <a:r>
              <a:rPr lang="en-US" altLang="zh-CN" sz="2800" b="1" i="1"/>
              <a:t>x</a:t>
            </a:r>
            <a:r>
              <a:rPr lang="zh-CN" altLang="zh-CN" sz="2800" b="1"/>
              <a:t>增加先快后慢</a:t>
            </a:r>
            <a:endParaRPr lang="zh-CN" altLang="en-US" sz="2800" b="1"/>
          </a:p>
        </p:txBody>
      </p:sp>
      <p:grpSp>
        <p:nvGrpSpPr>
          <p:cNvPr id="7" name="Group 50">
            <a:extLst>
              <a:ext uri="{FF2B5EF4-FFF2-40B4-BE49-F238E27FC236}">
                <a16:creationId xmlns:a16="http://schemas.microsoft.com/office/drawing/2014/main" id="{1112B013-3E7B-4F8C-9871-640E77BF10BD}"/>
              </a:ext>
            </a:extLst>
          </p:cNvPr>
          <p:cNvGrpSpPr>
            <a:grpSpLocks/>
          </p:cNvGrpSpPr>
          <p:nvPr/>
        </p:nvGrpSpPr>
        <p:grpSpPr bwMode="auto">
          <a:xfrm>
            <a:off x="4859338" y="2205038"/>
            <a:ext cx="3176587" cy="976312"/>
            <a:chOff x="3061" y="1389"/>
            <a:chExt cx="2001" cy="615"/>
          </a:xfrm>
        </p:grpSpPr>
        <p:sp>
          <p:nvSpPr>
            <p:cNvPr id="11286" name="Line 22">
              <a:extLst>
                <a:ext uri="{FF2B5EF4-FFF2-40B4-BE49-F238E27FC236}">
                  <a16:creationId xmlns:a16="http://schemas.microsoft.com/office/drawing/2014/main" id="{15F9AF44-10C3-4602-BEC6-82799CEEB5EF}"/>
                </a:ext>
              </a:extLst>
            </p:cNvPr>
            <p:cNvSpPr>
              <a:spLocks noChangeShapeType="1"/>
            </p:cNvSpPr>
            <p:nvPr/>
          </p:nvSpPr>
          <p:spPr bwMode="auto">
            <a:xfrm>
              <a:off x="3334" y="1570"/>
              <a:ext cx="1728"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87" name="Rectangle 23">
              <a:extLst>
                <a:ext uri="{FF2B5EF4-FFF2-40B4-BE49-F238E27FC236}">
                  <a16:creationId xmlns:a16="http://schemas.microsoft.com/office/drawing/2014/main" id="{8F799846-53BE-4A13-B18E-438D5628B21C}"/>
                </a:ext>
              </a:extLst>
            </p:cNvPr>
            <p:cNvSpPr>
              <a:spLocks noChangeArrowheads="1"/>
            </p:cNvSpPr>
            <p:nvPr/>
          </p:nvSpPr>
          <p:spPr bwMode="auto">
            <a:xfrm>
              <a:off x="3061" y="1389"/>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b="1" i="1"/>
                <a:t>x</a:t>
              </a:r>
              <a:r>
                <a:rPr lang="en-US" altLang="zh-CN" sz="2000" b="1" i="1" baseline="-25000"/>
                <a:t>m</a:t>
              </a:r>
              <a:endParaRPr lang="en-US" altLang="zh-CN" sz="2000"/>
            </a:p>
          </p:txBody>
        </p:sp>
        <p:sp>
          <p:nvSpPr>
            <p:cNvPr id="11288" name="Arc 35">
              <a:extLst>
                <a:ext uri="{FF2B5EF4-FFF2-40B4-BE49-F238E27FC236}">
                  <a16:creationId xmlns:a16="http://schemas.microsoft.com/office/drawing/2014/main" id="{1E0882F7-D753-411B-98BE-D9BD4D4EB64E}"/>
                </a:ext>
              </a:extLst>
            </p:cNvPr>
            <p:cNvSpPr>
              <a:spLocks/>
            </p:cNvSpPr>
            <p:nvPr/>
          </p:nvSpPr>
          <p:spPr bwMode="auto">
            <a:xfrm flipH="1">
              <a:off x="3923" y="1616"/>
              <a:ext cx="1008" cy="388"/>
            </a:xfrm>
            <a:custGeom>
              <a:avLst/>
              <a:gdLst>
                <a:gd name="T0" fmla="*/ 0 w 21600"/>
                <a:gd name="T1" fmla="*/ 0 h 21600"/>
                <a:gd name="T2" fmla="*/ 2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8" name="Group 48">
            <a:extLst>
              <a:ext uri="{FF2B5EF4-FFF2-40B4-BE49-F238E27FC236}">
                <a16:creationId xmlns:a16="http://schemas.microsoft.com/office/drawing/2014/main" id="{F072EAA3-312C-4464-901F-D459282B57C5}"/>
              </a:ext>
            </a:extLst>
          </p:cNvPr>
          <p:cNvGrpSpPr>
            <a:grpSpLocks/>
          </p:cNvGrpSpPr>
          <p:nvPr/>
        </p:nvGrpSpPr>
        <p:grpSpPr bwMode="auto">
          <a:xfrm>
            <a:off x="4643438" y="2968625"/>
            <a:ext cx="1563687" cy="1036638"/>
            <a:chOff x="2925" y="1752"/>
            <a:chExt cx="985" cy="653"/>
          </a:xfrm>
        </p:grpSpPr>
        <p:sp>
          <p:nvSpPr>
            <p:cNvPr id="11282" name="Arc 33">
              <a:extLst>
                <a:ext uri="{FF2B5EF4-FFF2-40B4-BE49-F238E27FC236}">
                  <a16:creationId xmlns:a16="http://schemas.microsoft.com/office/drawing/2014/main" id="{6B9A3E33-1E13-4FE7-A8C8-74B512BC90DC}"/>
                </a:ext>
              </a:extLst>
            </p:cNvPr>
            <p:cNvSpPr>
              <a:spLocks/>
            </p:cNvSpPr>
            <p:nvPr/>
          </p:nvSpPr>
          <p:spPr bwMode="auto">
            <a:xfrm flipV="1">
              <a:off x="3334" y="1888"/>
              <a:ext cx="576" cy="33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283" name="Rectangle 34">
              <a:extLst>
                <a:ext uri="{FF2B5EF4-FFF2-40B4-BE49-F238E27FC236}">
                  <a16:creationId xmlns:a16="http://schemas.microsoft.com/office/drawing/2014/main" id="{4F3554EC-EA98-4283-B695-4BEF0D16DDA1}"/>
                </a:ext>
              </a:extLst>
            </p:cNvPr>
            <p:cNvSpPr>
              <a:spLocks noChangeArrowheads="1"/>
            </p:cNvSpPr>
            <p:nvPr/>
          </p:nvSpPr>
          <p:spPr bwMode="auto">
            <a:xfrm>
              <a:off x="3016" y="2069"/>
              <a:ext cx="432"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b="1" i="1"/>
                <a:t>x</a:t>
              </a:r>
              <a:r>
                <a:rPr lang="en-US" altLang="zh-CN" sz="2000" b="1" baseline="-25000"/>
                <a:t>0</a:t>
              </a:r>
              <a:endParaRPr lang="en-US" altLang="zh-CN" sz="2000" b="1"/>
            </a:p>
          </p:txBody>
        </p:sp>
        <p:sp>
          <p:nvSpPr>
            <p:cNvPr id="11284" name="Line 37">
              <a:extLst>
                <a:ext uri="{FF2B5EF4-FFF2-40B4-BE49-F238E27FC236}">
                  <a16:creationId xmlns:a16="http://schemas.microsoft.com/office/drawing/2014/main" id="{880834FE-C736-4695-A65C-A16BF6F8EFE0}"/>
                </a:ext>
              </a:extLst>
            </p:cNvPr>
            <p:cNvSpPr>
              <a:spLocks noChangeShapeType="1"/>
            </p:cNvSpPr>
            <p:nvPr/>
          </p:nvSpPr>
          <p:spPr bwMode="auto">
            <a:xfrm>
              <a:off x="3334" y="1933"/>
              <a:ext cx="576"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85" name="Rectangle 38">
              <a:extLst>
                <a:ext uri="{FF2B5EF4-FFF2-40B4-BE49-F238E27FC236}">
                  <a16:creationId xmlns:a16="http://schemas.microsoft.com/office/drawing/2014/main" id="{B586BFDB-0349-43F8-BB48-62615974A703}"/>
                </a:ext>
              </a:extLst>
            </p:cNvPr>
            <p:cNvSpPr>
              <a:spLocks noChangeArrowheads="1"/>
            </p:cNvSpPr>
            <p:nvPr/>
          </p:nvSpPr>
          <p:spPr bwMode="auto">
            <a:xfrm>
              <a:off x="2925" y="1752"/>
              <a:ext cx="480"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b="1" i="1"/>
                <a:t>x</a:t>
              </a:r>
              <a:r>
                <a:rPr lang="en-US" altLang="zh-CN" sz="2000" b="1" i="1" baseline="-25000"/>
                <a:t>m</a:t>
              </a:r>
              <a:r>
                <a:rPr lang="en-US" altLang="zh-CN" sz="2000" b="1"/>
                <a:t>/2</a:t>
              </a:r>
            </a:p>
          </p:txBody>
        </p:sp>
      </p:grpSp>
      <p:sp>
        <p:nvSpPr>
          <p:cNvPr id="11274" name="Rectangle 39">
            <a:extLst>
              <a:ext uri="{FF2B5EF4-FFF2-40B4-BE49-F238E27FC236}">
                <a16:creationId xmlns:a16="http://schemas.microsoft.com/office/drawing/2014/main" id="{30963CE0-786C-42BB-A0B3-9C467E5494EB}"/>
              </a:ext>
            </a:extLst>
          </p:cNvPr>
          <p:cNvSpPr>
            <a:spLocks noChangeArrowheads="1"/>
          </p:cNvSpPr>
          <p:nvPr/>
        </p:nvSpPr>
        <p:spPr bwMode="auto">
          <a:xfrm>
            <a:off x="395288" y="452438"/>
            <a:ext cx="5181600" cy="600075"/>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200" b="1">
                <a:latin typeface="楷体_GB2312" pitchFamily="49" charset="-122"/>
                <a:ea typeface="楷体_GB2312" pitchFamily="49" charset="-122"/>
              </a:rPr>
              <a:t>阻滞增长模型</a:t>
            </a:r>
            <a:r>
              <a:rPr lang="en-US" altLang="zh-CN" sz="3200" b="1">
                <a:latin typeface="楷体_GB2312" pitchFamily="49" charset="-122"/>
                <a:ea typeface="楷体_GB2312" pitchFamily="49" charset="-122"/>
              </a:rPr>
              <a:t>(</a:t>
            </a:r>
            <a:r>
              <a:rPr lang="en-US" altLang="zh-CN" sz="3200" b="1">
                <a:ea typeface="楷体_GB2312" pitchFamily="49" charset="-122"/>
              </a:rPr>
              <a:t>Logistic</a:t>
            </a:r>
            <a:r>
              <a:rPr lang="zh-CN" altLang="zh-CN" sz="3200" b="1">
                <a:latin typeface="楷体_GB2312" pitchFamily="49" charset="-122"/>
                <a:ea typeface="楷体_GB2312" pitchFamily="49" charset="-122"/>
              </a:rPr>
              <a:t>模型</a:t>
            </a:r>
            <a:r>
              <a:rPr lang="en-US" altLang="zh-CN" sz="3200" b="1">
                <a:latin typeface="楷体_GB2312" pitchFamily="49" charset="-122"/>
                <a:ea typeface="楷体_GB2312" pitchFamily="49" charset="-122"/>
              </a:rPr>
              <a:t>)</a:t>
            </a:r>
          </a:p>
        </p:txBody>
      </p:sp>
      <p:graphicFrame>
        <p:nvGraphicFramePr>
          <p:cNvPr id="120872" name="Object 40">
            <a:extLst>
              <a:ext uri="{FF2B5EF4-FFF2-40B4-BE49-F238E27FC236}">
                <a16:creationId xmlns:a16="http://schemas.microsoft.com/office/drawing/2014/main" id="{D97E0668-127A-46F2-A1D7-81C03FCCCE57}"/>
              </a:ext>
            </a:extLst>
          </p:cNvPr>
          <p:cNvGraphicFramePr>
            <a:graphicFrameLocks noChangeAspect="1"/>
          </p:cNvGraphicFramePr>
          <p:nvPr/>
        </p:nvGraphicFramePr>
        <p:xfrm>
          <a:off x="5651500" y="1268413"/>
          <a:ext cx="1655763" cy="923925"/>
        </p:xfrm>
        <a:graphic>
          <a:graphicData uri="http://schemas.openxmlformats.org/presentationml/2006/ole">
            <mc:AlternateContent xmlns:mc="http://schemas.openxmlformats.org/markup-compatibility/2006">
              <mc:Choice xmlns:v="urn:schemas-microsoft-com:vml" Requires="v">
                <p:oleObj spid="_x0000_s11323" name="公式" r:id="rId9" imgW="774364" imgH="431613" progId="Equation.3">
                  <p:embed/>
                </p:oleObj>
              </mc:Choice>
              <mc:Fallback>
                <p:oleObj name="公式" r:id="rId9" imgW="774364" imgH="431613" progId="Equation.3">
                  <p:embed/>
                  <p:pic>
                    <p:nvPicPr>
                      <p:cNvPr id="0" name="Object 4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651500" y="1268413"/>
                        <a:ext cx="1655763" cy="923925"/>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76" name="Object 41">
            <a:extLst>
              <a:ext uri="{FF2B5EF4-FFF2-40B4-BE49-F238E27FC236}">
                <a16:creationId xmlns:a16="http://schemas.microsoft.com/office/drawing/2014/main" id="{2414EA9E-08E5-4153-8DE4-C9C03300E688}"/>
              </a:ext>
            </a:extLst>
          </p:cNvPr>
          <p:cNvGraphicFramePr>
            <a:graphicFrameLocks noChangeAspect="1"/>
          </p:cNvGraphicFramePr>
          <p:nvPr/>
        </p:nvGraphicFramePr>
        <p:xfrm>
          <a:off x="5940425" y="476250"/>
          <a:ext cx="2087563" cy="720725"/>
        </p:xfrm>
        <a:graphic>
          <a:graphicData uri="http://schemas.openxmlformats.org/presentationml/2006/ole">
            <mc:AlternateContent xmlns:mc="http://schemas.openxmlformats.org/markup-compatibility/2006">
              <mc:Choice xmlns:v="urn:schemas-microsoft-com:vml" Requires="v">
                <p:oleObj spid="_x0000_s11324" name="公式" r:id="rId11" imgW="990170" imgH="431613" progId="Equation.3">
                  <p:embed/>
                </p:oleObj>
              </mc:Choice>
              <mc:Fallback>
                <p:oleObj name="公式" r:id="rId11" imgW="990170" imgH="431613" progId="Equation.3">
                  <p:embed/>
                  <p:pic>
                    <p:nvPicPr>
                      <p:cNvPr id="0" name="Object 4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940425" y="476250"/>
                        <a:ext cx="2087563" cy="72072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0874" name="Rectangle 42">
            <a:extLst>
              <a:ext uri="{FF2B5EF4-FFF2-40B4-BE49-F238E27FC236}">
                <a16:creationId xmlns:a16="http://schemas.microsoft.com/office/drawing/2014/main" id="{AEE9AC6E-FD6E-4790-AAC4-44B4EFCC2DB8}"/>
              </a:ext>
            </a:extLst>
          </p:cNvPr>
          <p:cNvSpPr>
            <a:spLocks noChangeArrowheads="1"/>
          </p:cNvSpPr>
          <p:nvPr/>
        </p:nvSpPr>
        <p:spPr bwMode="auto">
          <a:xfrm>
            <a:off x="468313" y="1196975"/>
            <a:ext cx="1368425"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t>指数增长模型</a:t>
            </a:r>
          </a:p>
        </p:txBody>
      </p:sp>
      <p:sp>
        <p:nvSpPr>
          <p:cNvPr id="120875" name="Rectangle 43">
            <a:extLst>
              <a:ext uri="{FF2B5EF4-FFF2-40B4-BE49-F238E27FC236}">
                <a16:creationId xmlns:a16="http://schemas.microsoft.com/office/drawing/2014/main" id="{87E230FE-1130-49E1-A680-95AD237A2999}"/>
              </a:ext>
            </a:extLst>
          </p:cNvPr>
          <p:cNvSpPr>
            <a:spLocks noChangeArrowheads="1"/>
          </p:cNvSpPr>
          <p:nvPr/>
        </p:nvSpPr>
        <p:spPr bwMode="auto">
          <a:xfrm>
            <a:off x="4932363" y="4508500"/>
            <a:ext cx="3529012" cy="609600"/>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a:ea typeface="楷体_GB2312" pitchFamily="49" charset="-122"/>
              </a:rPr>
              <a:t>Logistic </a:t>
            </a:r>
            <a:r>
              <a:rPr lang="zh-CN" altLang="en-US" sz="2800" b="1">
                <a:latin typeface="楷体_GB2312" pitchFamily="49" charset="-122"/>
                <a:ea typeface="楷体_GB2312" pitchFamily="49" charset="-122"/>
              </a:rPr>
              <a:t>模型的应用</a:t>
            </a:r>
          </a:p>
        </p:txBody>
      </p:sp>
      <p:sp>
        <p:nvSpPr>
          <p:cNvPr id="120876" name="Rectangle 44">
            <a:extLst>
              <a:ext uri="{FF2B5EF4-FFF2-40B4-BE49-F238E27FC236}">
                <a16:creationId xmlns:a16="http://schemas.microsoft.com/office/drawing/2014/main" id="{2FC103E0-AB8F-4CC9-B941-7E2C5D7565CA}"/>
              </a:ext>
            </a:extLst>
          </p:cNvPr>
          <p:cNvSpPr>
            <a:spLocks noChangeArrowheads="1"/>
          </p:cNvSpPr>
          <p:nvPr/>
        </p:nvSpPr>
        <p:spPr bwMode="auto">
          <a:xfrm>
            <a:off x="468313" y="5772150"/>
            <a:ext cx="727392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buFontTx/>
              <a:buChar char="•"/>
            </a:pPr>
            <a:r>
              <a:rPr lang="en-US" altLang="zh-CN" sz="2800" b="1">
                <a:latin typeface="宋体" panose="02010600030101010101" pitchFamily="2" charset="-122"/>
              </a:rPr>
              <a:t> </a:t>
            </a:r>
            <a:r>
              <a:rPr lang="zh-CN" altLang="en-US" sz="2800" b="1">
                <a:latin typeface="宋体" panose="02010600030101010101" pitchFamily="2" charset="-122"/>
              </a:rPr>
              <a:t>经济领域中的增长规律</a:t>
            </a:r>
            <a:r>
              <a:rPr lang="en-US" altLang="zh-CN" sz="2800" b="1">
                <a:latin typeface="宋体" panose="02010600030101010101" pitchFamily="2" charset="-122"/>
              </a:rPr>
              <a:t>(</a:t>
            </a:r>
            <a:r>
              <a:rPr lang="zh-CN" altLang="en-US" sz="2800" b="1">
                <a:latin typeface="宋体" panose="02010600030101010101" pitchFamily="2" charset="-122"/>
              </a:rPr>
              <a:t>耐用消费品的售量</a:t>
            </a:r>
            <a:r>
              <a:rPr lang="en-US" altLang="zh-CN" sz="2800" b="1">
                <a:latin typeface="宋体" panose="02010600030101010101" pitchFamily="2" charset="-122"/>
              </a:rPr>
              <a:t>).</a:t>
            </a:r>
          </a:p>
        </p:txBody>
      </p:sp>
      <p:sp>
        <p:nvSpPr>
          <p:cNvPr id="120877" name="Text Box 45">
            <a:extLst>
              <a:ext uri="{FF2B5EF4-FFF2-40B4-BE49-F238E27FC236}">
                <a16:creationId xmlns:a16="http://schemas.microsoft.com/office/drawing/2014/main" id="{A66FEDFF-2149-487D-9587-6502AF238E5D}"/>
              </a:ext>
            </a:extLst>
          </p:cNvPr>
          <p:cNvSpPr txBox="1">
            <a:spLocks noChangeArrowheads="1"/>
          </p:cNvSpPr>
          <p:nvPr/>
        </p:nvSpPr>
        <p:spPr bwMode="auto">
          <a:xfrm>
            <a:off x="539750" y="5302250"/>
            <a:ext cx="76327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Char char="•"/>
            </a:pPr>
            <a:r>
              <a:rPr lang="en-US" altLang="zh-CN" sz="2800" b="1"/>
              <a:t> </a:t>
            </a:r>
            <a:r>
              <a:rPr lang="zh-CN" altLang="en-US" sz="2800" b="1"/>
              <a:t>种群数量模型 </a:t>
            </a:r>
            <a:r>
              <a:rPr lang="en-US" altLang="zh-CN" sz="2800" b="1"/>
              <a:t>(</a:t>
            </a:r>
            <a:r>
              <a:rPr lang="zh-CN" altLang="en-US" sz="2800" b="1"/>
              <a:t>鱼塘中的鱼群</a:t>
            </a:r>
            <a:r>
              <a:rPr lang="en-US" altLang="zh-CN" sz="2800" b="1"/>
              <a:t>, </a:t>
            </a:r>
            <a:r>
              <a:rPr lang="zh-CN" altLang="en-US" sz="2800" b="1"/>
              <a:t>森林中的树木</a:t>
            </a:r>
            <a:r>
              <a:rPr lang="en-US" altLang="zh-CN" sz="2800" b="1"/>
              <a:t>).</a:t>
            </a:r>
          </a:p>
        </p:txBody>
      </p:sp>
      <p:sp>
        <p:nvSpPr>
          <p:cNvPr id="120883" name="Rectangle 51">
            <a:extLst>
              <a:ext uri="{FF2B5EF4-FFF2-40B4-BE49-F238E27FC236}">
                <a16:creationId xmlns:a16="http://schemas.microsoft.com/office/drawing/2014/main" id="{DE2988E6-648C-49C6-9A5B-EABF6C59045D}"/>
              </a:ext>
            </a:extLst>
          </p:cNvPr>
          <p:cNvSpPr>
            <a:spLocks noChangeArrowheads="1"/>
          </p:cNvSpPr>
          <p:nvPr/>
        </p:nvSpPr>
        <p:spPr bwMode="auto">
          <a:xfrm>
            <a:off x="6732588" y="2781300"/>
            <a:ext cx="14541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i="1">
                <a:solidFill>
                  <a:srgbClr val="FF3300"/>
                </a:solidFill>
              </a:rPr>
              <a:t>S</a:t>
            </a:r>
            <a:r>
              <a:rPr lang="zh-CN" altLang="zh-CN" sz="2800" b="1">
                <a:solidFill>
                  <a:srgbClr val="FF3300"/>
                </a:solidFill>
              </a:rPr>
              <a:t>形曲线</a:t>
            </a:r>
            <a:endParaRPr lang="zh-CN" altLang="en-US" sz="2800" b="1">
              <a:solidFill>
                <a:srgbClr val="FF33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0874"/>
                                        </p:tgtEl>
                                        <p:attrNameLst>
                                          <p:attrName>style.visibility</p:attrName>
                                        </p:attrNameLst>
                                      </p:cBhvr>
                                      <p:to>
                                        <p:strVal val="visible"/>
                                      </p:to>
                                    </p:set>
                                    <p:animEffect transition="in" filter="blinds(horizontal)">
                                      <p:cBhvr>
                                        <p:cTn id="7" dur="1000"/>
                                        <p:tgtEl>
                                          <p:spTgt spid="12087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20835"/>
                                        </p:tgtEl>
                                        <p:attrNameLst>
                                          <p:attrName>style.visibility</p:attrName>
                                        </p:attrNameLst>
                                      </p:cBhvr>
                                      <p:to>
                                        <p:strVal val="visible"/>
                                      </p:to>
                                    </p:set>
                                    <p:animEffect transition="in" filter="blinds(horizontal)">
                                      <p:cBhvr>
                                        <p:cTn id="12" dur="1000"/>
                                        <p:tgtEl>
                                          <p:spTgt spid="12083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1000"/>
                                        <p:tgtEl>
                                          <p:spTgt spid="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20872"/>
                                        </p:tgtEl>
                                        <p:attrNameLst>
                                          <p:attrName>style.visibility</p:attrName>
                                        </p:attrNameLst>
                                      </p:cBhvr>
                                      <p:to>
                                        <p:strVal val="visible"/>
                                      </p:to>
                                    </p:set>
                                    <p:animEffect transition="in" filter="wipe(left)">
                                      <p:cBhvr>
                                        <p:cTn id="22" dur="2000"/>
                                        <p:tgtEl>
                                          <p:spTgt spid="12087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dissolve">
                                      <p:cBhvr>
                                        <p:cTn id="27" dur="500"/>
                                        <p:tgtEl>
                                          <p:spTgt spid="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dissolve">
                                      <p:cBhvr>
                                        <p:cTn id="32" dur="500"/>
                                        <p:tgtEl>
                                          <p:spTgt spid="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dissolve">
                                      <p:cBhvr>
                                        <p:cTn id="37" dur="1000"/>
                                        <p:tgtEl>
                                          <p:spTgt spid="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nodeType="click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dissolve">
                                      <p:cBhvr>
                                        <p:cTn id="42" dur="1000"/>
                                        <p:tgtEl>
                                          <p:spTgt spid="7"/>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5" presetClass="entr" presetSubtype="10" fill="hold" grpId="0" nodeType="clickEffect">
                                  <p:stCondLst>
                                    <p:cond delay="0"/>
                                  </p:stCondLst>
                                  <p:childTnLst>
                                    <p:set>
                                      <p:cBhvr>
                                        <p:cTn id="46" dur="1" fill="hold">
                                          <p:stCondLst>
                                            <p:cond delay="0"/>
                                          </p:stCondLst>
                                        </p:cTn>
                                        <p:tgtEl>
                                          <p:spTgt spid="120883"/>
                                        </p:tgtEl>
                                        <p:attrNameLst>
                                          <p:attrName>style.visibility</p:attrName>
                                        </p:attrNameLst>
                                      </p:cBhvr>
                                      <p:to>
                                        <p:strVal val="visible"/>
                                      </p:to>
                                    </p:set>
                                    <p:animEffect transition="in" filter="checkerboard(across)">
                                      <p:cBhvr>
                                        <p:cTn id="47" dur="500"/>
                                        <p:tgtEl>
                                          <p:spTgt spid="120883"/>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7" presetClass="entr" presetSubtype="8" fill="hold" grpId="0" nodeType="clickEffect">
                                  <p:stCondLst>
                                    <p:cond delay="0"/>
                                  </p:stCondLst>
                                  <p:childTnLst>
                                    <p:set>
                                      <p:cBhvr>
                                        <p:cTn id="51" dur="1" fill="hold">
                                          <p:stCondLst>
                                            <p:cond delay="0"/>
                                          </p:stCondLst>
                                        </p:cTn>
                                        <p:tgtEl>
                                          <p:spTgt spid="120864"/>
                                        </p:tgtEl>
                                        <p:attrNameLst>
                                          <p:attrName>style.visibility</p:attrName>
                                        </p:attrNameLst>
                                      </p:cBhvr>
                                      <p:to>
                                        <p:strVal val="visible"/>
                                      </p:to>
                                    </p:set>
                                    <p:anim calcmode="lin" valueType="num">
                                      <p:cBhvr>
                                        <p:cTn id="52" dur="1000" fill="hold"/>
                                        <p:tgtEl>
                                          <p:spTgt spid="120864"/>
                                        </p:tgtEl>
                                        <p:attrNameLst>
                                          <p:attrName>ppt_x</p:attrName>
                                        </p:attrNameLst>
                                      </p:cBhvr>
                                      <p:tavLst>
                                        <p:tav tm="0">
                                          <p:val>
                                            <p:strVal val="#ppt_x-#ppt_w/2"/>
                                          </p:val>
                                        </p:tav>
                                        <p:tav tm="100000">
                                          <p:val>
                                            <p:strVal val="#ppt_x"/>
                                          </p:val>
                                        </p:tav>
                                      </p:tavLst>
                                    </p:anim>
                                    <p:anim calcmode="lin" valueType="num">
                                      <p:cBhvr>
                                        <p:cTn id="53" dur="1000" fill="hold"/>
                                        <p:tgtEl>
                                          <p:spTgt spid="120864"/>
                                        </p:tgtEl>
                                        <p:attrNameLst>
                                          <p:attrName>ppt_y</p:attrName>
                                        </p:attrNameLst>
                                      </p:cBhvr>
                                      <p:tavLst>
                                        <p:tav tm="0">
                                          <p:val>
                                            <p:strVal val="#ppt_y"/>
                                          </p:val>
                                        </p:tav>
                                        <p:tav tm="100000">
                                          <p:val>
                                            <p:strVal val="#ppt_y"/>
                                          </p:val>
                                        </p:tav>
                                      </p:tavLst>
                                    </p:anim>
                                    <p:anim calcmode="lin" valueType="num">
                                      <p:cBhvr>
                                        <p:cTn id="54" dur="1000" fill="hold"/>
                                        <p:tgtEl>
                                          <p:spTgt spid="120864"/>
                                        </p:tgtEl>
                                        <p:attrNameLst>
                                          <p:attrName>ppt_w</p:attrName>
                                        </p:attrNameLst>
                                      </p:cBhvr>
                                      <p:tavLst>
                                        <p:tav tm="0">
                                          <p:val>
                                            <p:fltVal val="0"/>
                                          </p:val>
                                        </p:tav>
                                        <p:tav tm="100000">
                                          <p:val>
                                            <p:strVal val="#ppt_w"/>
                                          </p:val>
                                        </p:tav>
                                      </p:tavLst>
                                    </p:anim>
                                    <p:anim calcmode="lin" valueType="num">
                                      <p:cBhvr>
                                        <p:cTn id="55" dur="1000" fill="hold"/>
                                        <p:tgtEl>
                                          <p:spTgt spid="120864"/>
                                        </p:tgtEl>
                                        <p:attrNameLst>
                                          <p:attrName>ppt_h</p:attrName>
                                        </p:attrNameLst>
                                      </p:cBhvr>
                                      <p:tavLst>
                                        <p:tav tm="0">
                                          <p:val>
                                            <p:strVal val="#ppt_h"/>
                                          </p:val>
                                        </p:tav>
                                        <p:tav tm="100000">
                                          <p:val>
                                            <p:strVal val="#ppt_h"/>
                                          </p:val>
                                        </p:tav>
                                      </p:tavLst>
                                    </p:anim>
                                  </p:childTnLst>
                                </p:cTn>
                              </p:par>
                            </p:childTnLst>
                          </p:cTn>
                        </p:par>
                      </p:childTnLst>
                    </p:cTn>
                  </p:par>
                  <p:par>
                    <p:cTn id="56" fill="hold" nodeType="clickPar">
                      <p:stCondLst>
                        <p:cond delay="indefinite"/>
                      </p:stCondLst>
                      <p:childTnLst>
                        <p:par>
                          <p:cTn id="57" fill="hold" nodeType="withGroup">
                            <p:stCondLst>
                              <p:cond delay="0"/>
                            </p:stCondLst>
                            <p:childTnLst>
                              <p:par>
                                <p:cTn id="58" presetID="9" presetClass="entr" presetSubtype="0" fill="hold" nodeType="clickEffect">
                                  <p:stCondLst>
                                    <p:cond delay="0"/>
                                  </p:stCondLst>
                                  <p:childTnLst>
                                    <p:set>
                                      <p:cBhvr>
                                        <p:cTn id="59" dur="1" fill="hold">
                                          <p:stCondLst>
                                            <p:cond delay="0"/>
                                          </p:stCondLst>
                                        </p:cTn>
                                        <p:tgtEl>
                                          <p:spTgt spid="120856"/>
                                        </p:tgtEl>
                                        <p:attrNameLst>
                                          <p:attrName>style.visibility</p:attrName>
                                        </p:attrNameLst>
                                      </p:cBhvr>
                                      <p:to>
                                        <p:strVal val="visible"/>
                                      </p:to>
                                    </p:set>
                                    <p:animEffect transition="in" filter="dissolve">
                                      <p:cBhvr>
                                        <p:cTn id="60" dur="1000"/>
                                        <p:tgtEl>
                                          <p:spTgt spid="120856"/>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18" presetClass="entr" presetSubtype="6" fill="hold" grpId="0" nodeType="clickEffect">
                                  <p:stCondLst>
                                    <p:cond delay="0"/>
                                  </p:stCondLst>
                                  <p:childTnLst>
                                    <p:set>
                                      <p:cBhvr>
                                        <p:cTn id="64" dur="1" fill="hold">
                                          <p:stCondLst>
                                            <p:cond delay="0"/>
                                          </p:stCondLst>
                                        </p:cTn>
                                        <p:tgtEl>
                                          <p:spTgt spid="120875"/>
                                        </p:tgtEl>
                                        <p:attrNameLst>
                                          <p:attrName>style.visibility</p:attrName>
                                        </p:attrNameLst>
                                      </p:cBhvr>
                                      <p:to>
                                        <p:strVal val="visible"/>
                                      </p:to>
                                    </p:set>
                                    <p:animEffect transition="in" filter="strips(downRight)">
                                      <p:cBhvr>
                                        <p:cTn id="65" dur="1000"/>
                                        <p:tgtEl>
                                          <p:spTgt spid="120875"/>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3" presetClass="entr" presetSubtype="10" fill="hold" grpId="0" nodeType="clickEffect">
                                  <p:stCondLst>
                                    <p:cond delay="0"/>
                                  </p:stCondLst>
                                  <p:childTnLst>
                                    <p:set>
                                      <p:cBhvr>
                                        <p:cTn id="69" dur="1" fill="hold">
                                          <p:stCondLst>
                                            <p:cond delay="0"/>
                                          </p:stCondLst>
                                        </p:cTn>
                                        <p:tgtEl>
                                          <p:spTgt spid="120877"/>
                                        </p:tgtEl>
                                        <p:attrNameLst>
                                          <p:attrName>style.visibility</p:attrName>
                                        </p:attrNameLst>
                                      </p:cBhvr>
                                      <p:to>
                                        <p:strVal val="visible"/>
                                      </p:to>
                                    </p:set>
                                    <p:animEffect transition="in" filter="blinds(horizontal)">
                                      <p:cBhvr>
                                        <p:cTn id="70" dur="1000"/>
                                        <p:tgtEl>
                                          <p:spTgt spid="120877"/>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18" presetClass="entr" presetSubtype="6" fill="hold" grpId="0" nodeType="clickEffect">
                                  <p:stCondLst>
                                    <p:cond delay="0"/>
                                  </p:stCondLst>
                                  <p:childTnLst>
                                    <p:set>
                                      <p:cBhvr>
                                        <p:cTn id="74" dur="1" fill="hold">
                                          <p:stCondLst>
                                            <p:cond delay="0"/>
                                          </p:stCondLst>
                                        </p:cTn>
                                        <p:tgtEl>
                                          <p:spTgt spid="120876"/>
                                        </p:tgtEl>
                                        <p:attrNameLst>
                                          <p:attrName>style.visibility</p:attrName>
                                        </p:attrNameLst>
                                      </p:cBhvr>
                                      <p:to>
                                        <p:strVal val="visible"/>
                                      </p:to>
                                    </p:set>
                                    <p:animEffect transition="in" filter="strips(downRight)">
                                      <p:cBhvr>
                                        <p:cTn id="75" dur="1000"/>
                                        <p:tgtEl>
                                          <p:spTgt spid="1208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64" grpId="0" animBg="1" autoUpdateAnimBg="0"/>
      <p:bldP spid="120874" grpId="0"/>
      <p:bldP spid="120875" grpId="0" animBg="1"/>
      <p:bldP spid="120876" grpId="0"/>
      <p:bldP spid="120877" grpId="0"/>
      <p:bldP spid="12088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6" name="Rectangle 4">
            <a:extLst>
              <a:ext uri="{FF2B5EF4-FFF2-40B4-BE49-F238E27FC236}">
                <a16:creationId xmlns:a16="http://schemas.microsoft.com/office/drawing/2014/main" id="{AFDB0C09-1078-4A76-B699-A5948CE0E90D}"/>
              </a:ext>
            </a:extLst>
          </p:cNvPr>
          <p:cNvSpPr>
            <a:spLocks noChangeArrowheads="1"/>
          </p:cNvSpPr>
          <p:nvPr/>
        </p:nvSpPr>
        <p:spPr bwMode="auto">
          <a:xfrm>
            <a:off x="304800" y="1447800"/>
            <a:ext cx="174625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a:solidFill>
                  <a:srgbClr val="FF3300"/>
                </a:solidFill>
                <a:ea typeface="楷体_GB2312" pitchFamily="49" charset="-122"/>
              </a:rPr>
              <a:t>参数估计</a:t>
            </a:r>
          </a:p>
        </p:txBody>
      </p:sp>
      <p:sp>
        <p:nvSpPr>
          <p:cNvPr id="125957" name="Rectangle 5">
            <a:extLst>
              <a:ext uri="{FF2B5EF4-FFF2-40B4-BE49-F238E27FC236}">
                <a16:creationId xmlns:a16="http://schemas.microsoft.com/office/drawing/2014/main" id="{AE21EDFF-78ED-4A30-A39B-72A9F3B9D883}"/>
              </a:ext>
            </a:extLst>
          </p:cNvPr>
          <p:cNvSpPr>
            <a:spLocks noChangeArrowheads="1"/>
          </p:cNvSpPr>
          <p:nvPr/>
        </p:nvSpPr>
        <p:spPr bwMode="auto">
          <a:xfrm>
            <a:off x="2124075" y="1341438"/>
            <a:ext cx="6408738"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2800" b="1"/>
              <a:t>用指数增长模型或阻滞增长模型作人口</a:t>
            </a:r>
          </a:p>
          <a:p>
            <a:pPr eaLnBrk="1" hangingPunct="1">
              <a:lnSpc>
                <a:spcPct val="120000"/>
              </a:lnSpc>
            </a:pPr>
            <a:r>
              <a:rPr lang="zh-CN" altLang="en-US" sz="2800" b="1"/>
              <a:t>预报，必须先估计模型参数 </a:t>
            </a:r>
            <a:r>
              <a:rPr lang="en-US" altLang="zh-CN" sz="2800" b="1" i="1"/>
              <a:t>r </a:t>
            </a:r>
            <a:r>
              <a:rPr lang="zh-CN" altLang="en-US" sz="2800" b="1"/>
              <a:t>或 </a:t>
            </a:r>
            <a:r>
              <a:rPr lang="en-US" altLang="zh-CN" sz="2800" b="1" i="1"/>
              <a:t>r, x</a:t>
            </a:r>
            <a:r>
              <a:rPr lang="en-US" altLang="zh-CN" sz="2800" b="1" i="1" baseline="-25000"/>
              <a:t>m </a:t>
            </a:r>
            <a:r>
              <a:rPr lang="en-US" altLang="zh-CN" sz="2800" b="1" i="1"/>
              <a:t>.</a:t>
            </a:r>
            <a:endParaRPr lang="en-US" altLang="zh-CN" sz="2800" b="1"/>
          </a:p>
        </p:txBody>
      </p:sp>
      <p:sp>
        <p:nvSpPr>
          <p:cNvPr id="12292" name="Rectangle 6">
            <a:extLst>
              <a:ext uri="{FF2B5EF4-FFF2-40B4-BE49-F238E27FC236}">
                <a16:creationId xmlns:a16="http://schemas.microsoft.com/office/drawing/2014/main" id="{CFED8493-C097-470E-86AE-F7F2778C5D0C}"/>
              </a:ext>
            </a:extLst>
          </p:cNvPr>
          <p:cNvSpPr>
            <a:spLocks noChangeArrowheads="1"/>
          </p:cNvSpPr>
          <p:nvPr/>
        </p:nvSpPr>
        <p:spPr bwMode="auto">
          <a:xfrm>
            <a:off x="1116013" y="476250"/>
            <a:ext cx="6686550" cy="579438"/>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a:solidFill>
                  <a:srgbClr val="0000FF"/>
                </a:solidFill>
                <a:latin typeface="楷体_GB2312" pitchFamily="49" charset="-122"/>
                <a:ea typeface="楷体_GB2312" pitchFamily="49" charset="-122"/>
              </a:rPr>
              <a:t>（</a:t>
            </a:r>
            <a:r>
              <a:rPr lang="en-US" altLang="zh-CN" sz="3200" b="1">
                <a:solidFill>
                  <a:srgbClr val="0000FF"/>
                </a:solidFill>
                <a:latin typeface="楷体_GB2312" pitchFamily="49" charset="-122"/>
                <a:ea typeface="楷体_GB2312" pitchFamily="49" charset="-122"/>
              </a:rPr>
              <a:t>4</a:t>
            </a:r>
            <a:r>
              <a:rPr lang="zh-CN" altLang="en-US" sz="3200" b="1">
                <a:solidFill>
                  <a:srgbClr val="0000FF"/>
                </a:solidFill>
                <a:latin typeface="楷体_GB2312" pitchFamily="49" charset="-122"/>
                <a:ea typeface="楷体_GB2312" pitchFamily="49" charset="-122"/>
              </a:rPr>
              <a:t>）模型的参数估计、检验和预报</a:t>
            </a:r>
            <a:r>
              <a:rPr lang="zh-CN" altLang="en-US" sz="3200">
                <a:solidFill>
                  <a:srgbClr val="0000FF"/>
                </a:solidFill>
                <a:latin typeface="楷体_GB2312" pitchFamily="49" charset="-122"/>
                <a:ea typeface="楷体_GB2312" pitchFamily="49" charset="-122"/>
              </a:rPr>
              <a:t> </a:t>
            </a:r>
          </a:p>
        </p:txBody>
      </p:sp>
      <p:sp>
        <p:nvSpPr>
          <p:cNvPr id="12293" name="Rectangle 8">
            <a:extLst>
              <a:ext uri="{FF2B5EF4-FFF2-40B4-BE49-F238E27FC236}">
                <a16:creationId xmlns:a16="http://schemas.microsoft.com/office/drawing/2014/main" id="{6915A439-EC11-4CA8-8041-1D675B3220A4}"/>
              </a:ext>
            </a:extLst>
          </p:cNvPr>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125959" name="Object 7">
            <a:extLst>
              <a:ext uri="{FF2B5EF4-FFF2-40B4-BE49-F238E27FC236}">
                <a16:creationId xmlns:a16="http://schemas.microsoft.com/office/drawing/2014/main" id="{68512B62-F11C-4BBA-8564-7B8B4A797581}"/>
              </a:ext>
            </a:extLst>
          </p:cNvPr>
          <p:cNvGraphicFramePr>
            <a:graphicFrameLocks noChangeAspect="1"/>
          </p:cNvGraphicFramePr>
          <p:nvPr/>
        </p:nvGraphicFramePr>
        <p:xfrm>
          <a:off x="7164388" y="2708275"/>
          <a:ext cx="1439862" cy="393700"/>
        </p:xfrm>
        <a:graphic>
          <a:graphicData uri="http://schemas.openxmlformats.org/presentationml/2006/ole">
            <mc:AlternateContent xmlns:mc="http://schemas.openxmlformats.org/markup-compatibility/2006">
              <mc:Choice xmlns:v="urn:schemas-microsoft-com:vml" Requires="v">
                <p:oleObj spid="_x0000_s12324" name="公式" r:id="rId3" imgW="621760" imgH="177646" progId="Equation.3">
                  <p:embed/>
                </p:oleObj>
              </mc:Choice>
              <mc:Fallback>
                <p:oleObj name="公式" r:id="rId3" imgW="621760" imgH="177646"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64388" y="2708275"/>
                        <a:ext cx="1439862" cy="3937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5961" name="Rectangle 9">
            <a:extLst>
              <a:ext uri="{FF2B5EF4-FFF2-40B4-BE49-F238E27FC236}">
                <a16:creationId xmlns:a16="http://schemas.microsoft.com/office/drawing/2014/main" id="{EA23989B-7D73-454F-B1C3-2A46F06B3A23}"/>
              </a:ext>
            </a:extLst>
          </p:cNvPr>
          <p:cNvSpPr>
            <a:spLocks noChangeArrowheads="1"/>
          </p:cNvSpPr>
          <p:nvPr/>
        </p:nvSpPr>
        <p:spPr bwMode="auto">
          <a:xfrm>
            <a:off x="323850" y="2565400"/>
            <a:ext cx="23272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ea typeface="楷体_GB2312" pitchFamily="49" charset="-122"/>
              </a:rPr>
              <a:t>指数增长模型</a:t>
            </a:r>
          </a:p>
        </p:txBody>
      </p:sp>
      <p:graphicFrame>
        <p:nvGraphicFramePr>
          <p:cNvPr id="125973" name="Object 21">
            <a:extLst>
              <a:ext uri="{FF2B5EF4-FFF2-40B4-BE49-F238E27FC236}">
                <a16:creationId xmlns:a16="http://schemas.microsoft.com/office/drawing/2014/main" id="{B2AAEC42-2AB2-4ACF-8C75-3049B1446E14}"/>
              </a:ext>
            </a:extLst>
          </p:cNvPr>
          <p:cNvGraphicFramePr>
            <a:graphicFrameLocks noChangeAspect="1"/>
          </p:cNvGraphicFramePr>
          <p:nvPr/>
        </p:nvGraphicFramePr>
        <p:xfrm>
          <a:off x="2798763" y="2565400"/>
          <a:ext cx="1527175" cy="520700"/>
        </p:xfrm>
        <a:graphic>
          <a:graphicData uri="http://schemas.openxmlformats.org/presentationml/2006/ole">
            <mc:AlternateContent xmlns:mc="http://schemas.openxmlformats.org/markup-compatibility/2006">
              <mc:Choice xmlns:v="urn:schemas-microsoft-com:vml" Requires="v">
                <p:oleObj spid="_x0000_s12325" name="Equation" r:id="rId5" imgW="698500" imgH="241300" progId="Equation.DSMT4">
                  <p:embed/>
                </p:oleObj>
              </mc:Choice>
              <mc:Fallback>
                <p:oleObj name="Equation" r:id="rId5" imgW="698500" imgH="241300" progId="Equation.DSMT4">
                  <p:embed/>
                  <p:pic>
                    <p:nvPicPr>
                      <p:cNvPr id="0" name="Object 2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98763" y="2565400"/>
                        <a:ext cx="1527175" cy="52070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5975" name="Rectangle 23">
            <a:extLst>
              <a:ext uri="{FF2B5EF4-FFF2-40B4-BE49-F238E27FC236}">
                <a16:creationId xmlns:a16="http://schemas.microsoft.com/office/drawing/2014/main" id="{8FBBBE3F-4CF3-42FD-90BB-2A57854F0B80}"/>
              </a:ext>
            </a:extLst>
          </p:cNvPr>
          <p:cNvSpPr>
            <a:spLocks noChangeArrowheads="1"/>
          </p:cNvSpPr>
          <p:nvPr/>
        </p:nvSpPr>
        <p:spPr bwMode="auto">
          <a:xfrm>
            <a:off x="395288" y="3284538"/>
            <a:ext cx="223202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a:latin typeface="楷体_GB2312" pitchFamily="49" charset="-122"/>
                <a:ea typeface="楷体_GB2312" pitchFamily="49" charset="-122"/>
              </a:rPr>
              <a:t>阻滞增长模型</a:t>
            </a:r>
          </a:p>
        </p:txBody>
      </p:sp>
      <p:graphicFrame>
        <p:nvGraphicFramePr>
          <p:cNvPr id="125976" name="Object 24">
            <a:extLst>
              <a:ext uri="{FF2B5EF4-FFF2-40B4-BE49-F238E27FC236}">
                <a16:creationId xmlns:a16="http://schemas.microsoft.com/office/drawing/2014/main" id="{AFBCF5E8-C5E2-4A21-BF23-7A45A68F6FC2}"/>
              </a:ext>
            </a:extLst>
          </p:cNvPr>
          <p:cNvGraphicFramePr>
            <a:graphicFrameLocks noChangeAspect="1"/>
          </p:cNvGraphicFramePr>
          <p:nvPr/>
        </p:nvGraphicFramePr>
        <p:xfrm>
          <a:off x="2786063" y="3213100"/>
          <a:ext cx="2203450" cy="876300"/>
        </p:xfrm>
        <a:graphic>
          <a:graphicData uri="http://schemas.openxmlformats.org/presentationml/2006/ole">
            <mc:AlternateContent xmlns:mc="http://schemas.openxmlformats.org/markup-compatibility/2006">
              <mc:Choice xmlns:v="urn:schemas-microsoft-com:vml" Requires="v">
                <p:oleObj spid="_x0000_s12326" name="Equation" r:id="rId7" imgW="965200" imgH="431800" progId="Equation.DSMT4">
                  <p:embed/>
                </p:oleObj>
              </mc:Choice>
              <mc:Fallback>
                <p:oleObj name="Equation" r:id="rId7" imgW="965200" imgH="431800" progId="Equation.DSMT4">
                  <p:embed/>
                  <p:pic>
                    <p:nvPicPr>
                      <p:cNvPr id="0" name="Object 2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86063" y="3213100"/>
                        <a:ext cx="2203450" cy="876300"/>
                      </a:xfrm>
                      <a:prstGeom prst="rect">
                        <a:avLst/>
                      </a:prstGeom>
                      <a:solidFill>
                        <a:srgbClr val="FF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5977" name="Object 25">
            <a:extLst>
              <a:ext uri="{FF2B5EF4-FFF2-40B4-BE49-F238E27FC236}">
                <a16:creationId xmlns:a16="http://schemas.microsoft.com/office/drawing/2014/main" id="{1AEF1919-9BA1-4162-96D2-071D00E0557B}"/>
              </a:ext>
            </a:extLst>
          </p:cNvPr>
          <p:cNvGraphicFramePr>
            <a:graphicFrameLocks noChangeAspect="1"/>
          </p:cNvGraphicFramePr>
          <p:nvPr/>
        </p:nvGraphicFramePr>
        <p:xfrm>
          <a:off x="684213" y="4221163"/>
          <a:ext cx="1511300" cy="430212"/>
        </p:xfrm>
        <a:graphic>
          <a:graphicData uri="http://schemas.openxmlformats.org/presentationml/2006/ole">
            <mc:AlternateContent xmlns:mc="http://schemas.openxmlformats.org/markup-compatibility/2006">
              <mc:Choice xmlns:v="urn:schemas-microsoft-com:vml" Requires="v">
                <p:oleObj spid="_x0000_s12327" name="公式" r:id="rId9" imgW="622030" imgH="165028" progId="Equation.3">
                  <p:embed/>
                </p:oleObj>
              </mc:Choice>
              <mc:Fallback>
                <p:oleObj name="公式" r:id="rId9" imgW="622030" imgH="165028" progId="Equation.3">
                  <p:embed/>
                  <p:pic>
                    <p:nvPicPr>
                      <p:cNvPr id="0" name="Object 2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84213" y="4221163"/>
                        <a:ext cx="1511300" cy="430212"/>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5978" name="Object 26">
            <a:extLst>
              <a:ext uri="{FF2B5EF4-FFF2-40B4-BE49-F238E27FC236}">
                <a16:creationId xmlns:a16="http://schemas.microsoft.com/office/drawing/2014/main" id="{336177CF-35BA-4116-89E1-3F0419C474C2}"/>
              </a:ext>
            </a:extLst>
          </p:cNvPr>
          <p:cNvGraphicFramePr>
            <a:graphicFrameLocks noChangeAspect="1"/>
          </p:cNvGraphicFramePr>
          <p:nvPr/>
        </p:nvGraphicFramePr>
        <p:xfrm>
          <a:off x="5219700" y="3284538"/>
          <a:ext cx="3071813" cy="890587"/>
        </p:xfrm>
        <a:graphic>
          <a:graphicData uri="http://schemas.openxmlformats.org/presentationml/2006/ole">
            <mc:AlternateContent xmlns:mc="http://schemas.openxmlformats.org/markup-compatibility/2006">
              <mc:Choice xmlns:v="urn:schemas-microsoft-com:vml" Requires="v">
                <p:oleObj spid="_x0000_s12328" name="Equation" r:id="rId11" imgW="1600200" imgH="431640" progId="Equation.DSMT4">
                  <p:embed/>
                </p:oleObj>
              </mc:Choice>
              <mc:Fallback>
                <p:oleObj name="Equation" r:id="rId11" imgW="1600200" imgH="431640" progId="Equation.DSMT4">
                  <p:embed/>
                  <p:pic>
                    <p:nvPicPr>
                      <p:cNvPr id="0" name="Object 2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219700" y="3284538"/>
                        <a:ext cx="3071813" cy="890587"/>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5979" name="Object 27">
            <a:extLst>
              <a:ext uri="{FF2B5EF4-FFF2-40B4-BE49-F238E27FC236}">
                <a16:creationId xmlns:a16="http://schemas.microsoft.com/office/drawing/2014/main" id="{EE167591-7F9F-454B-8FB4-7BE6FCA0E9B4}"/>
              </a:ext>
            </a:extLst>
          </p:cNvPr>
          <p:cNvGraphicFramePr>
            <a:graphicFrameLocks noChangeAspect="1"/>
          </p:cNvGraphicFramePr>
          <p:nvPr/>
        </p:nvGraphicFramePr>
        <p:xfrm>
          <a:off x="4572000" y="2636838"/>
          <a:ext cx="2232025" cy="457200"/>
        </p:xfrm>
        <a:graphic>
          <a:graphicData uri="http://schemas.openxmlformats.org/presentationml/2006/ole">
            <mc:AlternateContent xmlns:mc="http://schemas.openxmlformats.org/markup-compatibility/2006">
              <mc:Choice xmlns:v="urn:schemas-microsoft-com:vml" Requires="v">
                <p:oleObj spid="_x0000_s12329" name="公式" r:id="rId13" imgW="1066800" imgH="228600" progId="Equation.3">
                  <p:embed/>
                </p:oleObj>
              </mc:Choice>
              <mc:Fallback>
                <p:oleObj name="公式" r:id="rId13" imgW="1066800" imgH="228600" progId="Equation.3">
                  <p:embed/>
                  <p:pic>
                    <p:nvPicPr>
                      <p:cNvPr id="0" name="Object 2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572000" y="2636838"/>
                        <a:ext cx="2232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5980" name="Rectangle 28">
            <a:extLst>
              <a:ext uri="{FF2B5EF4-FFF2-40B4-BE49-F238E27FC236}">
                <a16:creationId xmlns:a16="http://schemas.microsoft.com/office/drawing/2014/main" id="{1F60A92D-4DFE-4523-A5DB-AD0CD4B333FF}"/>
              </a:ext>
            </a:extLst>
          </p:cNvPr>
          <p:cNvSpPr>
            <a:spLocks noChangeArrowheads="1"/>
          </p:cNvSpPr>
          <p:nvPr/>
        </p:nvSpPr>
        <p:spPr bwMode="auto">
          <a:xfrm>
            <a:off x="2266950" y="4222750"/>
            <a:ext cx="6769100"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a:latin typeface="楷体_GB2312" pitchFamily="49" charset="-122"/>
                <a:ea typeface="楷体_GB2312" pitchFamily="49" charset="-122"/>
              </a:rPr>
              <a:t>由统计数据用</a:t>
            </a:r>
            <a:r>
              <a:rPr lang="zh-CN" altLang="en-US" sz="2800" b="1">
                <a:solidFill>
                  <a:srgbClr val="FF3300"/>
                </a:solidFill>
                <a:latin typeface="楷体_GB2312" pitchFamily="49" charset="-122"/>
                <a:ea typeface="楷体_GB2312" pitchFamily="49" charset="-122"/>
              </a:rPr>
              <a:t>线性最小二乘法</a:t>
            </a:r>
            <a:r>
              <a:rPr lang="zh-CN" altLang="en-US" sz="2800" b="1">
                <a:latin typeface="楷体_GB2312" pitchFamily="49" charset="-122"/>
                <a:ea typeface="楷体_GB2312" pitchFamily="49" charset="-122"/>
              </a:rPr>
              <a:t>作参数估计</a:t>
            </a:r>
          </a:p>
        </p:txBody>
      </p:sp>
      <p:sp>
        <p:nvSpPr>
          <p:cNvPr id="125981" name="Rectangle 29">
            <a:extLst>
              <a:ext uri="{FF2B5EF4-FFF2-40B4-BE49-F238E27FC236}">
                <a16:creationId xmlns:a16="http://schemas.microsoft.com/office/drawing/2014/main" id="{3F0A7F8B-6241-4F52-ACB8-614717A0B87B}"/>
              </a:ext>
            </a:extLst>
          </p:cNvPr>
          <p:cNvSpPr>
            <a:spLocks noChangeArrowheads="1"/>
          </p:cNvSpPr>
          <p:nvPr/>
        </p:nvSpPr>
        <p:spPr bwMode="auto">
          <a:xfrm>
            <a:off x="395288" y="4870450"/>
            <a:ext cx="403225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t>例：美国人口数据</a:t>
            </a:r>
            <a:r>
              <a:rPr lang="en-US" altLang="zh-CN" sz="2800" b="1"/>
              <a:t>(</a:t>
            </a:r>
            <a:r>
              <a:rPr lang="zh-CN" altLang="en-US" sz="2800" b="1"/>
              <a:t>百万</a:t>
            </a:r>
            <a:r>
              <a:rPr lang="en-US" altLang="zh-CN" sz="2800" b="1"/>
              <a:t>)</a:t>
            </a:r>
          </a:p>
        </p:txBody>
      </p:sp>
      <p:sp>
        <p:nvSpPr>
          <p:cNvPr id="125987" name="AutoShape 35">
            <a:extLst>
              <a:ext uri="{FF2B5EF4-FFF2-40B4-BE49-F238E27FC236}">
                <a16:creationId xmlns:a16="http://schemas.microsoft.com/office/drawing/2014/main" id="{A84DF7AA-FB71-42CC-9E18-B0F456970DD9}"/>
              </a:ext>
            </a:extLst>
          </p:cNvPr>
          <p:cNvSpPr>
            <a:spLocks noChangeArrowheads="1"/>
          </p:cNvSpPr>
          <p:nvPr/>
        </p:nvSpPr>
        <p:spPr bwMode="auto">
          <a:xfrm>
            <a:off x="6948488" y="2636838"/>
            <a:ext cx="142875" cy="485775"/>
          </a:xfrm>
          <a:prstGeom prst="rightArrow">
            <a:avLst>
              <a:gd name="adj1" fmla="val 50000"/>
              <a:gd name="adj2" fmla="val 25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25988" name="AutoShape 36">
            <a:extLst>
              <a:ext uri="{FF2B5EF4-FFF2-40B4-BE49-F238E27FC236}">
                <a16:creationId xmlns:a16="http://schemas.microsoft.com/office/drawing/2014/main" id="{142CF151-699C-4ED0-A56A-77731119D89E}"/>
              </a:ext>
            </a:extLst>
          </p:cNvPr>
          <p:cNvSpPr>
            <a:spLocks noChangeArrowheads="1"/>
          </p:cNvSpPr>
          <p:nvPr/>
        </p:nvSpPr>
        <p:spPr bwMode="auto">
          <a:xfrm>
            <a:off x="323850" y="4149725"/>
            <a:ext cx="142875" cy="485775"/>
          </a:xfrm>
          <a:prstGeom prst="rightArrow">
            <a:avLst>
              <a:gd name="adj1" fmla="val 50000"/>
              <a:gd name="adj2" fmla="val 25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97298" name="Group 18">
            <a:extLst>
              <a:ext uri="{FF2B5EF4-FFF2-40B4-BE49-F238E27FC236}">
                <a16:creationId xmlns:a16="http://schemas.microsoft.com/office/drawing/2014/main" id="{2A276652-42A5-474D-82D8-F3ED8B6844EC}"/>
              </a:ext>
            </a:extLst>
          </p:cNvPr>
          <p:cNvGrpSpPr>
            <a:grpSpLocks/>
          </p:cNvGrpSpPr>
          <p:nvPr/>
        </p:nvGrpSpPr>
        <p:grpSpPr bwMode="auto">
          <a:xfrm>
            <a:off x="395288" y="5445125"/>
            <a:ext cx="8569325" cy="936625"/>
            <a:chOff x="340" y="3430"/>
            <a:chExt cx="5398" cy="590"/>
          </a:xfrm>
        </p:grpSpPr>
        <p:grpSp>
          <p:nvGrpSpPr>
            <p:cNvPr id="12307" name="Group 31">
              <a:extLst>
                <a:ext uri="{FF2B5EF4-FFF2-40B4-BE49-F238E27FC236}">
                  <a16:creationId xmlns:a16="http://schemas.microsoft.com/office/drawing/2014/main" id="{7F057367-C3CF-4EDD-912B-D05CA0FF4ECC}"/>
                </a:ext>
              </a:extLst>
            </p:cNvPr>
            <p:cNvGrpSpPr>
              <a:grpSpLocks/>
            </p:cNvGrpSpPr>
            <p:nvPr/>
          </p:nvGrpSpPr>
          <p:grpSpPr bwMode="auto">
            <a:xfrm>
              <a:off x="340" y="3431"/>
              <a:ext cx="5398" cy="576"/>
              <a:chOff x="336" y="2496"/>
              <a:chExt cx="5040" cy="576"/>
            </a:xfrm>
          </p:grpSpPr>
          <p:sp>
            <p:nvSpPr>
              <p:cNvPr id="12309" name="Rectangle 32">
                <a:extLst>
                  <a:ext uri="{FF2B5EF4-FFF2-40B4-BE49-F238E27FC236}">
                    <a16:creationId xmlns:a16="http://schemas.microsoft.com/office/drawing/2014/main" id="{9D84D8A5-48BD-4E38-A4D6-63EF01BEEF6E}"/>
                  </a:ext>
                </a:extLst>
              </p:cNvPr>
              <p:cNvSpPr>
                <a:spLocks noChangeArrowheads="1"/>
              </p:cNvSpPr>
              <p:nvPr/>
            </p:nvSpPr>
            <p:spPr bwMode="auto">
              <a:xfrm>
                <a:off x="336" y="2496"/>
                <a:ext cx="5040" cy="576"/>
              </a:xfrm>
              <a:prstGeom prst="rect">
                <a:avLst/>
              </a:prstGeom>
              <a:solidFill>
                <a:srgbClr val="CCFFCC"/>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en-US" altLang="zh-CN" i="1"/>
                  <a:t>  t</a:t>
                </a:r>
                <a:r>
                  <a:rPr lang="en-US" altLang="zh-CN"/>
                  <a:t>     1860    1870    1880  …   1960     1970     1980     1990     2000</a:t>
                </a:r>
              </a:p>
              <a:p>
                <a:pPr eaLnBrk="1" hangingPunct="1">
                  <a:lnSpc>
                    <a:spcPct val="120000"/>
                  </a:lnSpc>
                </a:pPr>
                <a:r>
                  <a:rPr lang="en-US" altLang="zh-CN" i="1"/>
                  <a:t>  x</a:t>
                </a:r>
                <a:r>
                  <a:rPr lang="en-US" altLang="zh-CN"/>
                  <a:t>     31.4     38.6     50.2  …   179.3    204.0    226.5    251.4    281.4  </a:t>
                </a:r>
              </a:p>
            </p:txBody>
          </p:sp>
          <p:sp>
            <p:nvSpPr>
              <p:cNvPr id="12310" name="Line 33">
                <a:extLst>
                  <a:ext uri="{FF2B5EF4-FFF2-40B4-BE49-F238E27FC236}">
                    <a16:creationId xmlns:a16="http://schemas.microsoft.com/office/drawing/2014/main" id="{86778D77-6A14-4980-9C38-733A934F2841}"/>
                  </a:ext>
                </a:extLst>
              </p:cNvPr>
              <p:cNvSpPr>
                <a:spLocks noChangeShapeType="1"/>
              </p:cNvSpPr>
              <p:nvPr/>
            </p:nvSpPr>
            <p:spPr bwMode="auto">
              <a:xfrm>
                <a:off x="336" y="2784"/>
                <a:ext cx="49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2308" name="Line 22">
              <a:extLst>
                <a:ext uri="{FF2B5EF4-FFF2-40B4-BE49-F238E27FC236}">
                  <a16:creationId xmlns:a16="http://schemas.microsoft.com/office/drawing/2014/main" id="{145BC5E8-6C75-46CC-A826-361AA0F9E630}"/>
                </a:ext>
              </a:extLst>
            </p:cNvPr>
            <p:cNvSpPr>
              <a:spLocks noChangeShapeType="1"/>
            </p:cNvSpPr>
            <p:nvPr/>
          </p:nvSpPr>
          <p:spPr bwMode="auto">
            <a:xfrm>
              <a:off x="703" y="3430"/>
              <a:ext cx="0" cy="5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5956"/>
                                        </p:tgtEl>
                                        <p:attrNameLst>
                                          <p:attrName>style.visibility</p:attrName>
                                        </p:attrNameLst>
                                      </p:cBhvr>
                                      <p:to>
                                        <p:strVal val="visible"/>
                                      </p:to>
                                    </p:set>
                                    <p:animEffect transition="in" filter="wipe(left)">
                                      <p:cBhvr>
                                        <p:cTn id="7" dur="500"/>
                                        <p:tgtEl>
                                          <p:spTgt spid="12595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5957"/>
                                        </p:tgtEl>
                                        <p:attrNameLst>
                                          <p:attrName>style.visibility</p:attrName>
                                        </p:attrNameLst>
                                      </p:cBhvr>
                                      <p:to>
                                        <p:strVal val="visible"/>
                                      </p:to>
                                    </p:set>
                                    <p:animEffect transition="in" filter="wipe(left)">
                                      <p:cBhvr>
                                        <p:cTn id="12" dur="1000"/>
                                        <p:tgtEl>
                                          <p:spTgt spid="12595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25961"/>
                                        </p:tgtEl>
                                        <p:attrNameLst>
                                          <p:attrName>style.visibility</p:attrName>
                                        </p:attrNameLst>
                                      </p:cBhvr>
                                      <p:to>
                                        <p:strVal val="visible"/>
                                      </p:to>
                                    </p:set>
                                    <p:animEffect transition="in" filter="blinds(horizontal)">
                                      <p:cBhvr>
                                        <p:cTn id="17" dur="500"/>
                                        <p:tgtEl>
                                          <p:spTgt spid="125961"/>
                                        </p:tgtEl>
                                      </p:cBhvr>
                                    </p:animEffect>
                                  </p:childTnLst>
                                </p:cTn>
                              </p:par>
                              <p:par>
                                <p:cTn id="18" presetID="3" presetClass="entr" presetSubtype="10" fill="hold" nodeType="withEffect">
                                  <p:stCondLst>
                                    <p:cond delay="0"/>
                                  </p:stCondLst>
                                  <p:childTnLst>
                                    <p:set>
                                      <p:cBhvr>
                                        <p:cTn id="19" dur="1" fill="hold">
                                          <p:stCondLst>
                                            <p:cond delay="0"/>
                                          </p:stCondLst>
                                        </p:cTn>
                                        <p:tgtEl>
                                          <p:spTgt spid="125973"/>
                                        </p:tgtEl>
                                        <p:attrNameLst>
                                          <p:attrName>style.visibility</p:attrName>
                                        </p:attrNameLst>
                                      </p:cBhvr>
                                      <p:to>
                                        <p:strVal val="visible"/>
                                      </p:to>
                                    </p:set>
                                    <p:animEffect transition="in" filter="blinds(horizontal)">
                                      <p:cBhvr>
                                        <p:cTn id="20" dur="500"/>
                                        <p:tgtEl>
                                          <p:spTgt spid="125973"/>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nodeType="clickEffect">
                                  <p:stCondLst>
                                    <p:cond delay="0"/>
                                  </p:stCondLst>
                                  <p:childTnLst>
                                    <p:set>
                                      <p:cBhvr>
                                        <p:cTn id="24" dur="1" fill="hold">
                                          <p:stCondLst>
                                            <p:cond delay="0"/>
                                          </p:stCondLst>
                                        </p:cTn>
                                        <p:tgtEl>
                                          <p:spTgt spid="125979"/>
                                        </p:tgtEl>
                                        <p:attrNameLst>
                                          <p:attrName>style.visibility</p:attrName>
                                        </p:attrNameLst>
                                      </p:cBhvr>
                                      <p:to>
                                        <p:strVal val="visible"/>
                                      </p:to>
                                    </p:set>
                                    <p:animEffect transition="in" filter="blinds(horizontal)">
                                      <p:cBhvr>
                                        <p:cTn id="25" dur="500"/>
                                        <p:tgtEl>
                                          <p:spTgt spid="125979"/>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125987"/>
                                        </p:tgtEl>
                                        <p:attrNameLst>
                                          <p:attrName>style.visibility</p:attrName>
                                        </p:attrNameLst>
                                      </p:cBhvr>
                                      <p:to>
                                        <p:strVal val="visible"/>
                                      </p:to>
                                    </p:set>
                                    <p:animEffect transition="in" filter="dissolve">
                                      <p:cBhvr>
                                        <p:cTn id="30" dur="500"/>
                                        <p:tgtEl>
                                          <p:spTgt spid="125987"/>
                                        </p:tgtEl>
                                      </p:cBhvr>
                                    </p:animEffect>
                                  </p:childTnLst>
                                </p:cTn>
                              </p:par>
                              <p:par>
                                <p:cTn id="31" presetID="9" presetClass="entr" presetSubtype="0" fill="hold" nodeType="withEffect">
                                  <p:stCondLst>
                                    <p:cond delay="0"/>
                                  </p:stCondLst>
                                  <p:childTnLst>
                                    <p:set>
                                      <p:cBhvr>
                                        <p:cTn id="32" dur="1" fill="hold">
                                          <p:stCondLst>
                                            <p:cond delay="0"/>
                                          </p:stCondLst>
                                        </p:cTn>
                                        <p:tgtEl>
                                          <p:spTgt spid="125959"/>
                                        </p:tgtEl>
                                        <p:attrNameLst>
                                          <p:attrName>style.visibility</p:attrName>
                                        </p:attrNameLst>
                                      </p:cBhvr>
                                      <p:to>
                                        <p:strVal val="visible"/>
                                      </p:to>
                                    </p:set>
                                    <p:animEffect transition="in" filter="dissolve">
                                      <p:cBhvr>
                                        <p:cTn id="33" dur="500"/>
                                        <p:tgtEl>
                                          <p:spTgt spid="125959"/>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125975"/>
                                        </p:tgtEl>
                                        <p:attrNameLst>
                                          <p:attrName>style.visibility</p:attrName>
                                        </p:attrNameLst>
                                      </p:cBhvr>
                                      <p:to>
                                        <p:strVal val="visible"/>
                                      </p:to>
                                    </p:set>
                                    <p:animEffect transition="in" filter="blinds(horizontal)">
                                      <p:cBhvr>
                                        <p:cTn id="38" dur="500"/>
                                        <p:tgtEl>
                                          <p:spTgt spid="125975"/>
                                        </p:tgtEl>
                                      </p:cBhvr>
                                    </p:animEffect>
                                  </p:childTnLst>
                                </p:cTn>
                              </p:par>
                              <p:par>
                                <p:cTn id="39" presetID="3" presetClass="entr" presetSubtype="10" fill="hold" nodeType="withEffect">
                                  <p:stCondLst>
                                    <p:cond delay="0"/>
                                  </p:stCondLst>
                                  <p:childTnLst>
                                    <p:set>
                                      <p:cBhvr>
                                        <p:cTn id="40" dur="1" fill="hold">
                                          <p:stCondLst>
                                            <p:cond delay="0"/>
                                          </p:stCondLst>
                                        </p:cTn>
                                        <p:tgtEl>
                                          <p:spTgt spid="125976"/>
                                        </p:tgtEl>
                                        <p:attrNameLst>
                                          <p:attrName>style.visibility</p:attrName>
                                        </p:attrNameLst>
                                      </p:cBhvr>
                                      <p:to>
                                        <p:strVal val="visible"/>
                                      </p:to>
                                    </p:set>
                                    <p:animEffect transition="in" filter="blinds(horizontal)">
                                      <p:cBhvr>
                                        <p:cTn id="41" dur="500"/>
                                        <p:tgtEl>
                                          <p:spTgt spid="125976"/>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9" presetClass="entr" presetSubtype="0" fill="hold" nodeType="clickEffect">
                                  <p:stCondLst>
                                    <p:cond delay="0"/>
                                  </p:stCondLst>
                                  <p:childTnLst>
                                    <p:set>
                                      <p:cBhvr>
                                        <p:cTn id="45" dur="1" fill="hold">
                                          <p:stCondLst>
                                            <p:cond delay="0"/>
                                          </p:stCondLst>
                                        </p:cTn>
                                        <p:tgtEl>
                                          <p:spTgt spid="125978"/>
                                        </p:tgtEl>
                                        <p:attrNameLst>
                                          <p:attrName>style.visibility</p:attrName>
                                        </p:attrNameLst>
                                      </p:cBhvr>
                                      <p:to>
                                        <p:strVal val="visible"/>
                                      </p:to>
                                    </p:set>
                                    <p:animEffect transition="in" filter="dissolve">
                                      <p:cBhvr>
                                        <p:cTn id="46" dur="1000"/>
                                        <p:tgtEl>
                                          <p:spTgt spid="125978"/>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9" presetClass="entr" presetSubtype="0" fill="hold" grpId="0" nodeType="clickEffect">
                                  <p:stCondLst>
                                    <p:cond delay="0"/>
                                  </p:stCondLst>
                                  <p:childTnLst>
                                    <p:set>
                                      <p:cBhvr>
                                        <p:cTn id="50" dur="1" fill="hold">
                                          <p:stCondLst>
                                            <p:cond delay="0"/>
                                          </p:stCondLst>
                                        </p:cTn>
                                        <p:tgtEl>
                                          <p:spTgt spid="125988"/>
                                        </p:tgtEl>
                                        <p:attrNameLst>
                                          <p:attrName>style.visibility</p:attrName>
                                        </p:attrNameLst>
                                      </p:cBhvr>
                                      <p:to>
                                        <p:strVal val="visible"/>
                                      </p:to>
                                    </p:set>
                                    <p:animEffect transition="in" filter="dissolve">
                                      <p:cBhvr>
                                        <p:cTn id="51" dur="500"/>
                                        <p:tgtEl>
                                          <p:spTgt spid="125988"/>
                                        </p:tgtEl>
                                      </p:cBhvr>
                                    </p:animEffect>
                                  </p:childTnLst>
                                </p:cTn>
                              </p:par>
                              <p:par>
                                <p:cTn id="52" presetID="9" presetClass="entr" presetSubtype="0" fill="hold" nodeType="withEffect">
                                  <p:stCondLst>
                                    <p:cond delay="0"/>
                                  </p:stCondLst>
                                  <p:childTnLst>
                                    <p:set>
                                      <p:cBhvr>
                                        <p:cTn id="53" dur="1" fill="hold">
                                          <p:stCondLst>
                                            <p:cond delay="0"/>
                                          </p:stCondLst>
                                        </p:cTn>
                                        <p:tgtEl>
                                          <p:spTgt spid="125977"/>
                                        </p:tgtEl>
                                        <p:attrNameLst>
                                          <p:attrName>style.visibility</p:attrName>
                                        </p:attrNameLst>
                                      </p:cBhvr>
                                      <p:to>
                                        <p:strVal val="visible"/>
                                      </p:to>
                                    </p:set>
                                    <p:animEffect transition="in" filter="dissolve">
                                      <p:cBhvr>
                                        <p:cTn id="54" dur="500"/>
                                        <p:tgtEl>
                                          <p:spTgt spid="125977"/>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125980"/>
                                        </p:tgtEl>
                                        <p:attrNameLst>
                                          <p:attrName>style.visibility</p:attrName>
                                        </p:attrNameLst>
                                      </p:cBhvr>
                                      <p:to>
                                        <p:strVal val="visible"/>
                                      </p:to>
                                    </p:set>
                                    <p:animEffect transition="in" filter="wipe(left)">
                                      <p:cBhvr>
                                        <p:cTn id="59" dur="1000"/>
                                        <p:tgtEl>
                                          <p:spTgt spid="125980"/>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125981"/>
                                        </p:tgtEl>
                                        <p:attrNameLst>
                                          <p:attrName>style.visibility</p:attrName>
                                        </p:attrNameLst>
                                      </p:cBhvr>
                                      <p:to>
                                        <p:strVal val="visible"/>
                                      </p:to>
                                    </p:set>
                                    <p:animEffect transition="in" filter="wipe(left)">
                                      <p:cBhvr>
                                        <p:cTn id="64" dur="1000"/>
                                        <p:tgtEl>
                                          <p:spTgt spid="125981"/>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9" presetClass="entr" presetSubtype="0" fill="hold" nodeType="clickEffect">
                                  <p:stCondLst>
                                    <p:cond delay="0"/>
                                  </p:stCondLst>
                                  <p:childTnLst>
                                    <p:set>
                                      <p:cBhvr>
                                        <p:cTn id="68" dur="1" fill="hold">
                                          <p:stCondLst>
                                            <p:cond delay="0"/>
                                          </p:stCondLst>
                                        </p:cTn>
                                        <p:tgtEl>
                                          <p:spTgt spid="97298"/>
                                        </p:tgtEl>
                                        <p:attrNameLst>
                                          <p:attrName>style.visibility</p:attrName>
                                        </p:attrNameLst>
                                      </p:cBhvr>
                                      <p:to>
                                        <p:strVal val="visible"/>
                                      </p:to>
                                    </p:set>
                                    <p:animEffect transition="in" filter="dissolve">
                                      <p:cBhvr>
                                        <p:cTn id="69" dur="500"/>
                                        <p:tgtEl>
                                          <p:spTgt spid="972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56" grpId="0" autoUpdateAnimBg="0"/>
      <p:bldP spid="125957" grpId="0" autoUpdateAnimBg="0"/>
      <p:bldP spid="125961" grpId="0"/>
      <p:bldP spid="125975" grpId="0"/>
      <p:bldP spid="125980" grpId="0" autoUpdateAnimBg="0"/>
      <p:bldP spid="125981" grpId="0" autoUpdateAnimBg="0"/>
      <p:bldP spid="125987" grpId="0" animBg="1"/>
      <p:bldP spid="12598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83" name="Rectangle 27">
            <a:extLst>
              <a:ext uri="{FF2B5EF4-FFF2-40B4-BE49-F238E27FC236}">
                <a16:creationId xmlns:a16="http://schemas.microsoft.com/office/drawing/2014/main" id="{E007362C-961C-4130-87B5-82960AD56F13}"/>
              </a:ext>
            </a:extLst>
          </p:cNvPr>
          <p:cNvSpPr>
            <a:spLocks noChangeArrowheads="1"/>
          </p:cNvSpPr>
          <p:nvPr/>
        </p:nvSpPr>
        <p:spPr bwMode="auto">
          <a:xfrm>
            <a:off x="2771775" y="1270000"/>
            <a:ext cx="37607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i="1"/>
              <a:t>r</a:t>
            </a:r>
            <a:r>
              <a:rPr lang="en-US" altLang="zh-CN"/>
              <a:t> =0.2022/10</a:t>
            </a:r>
            <a:r>
              <a:rPr lang="zh-CN" altLang="en-US">
                <a:cs typeface="Times New Roman" panose="02020603050405020304" pitchFamily="18" charset="0"/>
              </a:rPr>
              <a:t>年，</a:t>
            </a:r>
            <a:r>
              <a:rPr lang="en-US" altLang="zh-CN" i="1"/>
              <a:t>x</a:t>
            </a:r>
            <a:r>
              <a:rPr lang="en-US" altLang="zh-CN" baseline="-30000"/>
              <a:t>0 </a:t>
            </a:r>
            <a:r>
              <a:rPr lang="en-US" altLang="zh-CN"/>
              <a:t>=6.0450 </a:t>
            </a:r>
          </a:p>
        </p:txBody>
      </p:sp>
      <p:sp>
        <p:nvSpPr>
          <p:cNvPr id="13315" name="Rectangle 28">
            <a:extLst>
              <a:ext uri="{FF2B5EF4-FFF2-40B4-BE49-F238E27FC236}">
                <a16:creationId xmlns:a16="http://schemas.microsoft.com/office/drawing/2014/main" id="{75FE16CE-0486-4601-9796-43530B5E4E6A}"/>
              </a:ext>
            </a:extLst>
          </p:cNvPr>
          <p:cNvSpPr>
            <a:spLocks noChangeArrowheads="1"/>
          </p:cNvSpPr>
          <p:nvPr/>
        </p:nvSpPr>
        <p:spPr bwMode="auto">
          <a:xfrm>
            <a:off x="1763713" y="476250"/>
            <a:ext cx="5691187" cy="579438"/>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a:latin typeface="楷体_GB2312" pitchFamily="49" charset="-122"/>
                <a:ea typeface="楷体_GB2312" pitchFamily="49" charset="-122"/>
              </a:rPr>
              <a:t>模型的参数估计、检验和预报</a:t>
            </a:r>
            <a:r>
              <a:rPr lang="zh-CN" altLang="en-US" sz="3200">
                <a:latin typeface="楷体_GB2312" pitchFamily="49" charset="-122"/>
                <a:ea typeface="楷体_GB2312" pitchFamily="49" charset="-122"/>
              </a:rPr>
              <a:t> </a:t>
            </a:r>
          </a:p>
        </p:txBody>
      </p:sp>
      <p:sp>
        <p:nvSpPr>
          <p:cNvPr id="121885" name="Rectangle 29">
            <a:extLst>
              <a:ext uri="{FF2B5EF4-FFF2-40B4-BE49-F238E27FC236}">
                <a16:creationId xmlns:a16="http://schemas.microsoft.com/office/drawing/2014/main" id="{0971E76C-A2CA-49FB-9AB8-7F5EF4AA3A5D}"/>
              </a:ext>
            </a:extLst>
          </p:cNvPr>
          <p:cNvSpPr>
            <a:spLocks noChangeArrowheads="1"/>
          </p:cNvSpPr>
          <p:nvPr/>
        </p:nvSpPr>
        <p:spPr bwMode="auto">
          <a:xfrm>
            <a:off x="323850" y="1196975"/>
            <a:ext cx="23272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ea typeface="楷体_GB2312" pitchFamily="49" charset="-122"/>
              </a:rPr>
              <a:t>指数增长模型</a:t>
            </a:r>
          </a:p>
        </p:txBody>
      </p:sp>
      <p:sp>
        <p:nvSpPr>
          <p:cNvPr id="121886" name="Rectangle 30">
            <a:extLst>
              <a:ext uri="{FF2B5EF4-FFF2-40B4-BE49-F238E27FC236}">
                <a16:creationId xmlns:a16="http://schemas.microsoft.com/office/drawing/2014/main" id="{A6210FD0-AD59-402A-9842-8DD31036B8A5}"/>
              </a:ext>
            </a:extLst>
          </p:cNvPr>
          <p:cNvSpPr>
            <a:spLocks noChangeArrowheads="1"/>
          </p:cNvSpPr>
          <p:nvPr/>
        </p:nvSpPr>
        <p:spPr bwMode="auto">
          <a:xfrm>
            <a:off x="179388" y="1700213"/>
            <a:ext cx="25558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a:latin typeface="楷体_GB2312" pitchFamily="49" charset="-122"/>
                <a:ea typeface="楷体_GB2312" pitchFamily="49" charset="-122"/>
              </a:rPr>
              <a:t>阻滞增长模型</a:t>
            </a:r>
          </a:p>
        </p:txBody>
      </p:sp>
      <p:sp>
        <p:nvSpPr>
          <p:cNvPr id="121888" name="Rectangle 32">
            <a:extLst>
              <a:ext uri="{FF2B5EF4-FFF2-40B4-BE49-F238E27FC236}">
                <a16:creationId xmlns:a16="http://schemas.microsoft.com/office/drawing/2014/main" id="{9693F514-848D-40FC-B796-24323049376F}"/>
              </a:ext>
            </a:extLst>
          </p:cNvPr>
          <p:cNvSpPr>
            <a:spLocks noChangeArrowheads="1"/>
          </p:cNvSpPr>
          <p:nvPr/>
        </p:nvSpPr>
        <p:spPr bwMode="auto">
          <a:xfrm>
            <a:off x="2771775" y="1773238"/>
            <a:ext cx="40592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i="1"/>
              <a:t>r</a:t>
            </a:r>
            <a:r>
              <a:rPr lang="en-US" altLang="zh-CN"/>
              <a:t>=0.2557/10</a:t>
            </a:r>
            <a:r>
              <a:rPr lang="zh-CN" altLang="en-US">
                <a:cs typeface="Times New Roman" panose="02020603050405020304" pitchFamily="18" charset="0"/>
              </a:rPr>
              <a:t>年，</a:t>
            </a:r>
            <a:r>
              <a:rPr lang="en-US" altLang="zh-CN" i="1"/>
              <a:t>x</a:t>
            </a:r>
            <a:r>
              <a:rPr lang="en-US" altLang="zh-CN" i="1" baseline="-30000"/>
              <a:t>m</a:t>
            </a:r>
            <a:r>
              <a:rPr lang="en-US" altLang="zh-CN"/>
              <a:t> =392.0886 </a:t>
            </a:r>
          </a:p>
        </p:txBody>
      </p:sp>
      <p:graphicFrame>
        <p:nvGraphicFramePr>
          <p:cNvPr id="98311" name="Group 7">
            <a:extLst>
              <a:ext uri="{FF2B5EF4-FFF2-40B4-BE49-F238E27FC236}">
                <a16:creationId xmlns:a16="http://schemas.microsoft.com/office/drawing/2014/main" id="{F6309CE5-CB8D-45BB-8898-3726A018A2E6}"/>
              </a:ext>
            </a:extLst>
          </p:cNvPr>
          <p:cNvGraphicFramePr>
            <a:graphicFrameLocks noGrp="1"/>
          </p:cNvGraphicFramePr>
          <p:nvPr/>
        </p:nvGraphicFramePr>
        <p:xfrm>
          <a:off x="395288" y="2420938"/>
          <a:ext cx="5689600" cy="3932238"/>
        </p:xfrm>
        <a:graphic>
          <a:graphicData uri="http://schemas.openxmlformats.org/drawingml/2006/table">
            <a:tbl>
              <a:tblPr/>
              <a:tblGrid>
                <a:gridCol w="847725">
                  <a:extLst>
                    <a:ext uri="{9D8B030D-6E8A-4147-A177-3AD203B41FA5}">
                      <a16:colId xmlns:a16="http://schemas.microsoft.com/office/drawing/2014/main" val="20000"/>
                    </a:ext>
                  </a:extLst>
                </a:gridCol>
                <a:gridCol w="935037">
                  <a:extLst>
                    <a:ext uri="{9D8B030D-6E8A-4147-A177-3AD203B41FA5}">
                      <a16:colId xmlns:a16="http://schemas.microsoft.com/office/drawing/2014/main" val="20001"/>
                    </a:ext>
                  </a:extLst>
                </a:gridCol>
                <a:gridCol w="1889125">
                  <a:extLst>
                    <a:ext uri="{9D8B030D-6E8A-4147-A177-3AD203B41FA5}">
                      <a16:colId xmlns:a16="http://schemas.microsoft.com/office/drawing/2014/main" val="20002"/>
                    </a:ext>
                  </a:extLst>
                </a:gridCol>
                <a:gridCol w="2017713">
                  <a:extLst>
                    <a:ext uri="{9D8B030D-6E8A-4147-A177-3AD203B41FA5}">
                      <a16:colId xmlns:a16="http://schemas.microsoft.com/office/drawing/2014/main" val="20003"/>
                    </a:ext>
                  </a:extLst>
                </a:gridCol>
              </a:tblGrid>
              <a:tr h="70109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年</a:t>
                      </a:r>
                      <a:endParaRPr kumimoji="1" lang="zh-CN" altLang="en-US" sz="2000" b="1" i="0" u="none" strike="noStrike" cap="none" normalizeH="0" baseline="0">
                        <a:ln>
                          <a:noFill/>
                        </a:ln>
                        <a:solidFill>
                          <a:schemeClr val="tx1"/>
                        </a:solidFill>
                        <a:effectLst/>
                        <a:latin typeface="Times New Roman" pitchFamily="18" charset="0"/>
                        <a:ea typeface="宋体" pitchFamily="2" charset="-122"/>
                      </a:endParaRP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实际人口</a:t>
                      </a:r>
                      <a:endParaRPr kumimoji="1" lang="zh-CN" altLang="en-US" sz="2000" b="1" i="0" u="none" strike="noStrike" cap="none" normalizeH="0" baseline="0">
                        <a:ln>
                          <a:noFill/>
                        </a:ln>
                        <a:solidFill>
                          <a:schemeClr val="tx1"/>
                        </a:solidFill>
                        <a:effectLst/>
                        <a:latin typeface="Times New Roman" pitchFamily="18" charset="0"/>
                        <a:ea typeface="宋体" pitchFamily="2" charset="-122"/>
                      </a:endParaRP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计算人口</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r>
                        <a:rPr kumimoji="1"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指数增长模型</a:t>
                      </a:r>
                      <a:r>
                        <a:rPr kumimoji="1"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endParaRPr kumimoji="1" lang="en-US" altLang="zh-CN" sz="2000" b="1" i="0" u="none" strike="noStrike" cap="none" normalizeH="0" baseline="0">
                        <a:ln>
                          <a:noFill/>
                        </a:ln>
                        <a:solidFill>
                          <a:schemeClr val="tx1"/>
                        </a:solidFill>
                        <a:effectLst/>
                        <a:latin typeface="Times New Roman" pitchFamily="18" charset="0"/>
                        <a:ea typeface="宋体" pitchFamily="2" charset="-122"/>
                      </a:endParaRP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计算人口</a:t>
                      </a:r>
                      <a:r>
                        <a:rPr kumimoji="1" lang="zh-CN" altLang="en-US" sz="2000" b="1" i="1" u="none" strike="noStrike" cap="none" normalizeH="0" baseline="0">
                          <a:ln>
                            <a:noFill/>
                          </a:ln>
                          <a:solidFill>
                            <a:schemeClr val="tx1"/>
                          </a:solidFill>
                          <a:effectLst/>
                          <a:latin typeface="Times New Roman" pitchFamily="18" charset="0"/>
                          <a:ea typeface="宋体" pitchFamily="2" charset="-122"/>
                          <a:cs typeface="Times New Roman" pitchFamily="18" charset="0"/>
                        </a:rPr>
                        <a:t> </a:t>
                      </a:r>
                    </a:p>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r>
                        <a:rPr kumimoji="1"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阻滞增长模型</a:t>
                      </a:r>
                      <a:r>
                        <a:rPr kumimoji="1"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endParaRPr kumimoji="1" lang="en-US" altLang="zh-CN" sz="2000" b="1" i="0" u="none" strike="noStrike" cap="none" normalizeH="0" baseline="0">
                        <a:ln>
                          <a:noFill/>
                        </a:ln>
                        <a:solidFill>
                          <a:schemeClr val="tx1"/>
                        </a:solidFill>
                        <a:effectLst/>
                        <a:latin typeface="Times New Roman" pitchFamily="18" charset="0"/>
                        <a:ea typeface="宋体" pitchFamily="2" charset="-122"/>
                      </a:endParaRP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27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1790</a:t>
                      </a:r>
                      <a:endParaRPr kumimoji="1" lang="en-US" altLang="zh-CN" sz="2000" b="0" i="0" u="none" strike="noStrike" cap="none" normalizeH="0" baseline="0">
                        <a:ln>
                          <a:noFill/>
                        </a:ln>
                        <a:solidFill>
                          <a:schemeClr val="tx1"/>
                        </a:solidFill>
                        <a:effectLst/>
                        <a:latin typeface="Times New Roman" pitchFamily="18" charset="0"/>
                        <a:ea typeface="宋体" pitchFamily="2" charset="-122"/>
                      </a:endParaRP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3.9</a:t>
                      </a:r>
                      <a:endParaRPr kumimoji="1" lang="en-US" altLang="zh-CN" sz="2000" b="0" i="0" u="none" strike="noStrike" cap="none" normalizeH="0" baseline="0">
                        <a:ln>
                          <a:noFill/>
                        </a:ln>
                        <a:solidFill>
                          <a:schemeClr val="tx1"/>
                        </a:solidFill>
                        <a:effectLst/>
                        <a:latin typeface="Times New Roman" pitchFamily="18" charset="0"/>
                        <a:ea typeface="宋体" pitchFamily="2" charset="-122"/>
                      </a:endParaRP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6.0</a:t>
                      </a:r>
                      <a:endParaRPr kumimoji="1" lang="en-US" altLang="zh-CN" sz="2000" b="0" i="0" u="none" strike="noStrike" cap="none" normalizeH="0" baseline="0">
                        <a:ln>
                          <a:noFill/>
                        </a:ln>
                        <a:solidFill>
                          <a:schemeClr val="tx1"/>
                        </a:solidFill>
                        <a:effectLst/>
                        <a:latin typeface="Times New Roman" pitchFamily="18" charset="0"/>
                        <a:ea typeface="宋体" pitchFamily="2" charset="-122"/>
                      </a:endParaRP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3.9</a:t>
                      </a:r>
                      <a:endParaRPr kumimoji="1" lang="en-US" altLang="zh-CN" sz="2000" b="0" i="0" u="none" strike="noStrike" cap="none" normalizeH="0" baseline="0">
                        <a:ln>
                          <a:noFill/>
                        </a:ln>
                        <a:solidFill>
                          <a:schemeClr val="tx1"/>
                        </a:solidFill>
                        <a:effectLst/>
                        <a:latin typeface="Times New Roman" pitchFamily="18" charset="0"/>
                        <a:ea typeface="宋体" pitchFamily="2" charset="-122"/>
                      </a:endParaRP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27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1800</a:t>
                      </a:r>
                      <a:endParaRPr kumimoji="1" lang="en-US" altLang="zh-CN" sz="2000" b="0" i="0" u="none" strike="noStrike" cap="none" normalizeH="0" baseline="0">
                        <a:ln>
                          <a:noFill/>
                        </a:ln>
                        <a:solidFill>
                          <a:schemeClr val="tx1"/>
                        </a:solidFill>
                        <a:effectLst/>
                        <a:latin typeface="Times New Roman" pitchFamily="18" charset="0"/>
                        <a:ea typeface="宋体" pitchFamily="2" charset="-122"/>
                      </a:endParaRP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5.3</a:t>
                      </a:r>
                      <a:endParaRPr kumimoji="1" lang="en-US" altLang="zh-CN" sz="2000" b="0" i="0" u="none" strike="noStrike" cap="none" normalizeH="0" baseline="0">
                        <a:ln>
                          <a:noFill/>
                        </a:ln>
                        <a:solidFill>
                          <a:schemeClr val="tx1"/>
                        </a:solidFill>
                        <a:effectLst/>
                        <a:latin typeface="Times New Roman" pitchFamily="18" charset="0"/>
                        <a:ea typeface="宋体" pitchFamily="2" charset="-122"/>
                      </a:endParaRP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7.4</a:t>
                      </a:r>
                      <a:endParaRPr kumimoji="1" lang="en-US" altLang="zh-CN" sz="2000" b="0" i="0" u="none" strike="noStrike" cap="none" normalizeH="0" baseline="0">
                        <a:ln>
                          <a:noFill/>
                        </a:ln>
                        <a:solidFill>
                          <a:schemeClr val="tx1"/>
                        </a:solidFill>
                        <a:effectLst/>
                        <a:latin typeface="Times New Roman" pitchFamily="18" charset="0"/>
                        <a:ea typeface="宋体" pitchFamily="2" charset="-122"/>
                      </a:endParaRP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5.0</a:t>
                      </a:r>
                      <a:endParaRPr kumimoji="1" lang="en-US" altLang="zh-CN" sz="2000" b="0" i="0" u="none" strike="noStrike" cap="none" normalizeH="0" baseline="0">
                        <a:ln>
                          <a:noFill/>
                        </a:ln>
                        <a:solidFill>
                          <a:schemeClr val="tx1"/>
                        </a:solidFill>
                        <a:effectLst/>
                        <a:latin typeface="Times New Roman" pitchFamily="18" charset="0"/>
                        <a:ea typeface="宋体" pitchFamily="2" charset="-122"/>
                      </a:endParaRP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723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tx1"/>
                          </a:solidFill>
                          <a:effectLst/>
                          <a:latin typeface="Times New Roman" pitchFamily="18" charset="0"/>
                          <a:ea typeface="宋体" pitchFamily="2" charset="-122"/>
                        </a:rPr>
                        <a:t>…</a:t>
                      </a:r>
                      <a:endParaRPr kumimoji="1" lang="en-US" altLang="zh-CN" sz="2000" b="0" i="0" u="none" strike="noStrike" cap="none" normalizeH="0" baseline="0">
                        <a:ln>
                          <a:noFill/>
                        </a:ln>
                        <a:solidFill>
                          <a:schemeClr val="tx1"/>
                        </a:solidFill>
                        <a:effectLst/>
                        <a:latin typeface="Times New Roman" pitchFamily="18" charset="0"/>
                        <a:ea typeface="宋体" pitchFamily="2" charset="-122"/>
                      </a:endParaRP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tx1"/>
                          </a:solidFill>
                          <a:effectLst/>
                          <a:latin typeface="Times New Roman" pitchFamily="18" charset="0"/>
                          <a:ea typeface="宋体" pitchFamily="2" charset="-122"/>
                        </a:rPr>
                        <a:t>…</a:t>
                      </a:r>
                      <a:endParaRPr kumimoji="1" lang="en-US" altLang="zh-CN" sz="2000" b="0" i="0" u="none" strike="noStrike" cap="none" normalizeH="0" baseline="0">
                        <a:ln>
                          <a:noFill/>
                        </a:ln>
                        <a:solidFill>
                          <a:schemeClr val="tx1"/>
                        </a:solidFill>
                        <a:effectLst/>
                        <a:latin typeface="Times New Roman" pitchFamily="18" charset="0"/>
                        <a:ea typeface="宋体" pitchFamily="2" charset="-122"/>
                      </a:endParaRP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tx1"/>
                          </a:solidFill>
                          <a:effectLst/>
                          <a:latin typeface="Times New Roman" pitchFamily="18" charset="0"/>
                          <a:ea typeface="宋体" pitchFamily="2" charset="-122"/>
                        </a:rPr>
                        <a:t>…</a:t>
                      </a:r>
                      <a:endParaRPr kumimoji="1" lang="en-US" altLang="zh-CN" sz="2000" b="0" i="0" u="none" strike="noStrike" cap="none" normalizeH="0" baseline="0">
                        <a:ln>
                          <a:noFill/>
                        </a:ln>
                        <a:solidFill>
                          <a:schemeClr val="tx1"/>
                        </a:solidFill>
                        <a:effectLst/>
                        <a:latin typeface="Times New Roman" pitchFamily="18" charset="0"/>
                        <a:ea typeface="宋体" pitchFamily="2" charset="-122"/>
                      </a:endParaRP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627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1960</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179.3</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188.0</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171.3</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9627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1970</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204.0</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230.1</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196.2</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9627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1980</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226.5</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281.7</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221.2</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9627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1990</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251.4</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344.8</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245.3</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9627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2000</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zh-CN" altLang="zh-CN" sz="2000" b="0" i="0" u="none" strike="noStrike" cap="none" normalizeH="0" baseline="0">
                        <a:ln>
                          <a:noFill/>
                        </a:ln>
                        <a:solidFill>
                          <a:schemeClr val="tx1"/>
                        </a:solidFill>
                        <a:effectLst/>
                        <a:latin typeface="Times New Roman" pitchFamily="18" charset="0"/>
                        <a:ea typeface="宋体" pitchFamily="2" charset="-122"/>
                      </a:endParaRP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0" i="0" u="none" strike="noStrike" cap="none" normalizeH="0" baseline="0">
                          <a:ln>
                            <a:noFill/>
                          </a:ln>
                          <a:solidFill>
                            <a:schemeClr val="tx1"/>
                          </a:solidFill>
                          <a:effectLst/>
                          <a:latin typeface="Times New Roman" pitchFamily="18" charset="0"/>
                          <a:ea typeface="宋体" pitchFamily="2" charset="-122"/>
                        </a:rPr>
                        <a:t>422.1</a:t>
                      </a: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zh-CN" altLang="zh-CN" sz="2000" b="0" i="0" u="none" strike="noStrike" cap="none" normalizeH="0" baseline="0">
                        <a:ln>
                          <a:noFill/>
                        </a:ln>
                        <a:solidFill>
                          <a:schemeClr val="tx1"/>
                        </a:solidFill>
                        <a:effectLst/>
                        <a:latin typeface="Times New Roman" pitchFamily="18" charset="0"/>
                        <a:ea typeface="宋体" pitchFamily="2" charset="-122"/>
                      </a:endParaRPr>
                    </a:p>
                  </a:txBody>
                  <a:tcPr marT="45724" marB="4572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pic>
        <p:nvPicPr>
          <p:cNvPr id="122536" name="Picture 680">
            <a:extLst>
              <a:ext uri="{FF2B5EF4-FFF2-40B4-BE49-F238E27FC236}">
                <a16:creationId xmlns:a16="http://schemas.microsoft.com/office/drawing/2014/main" id="{8B3E73B2-63F0-434F-A35E-BF9004E172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56325" y="2613025"/>
            <a:ext cx="2916238" cy="160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539" name="Picture 683">
            <a:extLst>
              <a:ext uri="{FF2B5EF4-FFF2-40B4-BE49-F238E27FC236}">
                <a16:creationId xmlns:a16="http://schemas.microsoft.com/office/drawing/2014/main" id="{A99CA462-C26A-4974-959A-CDC4524C4B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56325" y="4789488"/>
            <a:ext cx="2916238" cy="166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541" name="Rectangle 685">
            <a:extLst>
              <a:ext uri="{FF2B5EF4-FFF2-40B4-BE49-F238E27FC236}">
                <a16:creationId xmlns:a16="http://schemas.microsoft.com/office/drawing/2014/main" id="{970A537B-8D8A-45FB-8662-207AE76B87E6}"/>
              </a:ext>
            </a:extLst>
          </p:cNvPr>
          <p:cNvSpPr>
            <a:spLocks noChangeArrowheads="1"/>
          </p:cNvSpPr>
          <p:nvPr/>
        </p:nvSpPr>
        <p:spPr bwMode="auto">
          <a:xfrm>
            <a:off x="6588125" y="2133600"/>
            <a:ext cx="2022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a:solidFill>
                  <a:srgbClr val="FF3300"/>
                </a:solidFill>
                <a:ea typeface="楷体_GB2312" pitchFamily="49" charset="-122"/>
              </a:rPr>
              <a:t>指数增长模型</a:t>
            </a:r>
          </a:p>
        </p:txBody>
      </p:sp>
      <p:sp>
        <p:nvSpPr>
          <p:cNvPr id="122542" name="Rectangle 686">
            <a:extLst>
              <a:ext uri="{FF2B5EF4-FFF2-40B4-BE49-F238E27FC236}">
                <a16:creationId xmlns:a16="http://schemas.microsoft.com/office/drawing/2014/main" id="{4A709AED-6F43-439F-805C-DD7F8AC09675}"/>
              </a:ext>
            </a:extLst>
          </p:cNvPr>
          <p:cNvSpPr>
            <a:spLocks noChangeArrowheads="1"/>
          </p:cNvSpPr>
          <p:nvPr/>
        </p:nvSpPr>
        <p:spPr bwMode="auto">
          <a:xfrm>
            <a:off x="6516688" y="4365625"/>
            <a:ext cx="2555875"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b="1">
                <a:solidFill>
                  <a:srgbClr val="FF3300"/>
                </a:solidFill>
                <a:latin typeface="楷体_GB2312" pitchFamily="49" charset="-122"/>
                <a:ea typeface="楷体_GB2312" pitchFamily="49" charset="-122"/>
              </a:rPr>
              <a:t>阻滞增长模型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1885"/>
                                        </p:tgtEl>
                                        <p:attrNameLst>
                                          <p:attrName>style.visibility</p:attrName>
                                        </p:attrNameLst>
                                      </p:cBhvr>
                                      <p:to>
                                        <p:strVal val="visible"/>
                                      </p:to>
                                    </p:set>
                                    <p:animEffect transition="in" filter="blinds(horizontal)">
                                      <p:cBhvr>
                                        <p:cTn id="7" dur="500"/>
                                        <p:tgtEl>
                                          <p:spTgt spid="121885"/>
                                        </p:tgtEl>
                                      </p:cBhvr>
                                    </p:animEffect>
                                  </p:childTnLst>
                                </p:cTn>
                              </p:par>
                            </p:childTnLst>
                          </p:cTn>
                        </p:par>
                        <p:par>
                          <p:cTn id="8" fill="hold" nodeType="afterGroup">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121883"/>
                                        </p:tgtEl>
                                        <p:attrNameLst>
                                          <p:attrName>style.visibility</p:attrName>
                                        </p:attrNameLst>
                                      </p:cBhvr>
                                      <p:to>
                                        <p:strVal val="visible"/>
                                      </p:to>
                                    </p:set>
                                    <p:animEffect transition="in" filter="blinds(horizontal)">
                                      <p:cBhvr>
                                        <p:cTn id="11" dur="500"/>
                                        <p:tgtEl>
                                          <p:spTgt spid="121883"/>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121886"/>
                                        </p:tgtEl>
                                        <p:attrNameLst>
                                          <p:attrName>style.visibility</p:attrName>
                                        </p:attrNameLst>
                                      </p:cBhvr>
                                      <p:to>
                                        <p:strVal val="visible"/>
                                      </p:to>
                                    </p:set>
                                    <p:animEffect transition="in" filter="blinds(horizontal)">
                                      <p:cBhvr>
                                        <p:cTn id="16" dur="500"/>
                                        <p:tgtEl>
                                          <p:spTgt spid="121886"/>
                                        </p:tgtEl>
                                      </p:cBhvr>
                                    </p:animEffect>
                                  </p:childTnLst>
                                </p:cTn>
                              </p:par>
                            </p:childTnLst>
                          </p:cTn>
                        </p:par>
                        <p:par>
                          <p:cTn id="17" fill="hold" nodeType="afterGroup">
                            <p:stCondLst>
                              <p:cond delay="500"/>
                            </p:stCondLst>
                            <p:childTnLst>
                              <p:par>
                                <p:cTn id="18" presetID="3" presetClass="entr" presetSubtype="10" fill="hold" grpId="0" nodeType="afterEffect">
                                  <p:stCondLst>
                                    <p:cond delay="0"/>
                                  </p:stCondLst>
                                  <p:childTnLst>
                                    <p:set>
                                      <p:cBhvr>
                                        <p:cTn id="19" dur="1" fill="hold">
                                          <p:stCondLst>
                                            <p:cond delay="0"/>
                                          </p:stCondLst>
                                        </p:cTn>
                                        <p:tgtEl>
                                          <p:spTgt spid="121888"/>
                                        </p:tgtEl>
                                        <p:attrNameLst>
                                          <p:attrName>style.visibility</p:attrName>
                                        </p:attrNameLst>
                                      </p:cBhvr>
                                      <p:to>
                                        <p:strVal val="visible"/>
                                      </p:to>
                                    </p:set>
                                    <p:animEffect transition="in" filter="blinds(horizontal)">
                                      <p:cBhvr>
                                        <p:cTn id="20" dur="500"/>
                                        <p:tgtEl>
                                          <p:spTgt spid="121888"/>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9" presetClass="entr" presetSubtype="0" fill="hold" nodeType="clickEffect">
                                  <p:stCondLst>
                                    <p:cond delay="0"/>
                                  </p:stCondLst>
                                  <p:childTnLst>
                                    <p:set>
                                      <p:cBhvr>
                                        <p:cTn id="24" dur="1" fill="hold">
                                          <p:stCondLst>
                                            <p:cond delay="0"/>
                                          </p:stCondLst>
                                        </p:cTn>
                                        <p:tgtEl>
                                          <p:spTgt spid="98311"/>
                                        </p:tgtEl>
                                        <p:attrNameLst>
                                          <p:attrName>style.visibility</p:attrName>
                                        </p:attrNameLst>
                                      </p:cBhvr>
                                      <p:to>
                                        <p:strVal val="visible"/>
                                      </p:to>
                                    </p:set>
                                    <p:animEffect transition="in" filter="dissolve">
                                      <p:cBhvr>
                                        <p:cTn id="25" dur="500"/>
                                        <p:tgtEl>
                                          <p:spTgt spid="98311"/>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122541"/>
                                        </p:tgtEl>
                                        <p:attrNameLst>
                                          <p:attrName>style.visibility</p:attrName>
                                        </p:attrNameLst>
                                      </p:cBhvr>
                                      <p:to>
                                        <p:strVal val="visible"/>
                                      </p:to>
                                    </p:set>
                                    <p:animEffect transition="in" filter="dissolve">
                                      <p:cBhvr>
                                        <p:cTn id="30" dur="500"/>
                                        <p:tgtEl>
                                          <p:spTgt spid="122541"/>
                                        </p:tgtEl>
                                      </p:cBhvr>
                                    </p:animEffect>
                                  </p:childTnLst>
                                </p:cTn>
                              </p:par>
                            </p:childTnLst>
                          </p:cTn>
                        </p:par>
                        <p:par>
                          <p:cTn id="31" fill="hold" nodeType="afterGroup">
                            <p:stCondLst>
                              <p:cond delay="500"/>
                            </p:stCondLst>
                            <p:childTnLst>
                              <p:par>
                                <p:cTn id="32" presetID="9" presetClass="entr" presetSubtype="0" fill="hold" nodeType="afterEffect">
                                  <p:stCondLst>
                                    <p:cond delay="0"/>
                                  </p:stCondLst>
                                  <p:childTnLst>
                                    <p:set>
                                      <p:cBhvr>
                                        <p:cTn id="33" dur="1" fill="hold">
                                          <p:stCondLst>
                                            <p:cond delay="0"/>
                                          </p:stCondLst>
                                        </p:cTn>
                                        <p:tgtEl>
                                          <p:spTgt spid="122536"/>
                                        </p:tgtEl>
                                        <p:attrNameLst>
                                          <p:attrName>style.visibility</p:attrName>
                                        </p:attrNameLst>
                                      </p:cBhvr>
                                      <p:to>
                                        <p:strVal val="visible"/>
                                      </p:to>
                                    </p:set>
                                    <p:animEffect transition="in" filter="dissolve">
                                      <p:cBhvr>
                                        <p:cTn id="34" dur="500"/>
                                        <p:tgtEl>
                                          <p:spTgt spid="122536"/>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122542"/>
                                        </p:tgtEl>
                                        <p:attrNameLst>
                                          <p:attrName>style.visibility</p:attrName>
                                        </p:attrNameLst>
                                      </p:cBhvr>
                                      <p:to>
                                        <p:strVal val="visible"/>
                                      </p:to>
                                    </p:set>
                                    <p:animEffect transition="in" filter="dissolve">
                                      <p:cBhvr>
                                        <p:cTn id="39" dur="500"/>
                                        <p:tgtEl>
                                          <p:spTgt spid="122542"/>
                                        </p:tgtEl>
                                      </p:cBhvr>
                                    </p:animEffect>
                                  </p:childTnLst>
                                </p:cTn>
                              </p:par>
                            </p:childTnLst>
                          </p:cTn>
                        </p:par>
                        <p:par>
                          <p:cTn id="40" fill="hold" nodeType="afterGroup">
                            <p:stCondLst>
                              <p:cond delay="500"/>
                            </p:stCondLst>
                            <p:childTnLst>
                              <p:par>
                                <p:cTn id="41" presetID="9" presetClass="entr" presetSubtype="0" fill="hold" nodeType="afterEffect">
                                  <p:stCondLst>
                                    <p:cond delay="0"/>
                                  </p:stCondLst>
                                  <p:childTnLst>
                                    <p:set>
                                      <p:cBhvr>
                                        <p:cTn id="42" dur="1" fill="hold">
                                          <p:stCondLst>
                                            <p:cond delay="0"/>
                                          </p:stCondLst>
                                        </p:cTn>
                                        <p:tgtEl>
                                          <p:spTgt spid="122539"/>
                                        </p:tgtEl>
                                        <p:attrNameLst>
                                          <p:attrName>style.visibility</p:attrName>
                                        </p:attrNameLst>
                                      </p:cBhvr>
                                      <p:to>
                                        <p:strVal val="visible"/>
                                      </p:to>
                                    </p:set>
                                    <p:animEffect transition="in" filter="dissolve">
                                      <p:cBhvr>
                                        <p:cTn id="43" dur="500"/>
                                        <p:tgtEl>
                                          <p:spTgt spid="1225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83" grpId="0" autoUpdateAnimBg="0"/>
      <p:bldP spid="121885" grpId="0" autoUpdateAnimBg="0"/>
      <p:bldP spid="121886" grpId="0" autoUpdateAnimBg="0"/>
      <p:bldP spid="121888" grpId="0" autoUpdateAnimBg="0"/>
      <p:bldP spid="122541" grpId="0" autoUpdateAnimBg="0"/>
      <p:bldP spid="122542"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3" name="Rectangle 3">
            <a:extLst>
              <a:ext uri="{FF2B5EF4-FFF2-40B4-BE49-F238E27FC236}">
                <a16:creationId xmlns:a16="http://schemas.microsoft.com/office/drawing/2014/main" id="{0E503283-2589-44E3-9296-5C1DE73C0C1C}"/>
              </a:ext>
            </a:extLst>
          </p:cNvPr>
          <p:cNvSpPr>
            <a:spLocks noChangeArrowheads="1"/>
          </p:cNvSpPr>
          <p:nvPr/>
        </p:nvSpPr>
        <p:spPr bwMode="auto">
          <a:xfrm>
            <a:off x="611188" y="1898650"/>
            <a:ext cx="4537075"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t>用模型计算</a:t>
            </a:r>
            <a:r>
              <a:rPr lang="en-US" altLang="zh-CN" sz="2800" b="1"/>
              <a:t>2000</a:t>
            </a:r>
            <a:r>
              <a:rPr lang="zh-CN" altLang="en-US" sz="2800" b="1"/>
              <a:t>年美国人口</a:t>
            </a:r>
          </a:p>
        </p:txBody>
      </p:sp>
      <p:graphicFrame>
        <p:nvGraphicFramePr>
          <p:cNvPr id="122884" name="Object 4">
            <a:extLst>
              <a:ext uri="{FF2B5EF4-FFF2-40B4-BE49-F238E27FC236}">
                <a16:creationId xmlns:a16="http://schemas.microsoft.com/office/drawing/2014/main" id="{54640AC5-F338-4957-8F43-A1E44439E821}"/>
              </a:ext>
            </a:extLst>
          </p:cNvPr>
          <p:cNvGraphicFramePr>
            <a:graphicFrameLocks noChangeAspect="1"/>
          </p:cNvGraphicFramePr>
          <p:nvPr/>
        </p:nvGraphicFramePr>
        <p:xfrm>
          <a:off x="457200" y="2492375"/>
          <a:ext cx="5138738" cy="1025525"/>
        </p:xfrm>
        <a:graphic>
          <a:graphicData uri="http://schemas.openxmlformats.org/presentationml/2006/ole">
            <mc:AlternateContent xmlns:mc="http://schemas.openxmlformats.org/markup-compatibility/2006">
              <mc:Choice xmlns:v="urn:schemas-microsoft-com:vml" Requires="v">
                <p:oleObj spid="_x0000_s14358" name="公式" r:id="rId3" imgW="2298700" imgH="431800" progId="Equation.3">
                  <p:embed/>
                </p:oleObj>
              </mc:Choice>
              <mc:Fallback>
                <p:oleObj name="公式" r:id="rId3" imgW="2298700" imgH="4318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2492375"/>
                        <a:ext cx="5138738" cy="1025525"/>
                      </a:xfrm>
                      <a:prstGeom prst="rect">
                        <a:avLst/>
                      </a:prstGeom>
                      <a:noFill/>
                      <a:ln>
                        <a:noFill/>
                      </a:ln>
                      <a:effectLst/>
                      <a:extLst>
                        <a:ext uri="{909E8E84-426E-40DD-AFC4-6F175D3DCCD1}">
                          <a14:hiddenFill xmlns:a14="http://schemas.microsoft.com/office/drawing/2010/main">
                            <a:gradFill rotWithShape="0">
                              <a:gsLst>
                                <a:gs pos="0">
                                  <a:srgbClr val="FFCCFF"/>
                                </a:gs>
                                <a:gs pos="100000">
                                  <a:srgbClr val="FFFFFF"/>
                                </a:gs>
                              </a:gsLst>
                              <a:lin ang="5400000" scaled="1"/>
                            </a:gra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2885" name="Rectangle 5">
            <a:extLst>
              <a:ext uri="{FF2B5EF4-FFF2-40B4-BE49-F238E27FC236}">
                <a16:creationId xmlns:a16="http://schemas.microsoft.com/office/drawing/2014/main" id="{CAA58B4C-6EFC-499B-8E8B-404385B27D03}"/>
              </a:ext>
            </a:extLst>
          </p:cNvPr>
          <p:cNvSpPr>
            <a:spLocks noChangeArrowheads="1"/>
          </p:cNvSpPr>
          <p:nvPr/>
        </p:nvSpPr>
        <p:spPr bwMode="auto">
          <a:xfrm>
            <a:off x="6804025" y="2924175"/>
            <a:ext cx="2266950" cy="576263"/>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a:t>误差约</a:t>
            </a:r>
            <a:r>
              <a:rPr lang="en-US" altLang="zh-CN" sz="2800" b="1"/>
              <a:t>2.5%</a:t>
            </a:r>
          </a:p>
        </p:txBody>
      </p:sp>
      <p:sp>
        <p:nvSpPr>
          <p:cNvPr id="122892" name="Rectangle 12">
            <a:extLst>
              <a:ext uri="{FF2B5EF4-FFF2-40B4-BE49-F238E27FC236}">
                <a16:creationId xmlns:a16="http://schemas.microsoft.com/office/drawing/2014/main" id="{DB9A7B87-8F29-469F-849A-BF401F274FF6}"/>
              </a:ext>
            </a:extLst>
          </p:cNvPr>
          <p:cNvSpPr>
            <a:spLocks noChangeArrowheads="1"/>
          </p:cNvSpPr>
          <p:nvPr/>
        </p:nvSpPr>
        <p:spPr bwMode="auto">
          <a:xfrm>
            <a:off x="6335713" y="1844675"/>
            <a:ext cx="2808287" cy="103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pPr>
            <a:r>
              <a:rPr lang="zh-CN" altLang="en-US" sz="2800" b="1"/>
              <a:t>与实际数据比较</a:t>
            </a:r>
            <a:r>
              <a:rPr lang="en-US" altLang="zh-CN" sz="2800" b="1"/>
              <a:t>(2000</a:t>
            </a:r>
            <a:r>
              <a:rPr lang="zh-CN" altLang="en-US" sz="2800" b="1"/>
              <a:t>年</a:t>
            </a:r>
            <a:r>
              <a:rPr lang="en-US" altLang="zh-CN" sz="2800" b="1">
                <a:solidFill>
                  <a:srgbClr val="FF3300"/>
                </a:solidFill>
              </a:rPr>
              <a:t>281.4</a:t>
            </a:r>
            <a:r>
              <a:rPr lang="en-US" altLang="zh-CN" sz="2800" b="1"/>
              <a:t>)</a:t>
            </a:r>
            <a:endParaRPr lang="zh-CN" altLang="en-US" sz="2800" b="1"/>
          </a:p>
        </p:txBody>
      </p:sp>
      <p:sp>
        <p:nvSpPr>
          <p:cNvPr id="122896" name="Text Box 16">
            <a:extLst>
              <a:ext uri="{FF2B5EF4-FFF2-40B4-BE49-F238E27FC236}">
                <a16:creationId xmlns:a16="http://schemas.microsoft.com/office/drawing/2014/main" id="{8F322571-CAFB-4E88-B7F3-E6DA5F24B6A7}"/>
              </a:ext>
            </a:extLst>
          </p:cNvPr>
          <p:cNvSpPr txBox="1">
            <a:spLocks noChangeArrowheads="1"/>
          </p:cNvSpPr>
          <p:nvPr/>
        </p:nvSpPr>
        <p:spPr bwMode="auto">
          <a:xfrm>
            <a:off x="5580063" y="2981325"/>
            <a:ext cx="12969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a:t>=</a:t>
            </a:r>
            <a:r>
              <a:rPr lang="en-US" altLang="zh-CN" sz="2800" b="1">
                <a:solidFill>
                  <a:srgbClr val="FF3300"/>
                </a:solidFill>
              </a:rPr>
              <a:t>274.5</a:t>
            </a:r>
          </a:p>
        </p:txBody>
      </p:sp>
      <p:sp>
        <p:nvSpPr>
          <p:cNvPr id="14343" name="Rectangle 17">
            <a:extLst>
              <a:ext uri="{FF2B5EF4-FFF2-40B4-BE49-F238E27FC236}">
                <a16:creationId xmlns:a16="http://schemas.microsoft.com/office/drawing/2014/main" id="{F61B17A2-BAC2-44B0-8105-FE7D82ACC8D8}"/>
              </a:ext>
            </a:extLst>
          </p:cNvPr>
          <p:cNvSpPr>
            <a:spLocks noChangeArrowheads="1"/>
          </p:cNvSpPr>
          <p:nvPr/>
        </p:nvSpPr>
        <p:spPr bwMode="auto">
          <a:xfrm>
            <a:off x="1763713" y="546100"/>
            <a:ext cx="5670550" cy="579438"/>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a:latin typeface="楷体_GB2312" pitchFamily="49" charset="-122"/>
                <a:ea typeface="楷体_GB2312" pitchFamily="49" charset="-122"/>
              </a:rPr>
              <a:t>模型的参数估计、检验和预报</a:t>
            </a:r>
            <a:r>
              <a:rPr lang="zh-CN" altLang="en-US" sz="3200">
                <a:latin typeface="楷体_GB2312" pitchFamily="49" charset="-122"/>
                <a:ea typeface="楷体_GB2312" pitchFamily="49" charset="-122"/>
              </a:rPr>
              <a:t> </a:t>
            </a:r>
          </a:p>
        </p:txBody>
      </p:sp>
      <p:sp>
        <p:nvSpPr>
          <p:cNvPr id="122898" name="Rectangle 18">
            <a:extLst>
              <a:ext uri="{FF2B5EF4-FFF2-40B4-BE49-F238E27FC236}">
                <a16:creationId xmlns:a16="http://schemas.microsoft.com/office/drawing/2014/main" id="{F065367F-4AE3-4546-8CC9-4DD58B322968}"/>
              </a:ext>
            </a:extLst>
          </p:cNvPr>
          <p:cNvSpPr>
            <a:spLocks noChangeArrowheads="1"/>
          </p:cNvSpPr>
          <p:nvPr/>
        </p:nvSpPr>
        <p:spPr bwMode="auto">
          <a:xfrm>
            <a:off x="539750" y="1268413"/>
            <a:ext cx="81359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buFontTx/>
              <a:buChar char="•"/>
            </a:pPr>
            <a:r>
              <a:rPr lang="en-US" altLang="zh-CN" sz="2800" b="1"/>
              <a:t> </a:t>
            </a:r>
            <a:r>
              <a:rPr lang="zh-CN" altLang="en-US" sz="2800" b="1"/>
              <a:t>为作</a:t>
            </a:r>
            <a:r>
              <a:rPr lang="zh-CN" altLang="en-US" sz="2800" b="1">
                <a:solidFill>
                  <a:srgbClr val="FF3300"/>
                </a:solidFill>
              </a:rPr>
              <a:t>模型检验</a:t>
            </a:r>
            <a:r>
              <a:rPr lang="zh-CN" altLang="en-US" sz="2800" b="1"/>
              <a:t>在参数估计时未用</a:t>
            </a:r>
            <a:r>
              <a:rPr lang="en-US" altLang="zh-CN" sz="2800" b="1"/>
              <a:t>2000</a:t>
            </a:r>
            <a:r>
              <a:rPr lang="zh-CN" altLang="en-US" sz="2800" b="1"/>
              <a:t>年实际数据</a:t>
            </a:r>
          </a:p>
        </p:txBody>
      </p:sp>
      <p:sp>
        <p:nvSpPr>
          <p:cNvPr id="122900" name="Rectangle 20">
            <a:extLst>
              <a:ext uri="{FF2B5EF4-FFF2-40B4-BE49-F238E27FC236}">
                <a16:creationId xmlns:a16="http://schemas.microsoft.com/office/drawing/2014/main" id="{C508C7DD-5037-4D8D-A6B8-AB0259717B23}"/>
              </a:ext>
            </a:extLst>
          </p:cNvPr>
          <p:cNvSpPr>
            <a:spLocks noChangeArrowheads="1"/>
          </p:cNvSpPr>
          <p:nvPr/>
        </p:nvSpPr>
        <p:spPr bwMode="auto">
          <a:xfrm>
            <a:off x="4138613" y="3683000"/>
            <a:ext cx="5113337"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t>加入</a:t>
            </a:r>
            <a:r>
              <a:rPr lang="en-US" altLang="zh-CN" sz="2800" b="1"/>
              <a:t>2000</a:t>
            </a:r>
            <a:r>
              <a:rPr lang="zh-CN" altLang="en-US" sz="2800" b="1"/>
              <a:t>年数据重估模型参数</a:t>
            </a:r>
          </a:p>
        </p:txBody>
      </p:sp>
      <p:grpSp>
        <p:nvGrpSpPr>
          <p:cNvPr id="99339" name="Group 11">
            <a:extLst>
              <a:ext uri="{FF2B5EF4-FFF2-40B4-BE49-F238E27FC236}">
                <a16:creationId xmlns:a16="http://schemas.microsoft.com/office/drawing/2014/main" id="{E0BF0B69-8D71-4C4C-B36F-CFC9B1112605}"/>
              </a:ext>
            </a:extLst>
          </p:cNvPr>
          <p:cNvGrpSpPr>
            <a:grpSpLocks/>
          </p:cNvGrpSpPr>
          <p:nvPr/>
        </p:nvGrpSpPr>
        <p:grpSpPr bwMode="auto">
          <a:xfrm>
            <a:off x="684213" y="4510088"/>
            <a:ext cx="3889375" cy="503237"/>
            <a:chOff x="521" y="2795"/>
            <a:chExt cx="2450" cy="317"/>
          </a:xfrm>
        </p:grpSpPr>
        <p:sp>
          <p:nvSpPr>
            <p:cNvPr id="14353" name="Rectangle 22">
              <a:extLst>
                <a:ext uri="{FF2B5EF4-FFF2-40B4-BE49-F238E27FC236}">
                  <a16:creationId xmlns:a16="http://schemas.microsoft.com/office/drawing/2014/main" id="{99225542-CF7E-4E9E-AB65-B6031F19E5C5}"/>
                </a:ext>
              </a:extLst>
            </p:cNvPr>
            <p:cNvSpPr>
              <a:spLocks noChangeArrowheads="1"/>
            </p:cNvSpPr>
            <p:nvPr/>
          </p:nvSpPr>
          <p:spPr bwMode="auto">
            <a:xfrm>
              <a:off x="748" y="2795"/>
              <a:ext cx="2223"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i="1"/>
                <a:t>r</a:t>
              </a:r>
              <a:r>
                <a:rPr lang="en-US" altLang="zh-CN" sz="2800" b="1"/>
                <a:t>=0.2490</a:t>
              </a:r>
              <a:r>
                <a:rPr lang="zh-CN" altLang="en-US" sz="2800" b="1"/>
                <a:t>，</a:t>
              </a:r>
              <a:r>
                <a:rPr lang="en-US" altLang="zh-CN" sz="2800" b="1" i="1"/>
                <a:t>x</a:t>
              </a:r>
              <a:r>
                <a:rPr lang="en-US" altLang="zh-CN" sz="2800" b="1" i="1" baseline="-25000"/>
                <a:t>m</a:t>
              </a:r>
              <a:r>
                <a:rPr lang="en-US" altLang="zh-CN" sz="2800" b="1"/>
                <a:t>=434.0</a:t>
              </a:r>
            </a:p>
          </p:txBody>
        </p:sp>
        <p:sp>
          <p:nvSpPr>
            <p:cNvPr id="14354" name="AutoShape 23">
              <a:extLst>
                <a:ext uri="{FF2B5EF4-FFF2-40B4-BE49-F238E27FC236}">
                  <a16:creationId xmlns:a16="http://schemas.microsoft.com/office/drawing/2014/main" id="{847CF33D-5926-4083-8F39-03738FB5B440}"/>
                </a:ext>
              </a:extLst>
            </p:cNvPr>
            <p:cNvSpPr>
              <a:spLocks noChangeArrowheads="1"/>
            </p:cNvSpPr>
            <p:nvPr/>
          </p:nvSpPr>
          <p:spPr bwMode="auto">
            <a:xfrm>
              <a:off x="521" y="2840"/>
              <a:ext cx="144" cy="240"/>
            </a:xfrm>
            <a:prstGeom prst="rightArrow">
              <a:avLst>
                <a:gd name="adj1" fmla="val 50000"/>
                <a:gd name="adj2" fmla="val 25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3" name="Group 24">
            <a:extLst>
              <a:ext uri="{FF2B5EF4-FFF2-40B4-BE49-F238E27FC236}">
                <a16:creationId xmlns:a16="http://schemas.microsoft.com/office/drawing/2014/main" id="{409CF7BB-7610-471B-A480-1194060DEDA7}"/>
              </a:ext>
            </a:extLst>
          </p:cNvPr>
          <p:cNvGrpSpPr>
            <a:grpSpLocks/>
          </p:cNvGrpSpPr>
          <p:nvPr/>
        </p:nvGrpSpPr>
        <p:grpSpPr bwMode="auto">
          <a:xfrm>
            <a:off x="4643438" y="4403725"/>
            <a:ext cx="2773362" cy="609600"/>
            <a:chOff x="3120" y="1232"/>
            <a:chExt cx="1747" cy="384"/>
          </a:xfrm>
        </p:grpSpPr>
        <p:sp>
          <p:nvSpPr>
            <p:cNvPr id="14351" name="Rectangle 25">
              <a:extLst>
                <a:ext uri="{FF2B5EF4-FFF2-40B4-BE49-F238E27FC236}">
                  <a16:creationId xmlns:a16="http://schemas.microsoft.com/office/drawing/2014/main" id="{FD03BC96-7121-47E8-8A65-E12E471D21CE}"/>
                </a:ext>
              </a:extLst>
            </p:cNvPr>
            <p:cNvSpPr>
              <a:spLocks noChangeArrowheads="1"/>
            </p:cNvSpPr>
            <p:nvPr/>
          </p:nvSpPr>
          <p:spPr bwMode="auto">
            <a:xfrm>
              <a:off x="3379" y="1232"/>
              <a:ext cx="148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en-US" altLang="zh-CN" sz="2800" b="1" i="1">
                  <a:solidFill>
                    <a:srgbClr val="FF3300"/>
                  </a:solidFill>
                </a:rPr>
                <a:t>x</a:t>
              </a:r>
              <a:r>
                <a:rPr lang="en-US" altLang="zh-CN" sz="2800" b="1">
                  <a:solidFill>
                    <a:srgbClr val="FF3300"/>
                  </a:solidFill>
                </a:rPr>
                <a:t>(2010)=306.0</a:t>
              </a:r>
            </a:p>
          </p:txBody>
        </p:sp>
        <p:sp>
          <p:nvSpPr>
            <p:cNvPr id="14352" name="AutoShape 26">
              <a:extLst>
                <a:ext uri="{FF2B5EF4-FFF2-40B4-BE49-F238E27FC236}">
                  <a16:creationId xmlns:a16="http://schemas.microsoft.com/office/drawing/2014/main" id="{DACC4E20-012D-47FE-9FCE-ACB59FFFC87E}"/>
                </a:ext>
              </a:extLst>
            </p:cNvPr>
            <p:cNvSpPr>
              <a:spLocks noChangeArrowheads="1"/>
            </p:cNvSpPr>
            <p:nvPr/>
          </p:nvSpPr>
          <p:spPr bwMode="auto">
            <a:xfrm>
              <a:off x="3120" y="1327"/>
              <a:ext cx="144" cy="240"/>
            </a:xfrm>
            <a:prstGeom prst="rightArrow">
              <a:avLst>
                <a:gd name="adj1" fmla="val 50000"/>
                <a:gd name="adj2" fmla="val 25000"/>
              </a:avLst>
            </a:prstGeom>
            <a:noFill/>
            <a:ln w="9525">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122907" name="Rectangle 27">
            <a:extLst>
              <a:ext uri="{FF2B5EF4-FFF2-40B4-BE49-F238E27FC236}">
                <a16:creationId xmlns:a16="http://schemas.microsoft.com/office/drawing/2014/main" id="{863C0822-6982-4810-8BD6-3A5057C53F5A}"/>
              </a:ext>
            </a:extLst>
          </p:cNvPr>
          <p:cNvSpPr>
            <a:spLocks noChangeArrowheads="1"/>
          </p:cNvSpPr>
          <p:nvPr/>
        </p:nvSpPr>
        <p:spPr bwMode="auto">
          <a:xfrm>
            <a:off x="395288" y="3754438"/>
            <a:ext cx="3697287" cy="519112"/>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buFontTx/>
              <a:buChar char="•"/>
            </a:pPr>
            <a:r>
              <a:rPr lang="zh-CN" altLang="en-US" sz="2800" b="1"/>
              <a:t> </a:t>
            </a:r>
            <a:r>
              <a:rPr lang="zh-CN" altLang="en-US" sz="2800" b="1">
                <a:solidFill>
                  <a:srgbClr val="FF3300"/>
                </a:solidFill>
              </a:rPr>
              <a:t>预报</a:t>
            </a:r>
            <a:r>
              <a:rPr lang="zh-CN" altLang="en-US" sz="2800" b="1"/>
              <a:t>美国</a:t>
            </a:r>
            <a:r>
              <a:rPr lang="en-US" altLang="zh-CN" sz="2800" b="1"/>
              <a:t>2010</a:t>
            </a:r>
            <a:r>
              <a:rPr lang="zh-CN" altLang="en-US" sz="2800" b="1"/>
              <a:t>年人口 </a:t>
            </a:r>
          </a:p>
        </p:txBody>
      </p:sp>
      <p:sp>
        <p:nvSpPr>
          <p:cNvPr id="99346" name="Text Box 18">
            <a:extLst>
              <a:ext uri="{FF2B5EF4-FFF2-40B4-BE49-F238E27FC236}">
                <a16:creationId xmlns:a16="http://schemas.microsoft.com/office/drawing/2014/main" id="{2B35A3E9-0D2C-441A-A7FD-C265E87A2A7A}"/>
              </a:ext>
            </a:extLst>
          </p:cNvPr>
          <p:cNvSpPr txBox="1">
            <a:spLocks noChangeArrowheads="1"/>
          </p:cNvSpPr>
          <p:nvPr/>
        </p:nvSpPr>
        <p:spPr bwMode="auto">
          <a:xfrm>
            <a:off x="395288" y="5157788"/>
            <a:ext cx="8424862" cy="111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zh-CN" altLang="en-US" sz="2800" b="1"/>
              <a:t>美国人口普查局</a:t>
            </a:r>
            <a:r>
              <a:rPr lang="en-US" altLang="zh-CN" sz="2800" b="1"/>
              <a:t>2010</a:t>
            </a:r>
            <a:r>
              <a:rPr lang="zh-CN" altLang="en-US" sz="2800" b="1"/>
              <a:t>年</a:t>
            </a:r>
            <a:r>
              <a:rPr lang="en-US" altLang="zh-CN" sz="2800" b="1"/>
              <a:t>12</a:t>
            </a:r>
            <a:r>
              <a:rPr lang="zh-CN" altLang="en-US" sz="2800" b="1"/>
              <a:t>月</a:t>
            </a:r>
            <a:r>
              <a:rPr lang="en-US" altLang="zh-CN" sz="2800" b="1"/>
              <a:t>21</a:t>
            </a:r>
            <a:r>
              <a:rPr lang="zh-CN" altLang="en-US" sz="2800" b="1"/>
              <a:t>日公布：截止到</a:t>
            </a:r>
            <a:r>
              <a:rPr lang="en-US" altLang="zh-CN" sz="2800" b="1"/>
              <a:t>2010</a:t>
            </a:r>
            <a:r>
              <a:rPr lang="zh-CN" altLang="en-US" sz="2800" b="1"/>
              <a:t>年</a:t>
            </a:r>
            <a:r>
              <a:rPr lang="en-US" altLang="zh-CN" sz="2800" b="1"/>
              <a:t>4</a:t>
            </a:r>
            <a:r>
              <a:rPr lang="zh-CN" altLang="en-US" sz="2800" b="1"/>
              <a:t>月</a:t>
            </a:r>
            <a:r>
              <a:rPr lang="en-US" altLang="zh-CN" sz="2800" b="1"/>
              <a:t>1</a:t>
            </a:r>
            <a:r>
              <a:rPr lang="zh-CN" altLang="en-US" sz="2800" b="1"/>
              <a:t>日美国总人口为</a:t>
            </a:r>
            <a:r>
              <a:rPr lang="en-US" altLang="zh-CN" sz="2800" b="1">
                <a:solidFill>
                  <a:srgbClr val="FF3300"/>
                </a:solidFill>
              </a:rPr>
              <a:t>3.087</a:t>
            </a:r>
            <a:r>
              <a:rPr lang="zh-CN" altLang="en-US" sz="2800" b="1">
                <a:solidFill>
                  <a:srgbClr val="FF3300"/>
                </a:solidFill>
              </a:rPr>
              <a:t>亿</a:t>
            </a:r>
            <a:r>
              <a:rPr lang="en-US" altLang="zh-CN" sz="2800" b="1"/>
              <a:t>.</a:t>
            </a:r>
          </a:p>
        </p:txBody>
      </p:sp>
      <p:sp>
        <p:nvSpPr>
          <p:cNvPr id="2" name="Rectangle 5">
            <a:extLst>
              <a:ext uri="{FF2B5EF4-FFF2-40B4-BE49-F238E27FC236}">
                <a16:creationId xmlns:a16="http://schemas.microsoft.com/office/drawing/2014/main" id="{BC83E239-1B75-4941-969D-D99894001591}"/>
              </a:ext>
            </a:extLst>
          </p:cNvPr>
          <p:cNvSpPr>
            <a:spLocks noChangeArrowheads="1"/>
          </p:cNvSpPr>
          <p:nvPr/>
        </p:nvSpPr>
        <p:spPr bwMode="auto">
          <a:xfrm>
            <a:off x="5435600" y="5734050"/>
            <a:ext cx="3455988" cy="576263"/>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a:t>预报误差不到</a:t>
            </a:r>
            <a:r>
              <a:rPr lang="en-US" altLang="zh-CN" sz="2800" b="1"/>
              <a:t>1%</a:t>
            </a:r>
            <a:r>
              <a:rPr lang="zh-CN" altLang="en-US" sz="2800" b="1"/>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2898"/>
                                        </p:tgtEl>
                                        <p:attrNameLst>
                                          <p:attrName>style.visibility</p:attrName>
                                        </p:attrNameLst>
                                      </p:cBhvr>
                                      <p:to>
                                        <p:strVal val="visible"/>
                                      </p:to>
                                    </p:set>
                                    <p:animEffect transition="in" filter="blinds(horizontal)">
                                      <p:cBhvr>
                                        <p:cTn id="7" dur="500"/>
                                        <p:tgtEl>
                                          <p:spTgt spid="12289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122883"/>
                                        </p:tgtEl>
                                        <p:attrNameLst>
                                          <p:attrName>style.visibility</p:attrName>
                                        </p:attrNameLst>
                                      </p:cBhvr>
                                      <p:to>
                                        <p:strVal val="visible"/>
                                      </p:to>
                                    </p:set>
                                    <p:animEffect transition="in" filter="blinds(vertical)">
                                      <p:cBhvr>
                                        <p:cTn id="12" dur="1000"/>
                                        <p:tgtEl>
                                          <p:spTgt spid="12288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122884"/>
                                        </p:tgtEl>
                                        <p:attrNameLst>
                                          <p:attrName>style.visibility</p:attrName>
                                        </p:attrNameLst>
                                      </p:cBhvr>
                                      <p:to>
                                        <p:strVal val="visible"/>
                                      </p:to>
                                    </p:set>
                                    <p:animEffect transition="in" filter="blinds(horizontal)">
                                      <p:cBhvr>
                                        <p:cTn id="17" dur="1000"/>
                                        <p:tgtEl>
                                          <p:spTgt spid="12288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22896"/>
                                        </p:tgtEl>
                                        <p:attrNameLst>
                                          <p:attrName>style.visibility</p:attrName>
                                        </p:attrNameLst>
                                      </p:cBhvr>
                                      <p:to>
                                        <p:strVal val="visible"/>
                                      </p:to>
                                    </p:set>
                                    <p:animEffect transition="in" filter="blinds(horizontal)">
                                      <p:cBhvr>
                                        <p:cTn id="22" dur="1000"/>
                                        <p:tgtEl>
                                          <p:spTgt spid="12289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22892"/>
                                        </p:tgtEl>
                                        <p:attrNameLst>
                                          <p:attrName>style.visibility</p:attrName>
                                        </p:attrNameLst>
                                      </p:cBhvr>
                                      <p:to>
                                        <p:strVal val="visible"/>
                                      </p:to>
                                    </p:set>
                                    <p:animEffect transition="in" filter="blinds(horizontal)">
                                      <p:cBhvr>
                                        <p:cTn id="27" dur="1000"/>
                                        <p:tgtEl>
                                          <p:spTgt spid="12289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122885"/>
                                        </p:tgtEl>
                                        <p:attrNameLst>
                                          <p:attrName>style.visibility</p:attrName>
                                        </p:attrNameLst>
                                      </p:cBhvr>
                                      <p:to>
                                        <p:strVal val="visible"/>
                                      </p:to>
                                    </p:set>
                                    <p:animEffect transition="in" filter="box(in)">
                                      <p:cBhvr>
                                        <p:cTn id="32" dur="1000"/>
                                        <p:tgtEl>
                                          <p:spTgt spid="12288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22907"/>
                                        </p:tgtEl>
                                        <p:attrNameLst>
                                          <p:attrName>style.visibility</p:attrName>
                                        </p:attrNameLst>
                                      </p:cBhvr>
                                      <p:to>
                                        <p:strVal val="visible"/>
                                      </p:to>
                                    </p:set>
                                    <p:animEffect transition="in" filter="blinds(horizontal)">
                                      <p:cBhvr>
                                        <p:cTn id="37" dur="1000"/>
                                        <p:tgtEl>
                                          <p:spTgt spid="12290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122900"/>
                                        </p:tgtEl>
                                        <p:attrNameLst>
                                          <p:attrName>style.visibility</p:attrName>
                                        </p:attrNameLst>
                                      </p:cBhvr>
                                      <p:to>
                                        <p:strVal val="visible"/>
                                      </p:to>
                                    </p:set>
                                    <p:animEffect transition="in" filter="checkerboard(across)">
                                      <p:cBhvr>
                                        <p:cTn id="42" dur="1000"/>
                                        <p:tgtEl>
                                          <p:spTgt spid="122900"/>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99339"/>
                                        </p:tgtEl>
                                        <p:attrNameLst>
                                          <p:attrName>style.visibility</p:attrName>
                                        </p:attrNameLst>
                                      </p:cBhvr>
                                      <p:to>
                                        <p:strVal val="visible"/>
                                      </p:to>
                                    </p:set>
                                    <p:animEffect transition="in" filter="blinds(horizontal)">
                                      <p:cBhvr>
                                        <p:cTn id="47" dur="500"/>
                                        <p:tgtEl>
                                          <p:spTgt spid="99339"/>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9" presetClass="entr" presetSubtype="0" fill="hold" nodeType="clickEffect">
                                  <p:stCondLst>
                                    <p:cond delay="0"/>
                                  </p:stCondLst>
                                  <p:childTnLst>
                                    <p:set>
                                      <p:cBhvr>
                                        <p:cTn id="51" dur="1" fill="hold">
                                          <p:stCondLst>
                                            <p:cond delay="0"/>
                                          </p:stCondLst>
                                        </p:cTn>
                                        <p:tgtEl>
                                          <p:spTgt spid="3"/>
                                        </p:tgtEl>
                                        <p:attrNameLst>
                                          <p:attrName>style.visibility</p:attrName>
                                        </p:attrNameLst>
                                      </p:cBhvr>
                                      <p:to>
                                        <p:strVal val="visible"/>
                                      </p:to>
                                    </p:set>
                                    <p:animEffect transition="in" filter="dissolve">
                                      <p:cBhvr>
                                        <p:cTn id="52" dur="1000"/>
                                        <p:tgtEl>
                                          <p:spTgt spid="3"/>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5" presetClass="entr" presetSubtype="10" fill="hold" grpId="0" nodeType="clickEffect">
                                  <p:stCondLst>
                                    <p:cond delay="0"/>
                                  </p:stCondLst>
                                  <p:childTnLst>
                                    <p:set>
                                      <p:cBhvr>
                                        <p:cTn id="56" dur="1" fill="hold">
                                          <p:stCondLst>
                                            <p:cond delay="0"/>
                                          </p:stCondLst>
                                        </p:cTn>
                                        <p:tgtEl>
                                          <p:spTgt spid="99346"/>
                                        </p:tgtEl>
                                        <p:attrNameLst>
                                          <p:attrName>style.visibility</p:attrName>
                                        </p:attrNameLst>
                                      </p:cBhvr>
                                      <p:to>
                                        <p:strVal val="visible"/>
                                      </p:to>
                                    </p:set>
                                    <p:animEffect transition="in" filter="checkerboard(across)">
                                      <p:cBhvr>
                                        <p:cTn id="57" dur="500"/>
                                        <p:tgtEl>
                                          <p:spTgt spid="99346"/>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12" presetClass="entr" presetSubtype="4" fill="hold" grpId="0" nodeType="clickEffect">
                                  <p:stCondLst>
                                    <p:cond delay="0"/>
                                  </p:stCondLst>
                                  <p:childTnLst>
                                    <p:set>
                                      <p:cBhvr>
                                        <p:cTn id="61" dur="1" fill="hold">
                                          <p:stCondLst>
                                            <p:cond delay="0"/>
                                          </p:stCondLst>
                                        </p:cTn>
                                        <p:tgtEl>
                                          <p:spTgt spid="2"/>
                                        </p:tgtEl>
                                        <p:attrNameLst>
                                          <p:attrName>style.visibility</p:attrName>
                                        </p:attrNameLst>
                                      </p:cBhvr>
                                      <p:to>
                                        <p:strVal val="visible"/>
                                      </p:to>
                                    </p:set>
                                    <p:animEffect transition="in" filter="slide(fromBottom)">
                                      <p:cBhvr>
                                        <p:cTn id="62"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883" grpId="0" animBg="1" autoUpdateAnimBg="0"/>
      <p:bldP spid="122885" grpId="0" animBg="1"/>
      <p:bldP spid="122892" grpId="0"/>
      <p:bldP spid="122896" grpId="0"/>
      <p:bldP spid="122898" grpId="0"/>
      <p:bldP spid="122900" grpId="0" animBg="1" autoUpdateAnimBg="0"/>
      <p:bldP spid="122907" grpId="0" animBg="1"/>
      <p:bldP spid="99346" grpId="0"/>
      <p:bldP spid="2" grpId="0" animBg="1"/>
    </p:bldLst>
  </p:timing>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5362" name="Text Box 2">
            <a:extLst>
              <a:ext uri="{FF2B5EF4-FFF2-40B4-BE49-F238E27FC236}">
                <a16:creationId xmlns:a16="http://schemas.microsoft.com/office/drawing/2014/main" id="{8C0DEBFB-A45B-4893-A262-9FA5DBC0E183}"/>
              </a:ext>
            </a:extLst>
          </p:cNvPr>
          <p:cNvSpPr txBox="1">
            <a:spLocks noChangeArrowheads="1"/>
          </p:cNvSpPr>
          <p:nvPr/>
        </p:nvSpPr>
        <p:spPr bwMode="auto">
          <a:xfrm>
            <a:off x="539750" y="549275"/>
            <a:ext cx="7200900" cy="519113"/>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b="1">
                <a:solidFill>
                  <a:srgbClr val="0000FF"/>
                </a:solidFill>
                <a:ea typeface="楷体_GB2312" pitchFamily="49" charset="-122"/>
              </a:rPr>
              <a:t>（</a:t>
            </a:r>
            <a:r>
              <a:rPr lang="en-US" altLang="zh-CN" sz="2800" b="1">
                <a:solidFill>
                  <a:srgbClr val="0000FF"/>
                </a:solidFill>
                <a:ea typeface="楷体_GB2312" pitchFamily="49" charset="-122"/>
              </a:rPr>
              <a:t>5</a:t>
            </a:r>
            <a:r>
              <a:rPr lang="zh-CN" altLang="en-US" sz="2800" b="1">
                <a:solidFill>
                  <a:srgbClr val="0000FF"/>
                </a:solidFill>
                <a:ea typeface="楷体_GB2312" pitchFamily="49" charset="-122"/>
              </a:rPr>
              <a:t>）考虑年龄结构和生育模式的人口模型</a:t>
            </a:r>
          </a:p>
        </p:txBody>
      </p:sp>
      <p:graphicFrame>
        <p:nvGraphicFramePr>
          <p:cNvPr id="126979" name="Object 3">
            <a:extLst>
              <a:ext uri="{FF2B5EF4-FFF2-40B4-BE49-F238E27FC236}">
                <a16:creationId xmlns:a16="http://schemas.microsoft.com/office/drawing/2014/main" id="{A7568A3C-91A4-4F11-AB96-6D16CD241E8C}"/>
              </a:ext>
            </a:extLst>
          </p:cNvPr>
          <p:cNvGraphicFramePr>
            <a:graphicFrameLocks noChangeAspect="1"/>
          </p:cNvGraphicFramePr>
          <p:nvPr/>
        </p:nvGraphicFramePr>
        <p:xfrm>
          <a:off x="1752600" y="4711700"/>
          <a:ext cx="4724400" cy="500063"/>
        </p:xfrm>
        <a:graphic>
          <a:graphicData uri="http://schemas.openxmlformats.org/presentationml/2006/ole">
            <mc:AlternateContent xmlns:mc="http://schemas.openxmlformats.org/markup-compatibility/2006">
              <mc:Choice xmlns:v="urn:schemas-microsoft-com:vml" Requires="v">
                <p:oleObj spid="_x0000_s15380" name="公式" r:id="rId3" imgW="1993900" imgH="254000" progId="Equation.3">
                  <p:embed/>
                </p:oleObj>
              </mc:Choice>
              <mc:Fallback>
                <p:oleObj name="公式" r:id="rId3" imgW="1993900" imgH="2540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2600" y="4711700"/>
                        <a:ext cx="4724400" cy="500063"/>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6980" name="Object 4">
            <a:extLst>
              <a:ext uri="{FF2B5EF4-FFF2-40B4-BE49-F238E27FC236}">
                <a16:creationId xmlns:a16="http://schemas.microsoft.com/office/drawing/2014/main" id="{460DF74F-710F-404F-B9BD-24FE303B75EE}"/>
              </a:ext>
            </a:extLst>
          </p:cNvPr>
          <p:cNvGraphicFramePr>
            <a:graphicFrameLocks noChangeAspect="1"/>
          </p:cNvGraphicFramePr>
          <p:nvPr/>
        </p:nvGraphicFramePr>
        <p:xfrm>
          <a:off x="1763713" y="5357813"/>
          <a:ext cx="2446337" cy="877887"/>
        </p:xfrm>
        <a:graphic>
          <a:graphicData uri="http://schemas.openxmlformats.org/presentationml/2006/ole">
            <mc:AlternateContent xmlns:mc="http://schemas.openxmlformats.org/markup-compatibility/2006">
              <mc:Choice xmlns:v="urn:schemas-microsoft-com:vml" Requires="v">
                <p:oleObj spid="_x0000_s15381" name="公式" r:id="rId5" imgW="837836" imgH="393529" progId="Equation.3">
                  <p:embed/>
                </p:oleObj>
              </mc:Choice>
              <mc:Fallback>
                <p:oleObj name="公式" r:id="rId5" imgW="837836" imgH="393529"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63713" y="5357813"/>
                        <a:ext cx="2446337" cy="877887"/>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6981" name="Text Box 5">
            <a:extLst>
              <a:ext uri="{FF2B5EF4-FFF2-40B4-BE49-F238E27FC236}">
                <a16:creationId xmlns:a16="http://schemas.microsoft.com/office/drawing/2014/main" id="{4A1A0A66-701D-4983-BC8B-9D38895631FC}"/>
              </a:ext>
            </a:extLst>
          </p:cNvPr>
          <p:cNvSpPr txBox="1">
            <a:spLocks noChangeArrowheads="1"/>
          </p:cNvSpPr>
          <p:nvPr/>
        </p:nvSpPr>
        <p:spPr bwMode="auto">
          <a:xfrm>
            <a:off x="1447800" y="1233488"/>
            <a:ext cx="5791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Char char="•"/>
            </a:pPr>
            <a:r>
              <a:rPr lang="en-US" altLang="zh-CN" sz="2800" b="1"/>
              <a:t> </a:t>
            </a:r>
            <a:r>
              <a:rPr lang="zh-CN" altLang="en-US" sz="2800" b="1"/>
              <a:t>年龄分布对于人口预测的重要性</a:t>
            </a:r>
            <a:r>
              <a:rPr lang="en-US" altLang="zh-CN" sz="2800" b="1"/>
              <a:t>.</a:t>
            </a:r>
          </a:p>
        </p:txBody>
      </p:sp>
      <p:sp>
        <p:nvSpPr>
          <p:cNvPr id="126982" name="Text Box 6">
            <a:extLst>
              <a:ext uri="{FF2B5EF4-FFF2-40B4-BE49-F238E27FC236}">
                <a16:creationId xmlns:a16="http://schemas.microsoft.com/office/drawing/2014/main" id="{3AA03540-633F-477E-822D-22BBB0862AFB}"/>
              </a:ext>
            </a:extLst>
          </p:cNvPr>
          <p:cNvSpPr txBox="1">
            <a:spLocks noChangeArrowheads="1"/>
          </p:cNvSpPr>
          <p:nvPr/>
        </p:nvSpPr>
        <p:spPr bwMode="auto">
          <a:xfrm>
            <a:off x="1447800" y="1843088"/>
            <a:ext cx="5791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Char char="•"/>
            </a:pPr>
            <a:r>
              <a:rPr lang="en-US" altLang="zh-CN" sz="2800" b="1"/>
              <a:t> </a:t>
            </a:r>
            <a:r>
              <a:rPr lang="zh-CN" altLang="en-US" sz="2800" b="1"/>
              <a:t>只考虑自然出生与死亡，不计迁移</a:t>
            </a:r>
            <a:r>
              <a:rPr lang="en-US" altLang="zh-CN" sz="2800" b="1"/>
              <a:t>.</a:t>
            </a:r>
          </a:p>
        </p:txBody>
      </p:sp>
      <p:sp>
        <p:nvSpPr>
          <p:cNvPr id="100359" name="Text Box 7">
            <a:extLst>
              <a:ext uri="{FF2B5EF4-FFF2-40B4-BE49-F238E27FC236}">
                <a16:creationId xmlns:a16="http://schemas.microsoft.com/office/drawing/2014/main" id="{CB489183-2A69-4842-B882-FA4BABEFD809}"/>
              </a:ext>
            </a:extLst>
          </p:cNvPr>
          <p:cNvSpPr txBox="1">
            <a:spLocks noChangeArrowheads="1"/>
          </p:cNvSpPr>
          <p:nvPr/>
        </p:nvSpPr>
        <p:spPr bwMode="auto">
          <a:xfrm>
            <a:off x="304800" y="2565400"/>
            <a:ext cx="1143000" cy="2438400"/>
          </a:xfrm>
          <a:prstGeom prst="rect">
            <a:avLst/>
          </a:prstGeom>
          <a:solidFill>
            <a:srgbClr val="FFCCFF"/>
          </a:solidFill>
          <a:ln w="9525">
            <a:solidFill>
              <a:srgbClr val="00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zh-CN" altLang="en-US" sz="3200" b="1">
                <a:ea typeface="楷体_GB2312" pitchFamily="49" charset="-122"/>
              </a:rPr>
              <a:t>人口发展方程</a:t>
            </a:r>
            <a:r>
              <a:rPr lang="zh-CN" altLang="en-US" sz="3200" b="1">
                <a:solidFill>
                  <a:srgbClr val="FF3300"/>
                </a:solidFill>
                <a:ea typeface="楷体_GB2312" pitchFamily="49" charset="-122"/>
              </a:rPr>
              <a:t>简介</a:t>
            </a:r>
            <a:endParaRPr lang="zh-CN" altLang="en-US" sz="3200">
              <a:solidFill>
                <a:srgbClr val="FF3300"/>
              </a:solidFill>
              <a:ea typeface="楷体_GB2312" pitchFamily="49" charset="-122"/>
            </a:endParaRPr>
          </a:p>
        </p:txBody>
      </p:sp>
      <p:sp>
        <p:nvSpPr>
          <p:cNvPr id="126985" name="Text Box 9">
            <a:extLst>
              <a:ext uri="{FF2B5EF4-FFF2-40B4-BE49-F238E27FC236}">
                <a16:creationId xmlns:a16="http://schemas.microsoft.com/office/drawing/2014/main" id="{141A3E6F-3226-4732-9DF3-305437E03251}"/>
              </a:ext>
            </a:extLst>
          </p:cNvPr>
          <p:cNvSpPr txBox="1">
            <a:spLocks noChangeArrowheads="1"/>
          </p:cNvSpPr>
          <p:nvPr/>
        </p:nvSpPr>
        <p:spPr bwMode="auto">
          <a:xfrm>
            <a:off x="1692275" y="2619375"/>
            <a:ext cx="5689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t>F</a:t>
            </a:r>
            <a:r>
              <a:rPr lang="en-US" altLang="zh-CN" sz="2800" b="1"/>
              <a:t>(</a:t>
            </a:r>
            <a:r>
              <a:rPr lang="en-US" altLang="zh-CN" sz="2800" b="1" i="1"/>
              <a:t>r,t</a:t>
            </a:r>
            <a:r>
              <a:rPr lang="en-US" altLang="zh-CN" sz="2800" b="1"/>
              <a:t>)~</a:t>
            </a:r>
            <a:r>
              <a:rPr lang="zh-CN" altLang="en-US" sz="2800" b="1"/>
              <a:t>人口分布函数 </a:t>
            </a:r>
            <a:r>
              <a:rPr lang="en-US" altLang="zh-CN" sz="2800" b="1"/>
              <a:t>(</a:t>
            </a:r>
            <a:r>
              <a:rPr lang="zh-CN" altLang="en-US" sz="2800" b="1"/>
              <a:t>年龄</a:t>
            </a:r>
            <a:r>
              <a:rPr lang="en-US" altLang="zh-CN" sz="2800" b="1"/>
              <a:t>&lt;</a:t>
            </a:r>
            <a:r>
              <a:rPr lang="en-US" altLang="zh-CN" sz="2800" b="1" i="1"/>
              <a:t>r</a:t>
            </a:r>
            <a:r>
              <a:rPr lang="zh-CN" altLang="en-US" sz="2800" b="1"/>
              <a:t>的人口</a:t>
            </a:r>
            <a:r>
              <a:rPr lang="en-US" altLang="zh-CN" sz="2800" b="1"/>
              <a:t>)</a:t>
            </a:r>
          </a:p>
        </p:txBody>
      </p:sp>
      <p:sp>
        <p:nvSpPr>
          <p:cNvPr id="126986" name="Text Box 10">
            <a:extLst>
              <a:ext uri="{FF2B5EF4-FFF2-40B4-BE49-F238E27FC236}">
                <a16:creationId xmlns:a16="http://schemas.microsoft.com/office/drawing/2014/main" id="{8547F2D6-D7F3-4B2D-BF42-DF3421E6D9C9}"/>
              </a:ext>
            </a:extLst>
          </p:cNvPr>
          <p:cNvSpPr txBox="1">
            <a:spLocks noChangeArrowheads="1"/>
          </p:cNvSpPr>
          <p:nvPr/>
        </p:nvSpPr>
        <p:spPr bwMode="auto">
          <a:xfrm>
            <a:off x="1692275" y="3971925"/>
            <a:ext cx="35290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t>p</a:t>
            </a:r>
            <a:r>
              <a:rPr lang="en-US" altLang="zh-CN" sz="2800" b="1"/>
              <a:t>(</a:t>
            </a:r>
            <a:r>
              <a:rPr lang="en-US" altLang="zh-CN" sz="2800" b="1" i="1"/>
              <a:t>r,t</a:t>
            </a:r>
            <a:r>
              <a:rPr lang="en-US" altLang="zh-CN" sz="2800" b="1"/>
              <a:t>)~</a:t>
            </a:r>
            <a:r>
              <a:rPr lang="zh-CN" altLang="en-US" sz="2800" b="1"/>
              <a:t>人口密度函数</a:t>
            </a:r>
          </a:p>
        </p:txBody>
      </p:sp>
      <p:sp>
        <p:nvSpPr>
          <p:cNvPr id="126987" name="Text Box 11">
            <a:extLst>
              <a:ext uri="{FF2B5EF4-FFF2-40B4-BE49-F238E27FC236}">
                <a16:creationId xmlns:a16="http://schemas.microsoft.com/office/drawing/2014/main" id="{8D56BBE0-ECEF-4169-A820-82B15B9480F1}"/>
              </a:ext>
            </a:extLst>
          </p:cNvPr>
          <p:cNvSpPr txBox="1">
            <a:spLocks noChangeArrowheads="1"/>
          </p:cNvSpPr>
          <p:nvPr/>
        </p:nvSpPr>
        <p:spPr bwMode="auto">
          <a:xfrm>
            <a:off x="5076825" y="3267075"/>
            <a:ext cx="24479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t>N</a:t>
            </a:r>
            <a:r>
              <a:rPr lang="en-US" altLang="zh-CN" sz="2800" b="1"/>
              <a:t>(</a:t>
            </a:r>
            <a:r>
              <a:rPr lang="en-US" altLang="zh-CN" sz="2800" b="1" i="1"/>
              <a:t>t</a:t>
            </a:r>
            <a:r>
              <a:rPr lang="en-US" altLang="zh-CN" sz="2800" b="1"/>
              <a:t>)~</a:t>
            </a:r>
            <a:r>
              <a:rPr lang="zh-CN" altLang="en-US" sz="2800" b="1"/>
              <a:t>人口总数</a:t>
            </a:r>
          </a:p>
        </p:txBody>
      </p:sp>
      <p:sp>
        <p:nvSpPr>
          <p:cNvPr id="126988" name="Text Box 12">
            <a:extLst>
              <a:ext uri="{FF2B5EF4-FFF2-40B4-BE49-F238E27FC236}">
                <a16:creationId xmlns:a16="http://schemas.microsoft.com/office/drawing/2014/main" id="{68799474-0F39-4AB5-ABD2-2EE939A6E031}"/>
              </a:ext>
            </a:extLst>
          </p:cNvPr>
          <p:cNvSpPr txBox="1">
            <a:spLocks noChangeArrowheads="1"/>
          </p:cNvSpPr>
          <p:nvPr/>
        </p:nvSpPr>
        <p:spPr bwMode="auto">
          <a:xfrm>
            <a:off x="1692275" y="3267075"/>
            <a:ext cx="32400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t>r</a:t>
            </a:r>
            <a:r>
              <a:rPr lang="en-US" altLang="zh-CN" sz="2800" b="1" i="1" baseline="-25000"/>
              <a:t>m</a:t>
            </a:r>
            <a:r>
              <a:rPr lang="en-US" altLang="zh-CN" sz="2800" b="1"/>
              <a:t>(</a:t>
            </a:r>
            <a:r>
              <a:rPr lang="en-US" altLang="zh-CN" sz="2800" b="1">
                <a:sym typeface="Symbol" panose="05050102010706020507" pitchFamily="18" charset="2"/>
              </a:rPr>
              <a:t>)</a:t>
            </a:r>
            <a:r>
              <a:rPr lang="en-US" altLang="zh-CN" sz="2800" b="1"/>
              <a:t>~ </a:t>
            </a:r>
            <a:r>
              <a:rPr lang="zh-CN" altLang="en-US" sz="2800" b="1"/>
              <a:t>最高年龄</a:t>
            </a:r>
          </a:p>
        </p:txBody>
      </p:sp>
      <p:graphicFrame>
        <p:nvGraphicFramePr>
          <p:cNvPr id="126989" name="Object 13">
            <a:extLst>
              <a:ext uri="{FF2B5EF4-FFF2-40B4-BE49-F238E27FC236}">
                <a16:creationId xmlns:a16="http://schemas.microsoft.com/office/drawing/2014/main" id="{94201504-B9E9-4934-B961-DCD003EBA8BE}"/>
              </a:ext>
            </a:extLst>
          </p:cNvPr>
          <p:cNvGraphicFramePr>
            <a:graphicFrameLocks noChangeAspect="1"/>
          </p:cNvGraphicFramePr>
          <p:nvPr/>
        </p:nvGraphicFramePr>
        <p:xfrm>
          <a:off x="5072063" y="5487988"/>
          <a:ext cx="2822575" cy="601662"/>
        </p:xfrm>
        <a:graphic>
          <a:graphicData uri="http://schemas.openxmlformats.org/presentationml/2006/ole">
            <mc:AlternateContent xmlns:mc="http://schemas.openxmlformats.org/markup-compatibility/2006">
              <mc:Choice xmlns:v="urn:schemas-microsoft-com:vml" Requires="v">
                <p:oleObj spid="_x0000_s15382" name="Equation" r:id="rId7" imgW="1257300" imgH="330200" progId="Equation.DSMT4">
                  <p:embed/>
                </p:oleObj>
              </mc:Choice>
              <mc:Fallback>
                <p:oleObj name="Equation" r:id="rId7" imgW="1257300" imgH="330200" progId="Equation.DSMT4">
                  <p:embed/>
                  <p:pic>
                    <p:nvPicPr>
                      <p:cNvPr id="0" name="Object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72063" y="5487988"/>
                        <a:ext cx="2822575" cy="601662"/>
                      </a:xfrm>
                      <a:prstGeom prst="rect">
                        <a:avLst/>
                      </a:prstGeom>
                      <a:noFill/>
                      <a:ln>
                        <a:noFill/>
                      </a:ln>
                      <a:effectLst/>
                      <a:extLst>
                        <a:ext uri="{909E8E84-426E-40DD-AFC4-6F175D3DCCD1}">
                          <a14:hiddenFill xmlns:a14="http://schemas.microsoft.com/office/drawing/2010/main">
                            <a:solidFill>
                              <a:srgbClr val="00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26981"/>
                                        </p:tgtEl>
                                        <p:attrNameLst>
                                          <p:attrName>style.visibility</p:attrName>
                                        </p:attrNameLst>
                                      </p:cBhvr>
                                      <p:to>
                                        <p:strVal val="visible"/>
                                      </p:to>
                                    </p:set>
                                    <p:animEffect transition="in" filter="checkerboard(across)">
                                      <p:cBhvr>
                                        <p:cTn id="7" dur="1000"/>
                                        <p:tgtEl>
                                          <p:spTgt spid="12698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26982"/>
                                        </p:tgtEl>
                                        <p:attrNameLst>
                                          <p:attrName>style.visibility</p:attrName>
                                        </p:attrNameLst>
                                      </p:cBhvr>
                                      <p:to>
                                        <p:strVal val="visible"/>
                                      </p:to>
                                    </p:set>
                                    <p:animEffect transition="in" filter="checkerboard(across)">
                                      <p:cBhvr>
                                        <p:cTn id="12" dur="1000"/>
                                        <p:tgtEl>
                                          <p:spTgt spid="12698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100359"/>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126985"/>
                                        </p:tgtEl>
                                        <p:attrNameLst>
                                          <p:attrName>style.visibility</p:attrName>
                                        </p:attrNameLst>
                                      </p:cBhvr>
                                      <p:to>
                                        <p:strVal val="visible"/>
                                      </p:to>
                                    </p:set>
                                    <p:animEffect transition="in" filter="wipe(down)">
                                      <p:cBhvr>
                                        <p:cTn id="21" dur="1000"/>
                                        <p:tgtEl>
                                          <p:spTgt spid="126985"/>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126988"/>
                                        </p:tgtEl>
                                        <p:attrNameLst>
                                          <p:attrName>style.visibility</p:attrName>
                                        </p:attrNameLst>
                                      </p:cBhvr>
                                      <p:to>
                                        <p:strVal val="visible"/>
                                      </p:to>
                                    </p:set>
                                    <p:animEffect transition="in" filter="wipe(down)">
                                      <p:cBhvr>
                                        <p:cTn id="26" dur="1000"/>
                                        <p:tgtEl>
                                          <p:spTgt spid="126988"/>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4" fill="hold" grpId="0" nodeType="clickEffect">
                                  <p:stCondLst>
                                    <p:cond delay="0"/>
                                  </p:stCondLst>
                                  <p:childTnLst>
                                    <p:set>
                                      <p:cBhvr>
                                        <p:cTn id="30" dur="1" fill="hold">
                                          <p:stCondLst>
                                            <p:cond delay="0"/>
                                          </p:stCondLst>
                                        </p:cTn>
                                        <p:tgtEl>
                                          <p:spTgt spid="126987"/>
                                        </p:tgtEl>
                                        <p:attrNameLst>
                                          <p:attrName>style.visibility</p:attrName>
                                        </p:attrNameLst>
                                      </p:cBhvr>
                                      <p:to>
                                        <p:strVal val="visible"/>
                                      </p:to>
                                    </p:set>
                                    <p:animEffect transition="in" filter="wipe(down)">
                                      <p:cBhvr>
                                        <p:cTn id="31" dur="1000"/>
                                        <p:tgtEl>
                                          <p:spTgt spid="126987"/>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4" fill="hold" grpId="0" nodeType="clickEffect">
                                  <p:stCondLst>
                                    <p:cond delay="0"/>
                                  </p:stCondLst>
                                  <p:childTnLst>
                                    <p:set>
                                      <p:cBhvr>
                                        <p:cTn id="35" dur="1" fill="hold">
                                          <p:stCondLst>
                                            <p:cond delay="0"/>
                                          </p:stCondLst>
                                        </p:cTn>
                                        <p:tgtEl>
                                          <p:spTgt spid="126986"/>
                                        </p:tgtEl>
                                        <p:attrNameLst>
                                          <p:attrName>style.visibility</p:attrName>
                                        </p:attrNameLst>
                                      </p:cBhvr>
                                      <p:to>
                                        <p:strVal val="visible"/>
                                      </p:to>
                                    </p:set>
                                    <p:animEffect transition="in" filter="wipe(down)">
                                      <p:cBhvr>
                                        <p:cTn id="36" dur="1000"/>
                                        <p:tgtEl>
                                          <p:spTgt spid="126986"/>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3" presetClass="entr" presetSubtype="10" fill="hold" nodeType="clickEffect">
                                  <p:stCondLst>
                                    <p:cond delay="0"/>
                                  </p:stCondLst>
                                  <p:childTnLst>
                                    <p:set>
                                      <p:cBhvr>
                                        <p:cTn id="40" dur="1" fill="hold">
                                          <p:stCondLst>
                                            <p:cond delay="0"/>
                                          </p:stCondLst>
                                        </p:cTn>
                                        <p:tgtEl>
                                          <p:spTgt spid="126979"/>
                                        </p:tgtEl>
                                        <p:attrNameLst>
                                          <p:attrName>style.visibility</p:attrName>
                                        </p:attrNameLst>
                                      </p:cBhvr>
                                      <p:to>
                                        <p:strVal val="visible"/>
                                      </p:to>
                                    </p:set>
                                    <p:animEffect transition="in" filter="blinds(horizontal)">
                                      <p:cBhvr>
                                        <p:cTn id="41" dur="1000"/>
                                        <p:tgtEl>
                                          <p:spTgt spid="126979"/>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4" presetClass="entr" presetSubtype="32" fill="hold" nodeType="clickEffect">
                                  <p:stCondLst>
                                    <p:cond delay="0"/>
                                  </p:stCondLst>
                                  <p:childTnLst>
                                    <p:set>
                                      <p:cBhvr>
                                        <p:cTn id="45" dur="1" fill="hold">
                                          <p:stCondLst>
                                            <p:cond delay="0"/>
                                          </p:stCondLst>
                                        </p:cTn>
                                        <p:tgtEl>
                                          <p:spTgt spid="126980"/>
                                        </p:tgtEl>
                                        <p:attrNameLst>
                                          <p:attrName>style.visibility</p:attrName>
                                        </p:attrNameLst>
                                      </p:cBhvr>
                                      <p:to>
                                        <p:strVal val="visible"/>
                                      </p:to>
                                    </p:set>
                                    <p:animEffect transition="in" filter="box(out)">
                                      <p:cBhvr>
                                        <p:cTn id="46" dur="1000"/>
                                        <p:tgtEl>
                                          <p:spTgt spid="126980"/>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16" presetClass="entr" presetSubtype="42" fill="hold" nodeType="clickEffect">
                                  <p:stCondLst>
                                    <p:cond delay="0"/>
                                  </p:stCondLst>
                                  <p:childTnLst>
                                    <p:set>
                                      <p:cBhvr>
                                        <p:cTn id="50" dur="1" fill="hold">
                                          <p:stCondLst>
                                            <p:cond delay="0"/>
                                          </p:stCondLst>
                                        </p:cTn>
                                        <p:tgtEl>
                                          <p:spTgt spid="126989"/>
                                        </p:tgtEl>
                                        <p:attrNameLst>
                                          <p:attrName>style.visibility</p:attrName>
                                        </p:attrNameLst>
                                      </p:cBhvr>
                                      <p:to>
                                        <p:strVal val="visible"/>
                                      </p:to>
                                    </p:set>
                                    <p:animEffect transition="in" filter="barn(outHorizontal)">
                                      <p:cBhvr>
                                        <p:cTn id="51" dur="1000"/>
                                        <p:tgtEl>
                                          <p:spTgt spid="1269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981" grpId="0" animBg="1" autoUpdateAnimBg="0"/>
      <p:bldP spid="126982" grpId="0" animBg="1" autoUpdateAnimBg="0"/>
      <p:bldP spid="100359" grpId="0" animBg="1" autoUpdateAnimBg="0"/>
      <p:bldP spid="126985" grpId="0"/>
      <p:bldP spid="126986" grpId="0"/>
      <p:bldP spid="126987" grpId="0"/>
      <p:bldP spid="126988" grpId="0"/>
    </p:bldLst>
  </p:timing>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88066" name="Object 2">
            <a:extLst>
              <a:ext uri="{FF2B5EF4-FFF2-40B4-BE49-F238E27FC236}">
                <a16:creationId xmlns:a16="http://schemas.microsoft.com/office/drawing/2014/main" id="{F06B1121-CD33-4DC9-9DA3-C5C5B02F4263}"/>
              </a:ext>
            </a:extLst>
          </p:cNvPr>
          <p:cNvGraphicFramePr>
            <a:graphicFrameLocks noChangeAspect="1"/>
          </p:cNvGraphicFramePr>
          <p:nvPr/>
        </p:nvGraphicFramePr>
        <p:xfrm>
          <a:off x="1066800" y="5214938"/>
          <a:ext cx="4724400" cy="1033462"/>
        </p:xfrm>
        <a:graphic>
          <a:graphicData uri="http://schemas.openxmlformats.org/presentationml/2006/ole">
            <mc:AlternateContent xmlns:mc="http://schemas.openxmlformats.org/markup-compatibility/2006">
              <mc:Choice xmlns:v="urn:schemas-microsoft-com:vml" Requires="v">
                <p:oleObj spid="_x0000_s16430" name="公式" r:id="rId3" imgW="1892300" imgH="469900" progId="Equation.3">
                  <p:embed/>
                </p:oleObj>
              </mc:Choice>
              <mc:Fallback>
                <p:oleObj name="公式" r:id="rId3" imgW="1892300" imgH="4699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6800" y="5214938"/>
                        <a:ext cx="4724400" cy="1033462"/>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8067" name="Object 3">
            <a:extLst>
              <a:ext uri="{FF2B5EF4-FFF2-40B4-BE49-F238E27FC236}">
                <a16:creationId xmlns:a16="http://schemas.microsoft.com/office/drawing/2014/main" id="{F9D1B844-0EB9-4EC0-B878-89EE6C91D5EB}"/>
              </a:ext>
            </a:extLst>
          </p:cNvPr>
          <p:cNvGraphicFramePr>
            <a:graphicFrameLocks noChangeAspect="1"/>
          </p:cNvGraphicFramePr>
          <p:nvPr/>
        </p:nvGraphicFramePr>
        <p:xfrm>
          <a:off x="1041400" y="3770313"/>
          <a:ext cx="7059613" cy="1108075"/>
        </p:xfrm>
        <a:graphic>
          <a:graphicData uri="http://schemas.openxmlformats.org/presentationml/2006/ole">
            <mc:AlternateContent xmlns:mc="http://schemas.openxmlformats.org/markup-compatibility/2006">
              <mc:Choice xmlns:v="urn:schemas-microsoft-com:vml" Requires="v">
                <p:oleObj spid="_x0000_s16431" name="Equation" r:id="rId5" imgW="3225800" imgH="457200" progId="Equation.DSMT4">
                  <p:embed/>
                </p:oleObj>
              </mc:Choice>
              <mc:Fallback>
                <p:oleObj name="Equation" r:id="rId5" imgW="3225800" imgH="457200"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41400" y="3770313"/>
                        <a:ext cx="7059613" cy="1108075"/>
                      </a:xfrm>
                      <a:prstGeom prst="rect">
                        <a:avLst/>
                      </a:prstGeom>
                      <a:noFill/>
                      <a:ln>
                        <a:noFill/>
                      </a:ln>
                      <a:effectLst/>
                      <a:extLst>
                        <a:ext uri="{909E8E84-426E-40DD-AFC4-6F175D3DCCD1}">
                          <a14:hiddenFill xmlns:a14="http://schemas.microsoft.com/office/drawing/2010/main">
                            <a:solidFill>
                              <a:srgbClr val="00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388" name="Text Box 5">
            <a:extLst>
              <a:ext uri="{FF2B5EF4-FFF2-40B4-BE49-F238E27FC236}">
                <a16:creationId xmlns:a16="http://schemas.microsoft.com/office/drawing/2014/main" id="{F7B5839D-7295-4691-A115-E7E0111EBF0A}"/>
              </a:ext>
            </a:extLst>
          </p:cNvPr>
          <p:cNvSpPr txBox="1">
            <a:spLocks noChangeArrowheads="1"/>
          </p:cNvSpPr>
          <p:nvPr/>
        </p:nvSpPr>
        <p:spPr bwMode="auto">
          <a:xfrm>
            <a:off x="304800" y="490538"/>
            <a:ext cx="2743200" cy="676275"/>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zh-CN" altLang="en-US" sz="3200" b="1">
                <a:ea typeface="楷体_GB2312" pitchFamily="49" charset="-122"/>
              </a:rPr>
              <a:t>人口发展方程</a:t>
            </a:r>
          </a:p>
        </p:txBody>
      </p:sp>
      <p:graphicFrame>
        <p:nvGraphicFramePr>
          <p:cNvPr id="88068" name="Object 4">
            <a:extLst>
              <a:ext uri="{FF2B5EF4-FFF2-40B4-BE49-F238E27FC236}">
                <a16:creationId xmlns:a16="http://schemas.microsoft.com/office/drawing/2014/main" id="{682BB957-A8FE-41B0-ACE1-4C73867D2113}"/>
              </a:ext>
            </a:extLst>
          </p:cNvPr>
          <p:cNvGraphicFramePr>
            <a:graphicFrameLocks noChangeAspect="1"/>
          </p:cNvGraphicFramePr>
          <p:nvPr/>
        </p:nvGraphicFramePr>
        <p:xfrm>
          <a:off x="3962400" y="603250"/>
          <a:ext cx="2590800" cy="539750"/>
        </p:xfrm>
        <a:graphic>
          <a:graphicData uri="http://schemas.openxmlformats.org/presentationml/2006/ole">
            <mc:AlternateContent xmlns:mc="http://schemas.openxmlformats.org/markup-compatibility/2006">
              <mc:Choice xmlns:v="urn:schemas-microsoft-com:vml" Requires="v">
                <p:oleObj spid="_x0000_s16432" name="公式" r:id="rId7" imgW="1269449" imgH="266584" progId="Equation.3">
                  <p:embed/>
                </p:oleObj>
              </mc:Choice>
              <mc:Fallback>
                <p:oleObj name="公式" r:id="rId7" imgW="1269449" imgH="266584"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62400" y="603250"/>
                        <a:ext cx="2590800" cy="5397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22">
            <a:extLst>
              <a:ext uri="{FF2B5EF4-FFF2-40B4-BE49-F238E27FC236}">
                <a16:creationId xmlns:a16="http://schemas.microsoft.com/office/drawing/2014/main" id="{FC450D8F-C3ED-4C8D-B627-14262A5024E7}"/>
              </a:ext>
            </a:extLst>
          </p:cNvPr>
          <p:cNvGrpSpPr>
            <a:grpSpLocks/>
          </p:cNvGrpSpPr>
          <p:nvPr/>
        </p:nvGrpSpPr>
        <p:grpSpPr bwMode="auto">
          <a:xfrm>
            <a:off x="381000" y="2395538"/>
            <a:ext cx="1828800" cy="914400"/>
            <a:chOff x="240" y="1344"/>
            <a:chExt cx="1152" cy="576"/>
          </a:xfrm>
        </p:grpSpPr>
        <p:graphicFrame>
          <p:nvGraphicFramePr>
            <p:cNvPr id="16407" name="Object 11">
              <a:extLst>
                <a:ext uri="{FF2B5EF4-FFF2-40B4-BE49-F238E27FC236}">
                  <a16:creationId xmlns:a16="http://schemas.microsoft.com/office/drawing/2014/main" id="{79CA7CE6-1214-4110-843F-F51A1DE3E57E}"/>
                </a:ext>
              </a:extLst>
            </p:cNvPr>
            <p:cNvGraphicFramePr>
              <a:graphicFrameLocks noChangeAspect="1"/>
            </p:cNvGraphicFramePr>
            <p:nvPr/>
          </p:nvGraphicFramePr>
          <p:xfrm>
            <a:off x="240" y="1524"/>
            <a:ext cx="1152" cy="396"/>
          </p:xfrm>
          <a:graphic>
            <a:graphicData uri="http://schemas.openxmlformats.org/presentationml/2006/ole">
              <mc:AlternateContent xmlns:mc="http://schemas.openxmlformats.org/markup-compatibility/2006">
                <mc:Choice xmlns:v="urn:schemas-microsoft-com:vml" Requires="v">
                  <p:oleObj spid="_x0000_s16433" name="Equation" r:id="rId9" imgW="571252" imgH="203112" progId="Equation.DSMT4">
                    <p:embed/>
                  </p:oleObj>
                </mc:Choice>
                <mc:Fallback>
                  <p:oleObj name="Equation" r:id="rId9" imgW="571252" imgH="203112" progId="Equation.DSMT4">
                    <p:embed/>
                    <p:pic>
                      <p:nvPicPr>
                        <p:cNvPr id="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40" y="1524"/>
                          <a:ext cx="1152" cy="396"/>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408" name="AutoShape 8">
              <a:extLst>
                <a:ext uri="{FF2B5EF4-FFF2-40B4-BE49-F238E27FC236}">
                  <a16:creationId xmlns:a16="http://schemas.microsoft.com/office/drawing/2014/main" id="{9B4297EC-DEDE-4B3A-8901-3F52420EF842}"/>
                </a:ext>
              </a:extLst>
            </p:cNvPr>
            <p:cNvSpPr>
              <a:spLocks noChangeArrowheads="1"/>
            </p:cNvSpPr>
            <p:nvPr/>
          </p:nvSpPr>
          <p:spPr bwMode="auto">
            <a:xfrm>
              <a:off x="576" y="1344"/>
              <a:ext cx="306" cy="144"/>
            </a:xfrm>
            <a:prstGeom prst="downArrow">
              <a:avLst>
                <a:gd name="adj1" fmla="val 50000"/>
                <a:gd name="adj2" fmla="val 25000"/>
              </a:avLst>
            </a:prstGeom>
            <a:solidFill>
              <a:srgbClr val="FFFF00"/>
            </a:solidFill>
            <a:ln w="9525">
              <a:solidFill>
                <a:schemeClr val="tx1"/>
              </a:solidFill>
              <a:miter lim="800000"/>
              <a:headEnd/>
              <a:tailEnd/>
            </a:ln>
          </p:spPr>
          <p:txBody>
            <a:bodyPr vert="eaVert"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aphicFrame>
        <p:nvGraphicFramePr>
          <p:cNvPr id="88069" name="Object 5">
            <a:extLst>
              <a:ext uri="{FF2B5EF4-FFF2-40B4-BE49-F238E27FC236}">
                <a16:creationId xmlns:a16="http://schemas.microsoft.com/office/drawing/2014/main" id="{D9727856-B8BD-47B1-B926-271DC7634F6C}"/>
              </a:ext>
            </a:extLst>
          </p:cNvPr>
          <p:cNvGraphicFramePr>
            <a:graphicFrameLocks noChangeAspect="1"/>
          </p:cNvGraphicFramePr>
          <p:nvPr/>
        </p:nvGraphicFramePr>
        <p:xfrm>
          <a:off x="304800" y="1368425"/>
          <a:ext cx="1752600" cy="1006475"/>
        </p:xfrm>
        <a:graphic>
          <a:graphicData uri="http://schemas.openxmlformats.org/presentationml/2006/ole">
            <mc:AlternateContent xmlns:mc="http://schemas.openxmlformats.org/markup-compatibility/2006">
              <mc:Choice xmlns:v="urn:schemas-microsoft-com:vml" Requires="v">
                <p:oleObj spid="_x0000_s16434" name="Equation" r:id="rId11" imgW="685800" imgH="457200" progId="Equation.DSMT4">
                  <p:embed/>
                </p:oleObj>
              </mc:Choice>
              <mc:Fallback>
                <p:oleObj name="Equation" r:id="rId11" imgW="685800" imgH="457200" progId="Equation.DSMT4">
                  <p:embed/>
                  <p:pic>
                    <p:nvPicPr>
                      <p:cNvPr id="0" name="Object 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04800" y="1368425"/>
                        <a:ext cx="1752600" cy="1006475"/>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8070" name="Object 6">
            <a:extLst>
              <a:ext uri="{FF2B5EF4-FFF2-40B4-BE49-F238E27FC236}">
                <a16:creationId xmlns:a16="http://schemas.microsoft.com/office/drawing/2014/main" id="{E056930A-3280-473C-99EC-5EA4FF41149A}"/>
              </a:ext>
            </a:extLst>
          </p:cNvPr>
          <p:cNvGraphicFramePr>
            <a:graphicFrameLocks noChangeAspect="1"/>
          </p:cNvGraphicFramePr>
          <p:nvPr/>
        </p:nvGraphicFramePr>
        <p:xfrm>
          <a:off x="6945313" y="1430338"/>
          <a:ext cx="1470025" cy="795337"/>
        </p:xfrm>
        <a:graphic>
          <a:graphicData uri="http://schemas.openxmlformats.org/presentationml/2006/ole">
            <mc:AlternateContent xmlns:mc="http://schemas.openxmlformats.org/markup-compatibility/2006">
              <mc:Choice xmlns:v="urn:schemas-microsoft-com:vml" Requires="v">
                <p:oleObj spid="_x0000_s16435" name="Equation" r:id="rId13" imgW="685800" imgH="431640" progId="Equation.DSMT4">
                  <p:embed/>
                </p:oleObj>
              </mc:Choice>
              <mc:Fallback>
                <p:oleObj name="Equation" r:id="rId13" imgW="685800" imgH="431640" progId="Equation.DSMT4">
                  <p:embed/>
                  <p:pic>
                    <p:nvPicPr>
                      <p:cNvPr id="0" name="Object 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945313" y="1430338"/>
                        <a:ext cx="1470025" cy="795337"/>
                      </a:xfrm>
                      <a:prstGeom prst="rect">
                        <a:avLst/>
                      </a:prstGeom>
                      <a:solidFill>
                        <a:srgbClr val="99FF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 name="Group 25">
            <a:extLst>
              <a:ext uri="{FF2B5EF4-FFF2-40B4-BE49-F238E27FC236}">
                <a16:creationId xmlns:a16="http://schemas.microsoft.com/office/drawing/2014/main" id="{A17E5AD4-AE4D-4A42-A57F-BF3FDD9CEF11}"/>
              </a:ext>
            </a:extLst>
          </p:cNvPr>
          <p:cNvGrpSpPr>
            <a:grpSpLocks/>
          </p:cNvGrpSpPr>
          <p:nvPr/>
        </p:nvGrpSpPr>
        <p:grpSpPr bwMode="auto">
          <a:xfrm>
            <a:off x="2209800" y="1385888"/>
            <a:ext cx="3260725" cy="958850"/>
            <a:chOff x="1392" y="708"/>
            <a:chExt cx="2054" cy="604"/>
          </a:xfrm>
        </p:grpSpPr>
        <p:graphicFrame>
          <p:nvGraphicFramePr>
            <p:cNvPr id="16405" name="Object 10">
              <a:extLst>
                <a:ext uri="{FF2B5EF4-FFF2-40B4-BE49-F238E27FC236}">
                  <a16:creationId xmlns:a16="http://schemas.microsoft.com/office/drawing/2014/main" id="{2DD81F06-4D34-40BA-B990-849D361F8CAF}"/>
                </a:ext>
              </a:extLst>
            </p:cNvPr>
            <p:cNvGraphicFramePr>
              <a:graphicFrameLocks noChangeAspect="1"/>
            </p:cNvGraphicFramePr>
            <p:nvPr/>
          </p:nvGraphicFramePr>
          <p:xfrm>
            <a:off x="1690" y="708"/>
            <a:ext cx="1756" cy="604"/>
          </p:xfrm>
          <a:graphic>
            <a:graphicData uri="http://schemas.openxmlformats.org/presentationml/2006/ole">
              <mc:AlternateContent xmlns:mc="http://schemas.openxmlformats.org/markup-compatibility/2006">
                <mc:Choice xmlns:v="urn:schemas-microsoft-com:vml" Requires="v">
                  <p:oleObj spid="_x0000_s16436" name="Equation" r:id="rId15" imgW="1155700" imgH="457200" progId="Equation.DSMT4">
                    <p:embed/>
                  </p:oleObj>
                </mc:Choice>
                <mc:Fallback>
                  <p:oleObj name="Equation" r:id="rId15" imgW="1155700" imgH="457200" progId="Equation.DSMT4">
                    <p:embed/>
                    <p:pic>
                      <p:nvPicPr>
                        <p:cNvPr id="0" name="Object 1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690" y="708"/>
                          <a:ext cx="1756" cy="604"/>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406" name="Line 15">
              <a:extLst>
                <a:ext uri="{FF2B5EF4-FFF2-40B4-BE49-F238E27FC236}">
                  <a16:creationId xmlns:a16="http://schemas.microsoft.com/office/drawing/2014/main" id="{B0CF9178-236E-4DD6-A708-6D348FFC4B29}"/>
                </a:ext>
              </a:extLst>
            </p:cNvPr>
            <p:cNvSpPr>
              <a:spLocks noChangeShapeType="1"/>
            </p:cNvSpPr>
            <p:nvPr/>
          </p:nvSpPr>
          <p:spPr bwMode="auto">
            <a:xfrm>
              <a:off x="1392" y="1008"/>
              <a:ext cx="19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4" name="Group 26">
            <a:extLst>
              <a:ext uri="{FF2B5EF4-FFF2-40B4-BE49-F238E27FC236}">
                <a16:creationId xmlns:a16="http://schemas.microsoft.com/office/drawing/2014/main" id="{D9DF17DE-E4C3-4557-A89E-EA72DE81259F}"/>
              </a:ext>
            </a:extLst>
          </p:cNvPr>
          <p:cNvGrpSpPr>
            <a:grpSpLocks/>
          </p:cNvGrpSpPr>
          <p:nvPr/>
        </p:nvGrpSpPr>
        <p:grpSpPr bwMode="auto">
          <a:xfrm>
            <a:off x="5562600" y="1709738"/>
            <a:ext cx="1023938" cy="742950"/>
            <a:chOff x="3504" y="912"/>
            <a:chExt cx="645" cy="468"/>
          </a:xfrm>
        </p:grpSpPr>
        <p:sp>
          <p:nvSpPr>
            <p:cNvPr id="16402" name="Line 16">
              <a:extLst>
                <a:ext uri="{FF2B5EF4-FFF2-40B4-BE49-F238E27FC236}">
                  <a16:creationId xmlns:a16="http://schemas.microsoft.com/office/drawing/2014/main" id="{55323CCA-18FA-48A0-AC73-6E902D4B4F71}"/>
                </a:ext>
              </a:extLst>
            </p:cNvPr>
            <p:cNvSpPr>
              <a:spLocks noChangeShapeType="1"/>
            </p:cNvSpPr>
            <p:nvPr/>
          </p:nvSpPr>
          <p:spPr bwMode="auto">
            <a:xfrm>
              <a:off x="3504" y="912"/>
              <a:ext cx="62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03" name="Line 17">
              <a:extLst>
                <a:ext uri="{FF2B5EF4-FFF2-40B4-BE49-F238E27FC236}">
                  <a16:creationId xmlns:a16="http://schemas.microsoft.com/office/drawing/2014/main" id="{2D5C90F0-E6DD-43FD-897D-A80632FEBCD4}"/>
                </a:ext>
              </a:extLst>
            </p:cNvPr>
            <p:cNvSpPr>
              <a:spLocks noChangeShapeType="1"/>
            </p:cNvSpPr>
            <p:nvPr/>
          </p:nvSpPr>
          <p:spPr bwMode="auto">
            <a:xfrm>
              <a:off x="3504" y="1056"/>
              <a:ext cx="62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6404" name="Object 9">
              <a:extLst>
                <a:ext uri="{FF2B5EF4-FFF2-40B4-BE49-F238E27FC236}">
                  <a16:creationId xmlns:a16="http://schemas.microsoft.com/office/drawing/2014/main" id="{D9193BE4-52FF-43FF-A0F1-1050D29C472B}"/>
                </a:ext>
              </a:extLst>
            </p:cNvPr>
            <p:cNvGraphicFramePr>
              <a:graphicFrameLocks noChangeAspect="1"/>
            </p:cNvGraphicFramePr>
            <p:nvPr/>
          </p:nvGraphicFramePr>
          <p:xfrm>
            <a:off x="3531" y="1118"/>
            <a:ext cx="618" cy="262"/>
          </p:xfrm>
          <a:graphic>
            <a:graphicData uri="http://schemas.openxmlformats.org/presentationml/2006/ole">
              <mc:AlternateContent xmlns:mc="http://schemas.openxmlformats.org/markup-compatibility/2006">
                <mc:Choice xmlns:v="urn:schemas-microsoft-com:vml" Requires="v">
                  <p:oleObj spid="_x0000_s16437" name="Equation" r:id="rId17" imgW="469900" imgH="228600" progId="Equation.DSMT4">
                    <p:embed/>
                  </p:oleObj>
                </mc:Choice>
                <mc:Fallback>
                  <p:oleObj name="Equation" r:id="rId17" imgW="469900" imgH="228600" progId="Equation.DSMT4">
                    <p:embed/>
                    <p:pic>
                      <p:nvPicPr>
                        <p:cNvPr id="0" name="Object 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531" y="1118"/>
                          <a:ext cx="618" cy="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60435" name="Text Box 19">
            <a:extLst>
              <a:ext uri="{FF2B5EF4-FFF2-40B4-BE49-F238E27FC236}">
                <a16:creationId xmlns:a16="http://schemas.microsoft.com/office/drawing/2014/main" id="{FCEFCBEA-371C-4EC1-ACF7-5D3145D404C3}"/>
              </a:ext>
            </a:extLst>
          </p:cNvPr>
          <p:cNvSpPr txBox="1">
            <a:spLocks noChangeArrowheads="1"/>
          </p:cNvSpPr>
          <p:nvPr/>
        </p:nvSpPr>
        <p:spPr bwMode="auto">
          <a:xfrm>
            <a:off x="6096000" y="5443538"/>
            <a:ext cx="2895600" cy="519112"/>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一阶偏微分方程</a:t>
            </a:r>
          </a:p>
        </p:txBody>
      </p:sp>
      <p:grpSp>
        <p:nvGrpSpPr>
          <p:cNvPr id="5" name="Group 24">
            <a:extLst>
              <a:ext uri="{FF2B5EF4-FFF2-40B4-BE49-F238E27FC236}">
                <a16:creationId xmlns:a16="http://schemas.microsoft.com/office/drawing/2014/main" id="{4748F374-1F84-4EDB-B072-17C76A315E52}"/>
              </a:ext>
            </a:extLst>
          </p:cNvPr>
          <p:cNvGrpSpPr>
            <a:grpSpLocks/>
          </p:cNvGrpSpPr>
          <p:nvPr/>
        </p:nvGrpSpPr>
        <p:grpSpPr bwMode="auto">
          <a:xfrm>
            <a:off x="5715000" y="2395538"/>
            <a:ext cx="3352800" cy="838200"/>
            <a:chOff x="3600" y="1344"/>
            <a:chExt cx="2112" cy="528"/>
          </a:xfrm>
        </p:grpSpPr>
        <p:sp>
          <p:nvSpPr>
            <p:cNvPr id="16400" name="AutoShape 10">
              <a:extLst>
                <a:ext uri="{FF2B5EF4-FFF2-40B4-BE49-F238E27FC236}">
                  <a16:creationId xmlns:a16="http://schemas.microsoft.com/office/drawing/2014/main" id="{A65774C0-4DC8-4BE5-8946-3D13FB68EFB1}"/>
                </a:ext>
              </a:extLst>
            </p:cNvPr>
            <p:cNvSpPr>
              <a:spLocks noChangeArrowheads="1"/>
            </p:cNvSpPr>
            <p:nvPr/>
          </p:nvSpPr>
          <p:spPr bwMode="auto">
            <a:xfrm>
              <a:off x="4608" y="1344"/>
              <a:ext cx="306" cy="144"/>
            </a:xfrm>
            <a:prstGeom prst="downArrow">
              <a:avLst>
                <a:gd name="adj1" fmla="val 50000"/>
                <a:gd name="adj2" fmla="val 25000"/>
              </a:avLst>
            </a:prstGeom>
            <a:solidFill>
              <a:srgbClr val="99FFCC"/>
            </a:solidFill>
            <a:ln w="9525">
              <a:solidFill>
                <a:schemeClr val="tx1"/>
              </a:solidFill>
              <a:miter lim="800000"/>
              <a:headEnd/>
              <a:tailEnd/>
            </a:ln>
          </p:spPr>
          <p:txBody>
            <a:bodyPr vert="eaVert"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16401" name="Object 8">
              <a:extLst>
                <a:ext uri="{FF2B5EF4-FFF2-40B4-BE49-F238E27FC236}">
                  <a16:creationId xmlns:a16="http://schemas.microsoft.com/office/drawing/2014/main" id="{71BF5787-A35B-4AFA-A5D9-F2351BC06361}"/>
                </a:ext>
              </a:extLst>
            </p:cNvPr>
            <p:cNvGraphicFramePr>
              <a:graphicFrameLocks noChangeAspect="1"/>
            </p:cNvGraphicFramePr>
            <p:nvPr/>
          </p:nvGraphicFramePr>
          <p:xfrm>
            <a:off x="3600" y="1488"/>
            <a:ext cx="2112" cy="384"/>
          </p:xfrm>
          <a:graphic>
            <a:graphicData uri="http://schemas.openxmlformats.org/presentationml/2006/ole">
              <mc:AlternateContent xmlns:mc="http://schemas.openxmlformats.org/markup-compatibility/2006">
                <mc:Choice xmlns:v="urn:schemas-microsoft-com:vml" Requires="v">
                  <p:oleObj spid="_x0000_s16438" name="Equation" r:id="rId19" imgW="1193800" imgH="203200" progId="Equation.DSMT4">
                    <p:embed/>
                  </p:oleObj>
                </mc:Choice>
                <mc:Fallback>
                  <p:oleObj name="Equation" r:id="rId19" imgW="1193800" imgH="203200" progId="Equation.DSMT4">
                    <p:embed/>
                    <p:pic>
                      <p:nvPicPr>
                        <p:cNvPr id="0" name="Object 8"/>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600" y="1488"/>
                          <a:ext cx="2112" cy="384"/>
                        </a:xfrm>
                        <a:prstGeom prst="rect">
                          <a:avLst/>
                        </a:prstGeom>
                        <a:solidFill>
                          <a:srgbClr val="99FF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6" name="Group 23">
            <a:extLst>
              <a:ext uri="{FF2B5EF4-FFF2-40B4-BE49-F238E27FC236}">
                <a16:creationId xmlns:a16="http://schemas.microsoft.com/office/drawing/2014/main" id="{4A751113-AD17-4E55-BD1C-E11B1964F59F}"/>
              </a:ext>
            </a:extLst>
          </p:cNvPr>
          <p:cNvGrpSpPr>
            <a:grpSpLocks/>
          </p:cNvGrpSpPr>
          <p:nvPr/>
        </p:nvGrpSpPr>
        <p:grpSpPr bwMode="auto">
          <a:xfrm>
            <a:off x="2262188" y="2395538"/>
            <a:ext cx="3398837" cy="857250"/>
            <a:chOff x="1425" y="1344"/>
            <a:chExt cx="2141" cy="540"/>
          </a:xfrm>
        </p:grpSpPr>
        <p:sp>
          <p:nvSpPr>
            <p:cNvPr id="16398" name="AutoShape 9">
              <a:extLst>
                <a:ext uri="{FF2B5EF4-FFF2-40B4-BE49-F238E27FC236}">
                  <a16:creationId xmlns:a16="http://schemas.microsoft.com/office/drawing/2014/main" id="{D1F375B9-FAEB-4021-97FE-B19F43BFCADF}"/>
                </a:ext>
              </a:extLst>
            </p:cNvPr>
            <p:cNvSpPr>
              <a:spLocks noChangeArrowheads="1"/>
            </p:cNvSpPr>
            <p:nvPr/>
          </p:nvSpPr>
          <p:spPr bwMode="auto">
            <a:xfrm>
              <a:off x="2208" y="1344"/>
              <a:ext cx="306" cy="144"/>
            </a:xfrm>
            <a:prstGeom prst="downArrow">
              <a:avLst>
                <a:gd name="adj1" fmla="val 50000"/>
                <a:gd name="adj2" fmla="val 25000"/>
              </a:avLst>
            </a:prstGeom>
            <a:solidFill>
              <a:schemeClr val="bg1"/>
            </a:solidFill>
            <a:ln w="9525">
              <a:solidFill>
                <a:schemeClr val="tx1"/>
              </a:solidFill>
              <a:miter lim="800000"/>
              <a:headEnd/>
              <a:tailEnd/>
            </a:ln>
          </p:spPr>
          <p:txBody>
            <a:bodyPr vert="eaVert"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16399" name="Object 7">
              <a:extLst>
                <a:ext uri="{FF2B5EF4-FFF2-40B4-BE49-F238E27FC236}">
                  <a16:creationId xmlns:a16="http://schemas.microsoft.com/office/drawing/2014/main" id="{72F0CB38-62AE-4168-A4AB-E5B2D1680592}"/>
                </a:ext>
              </a:extLst>
            </p:cNvPr>
            <p:cNvGraphicFramePr>
              <a:graphicFrameLocks noChangeAspect="1"/>
            </p:cNvGraphicFramePr>
            <p:nvPr/>
          </p:nvGraphicFramePr>
          <p:xfrm>
            <a:off x="1425" y="1477"/>
            <a:ext cx="2141" cy="407"/>
          </p:xfrm>
          <a:graphic>
            <a:graphicData uri="http://schemas.openxmlformats.org/presentationml/2006/ole">
              <mc:AlternateContent xmlns:mc="http://schemas.openxmlformats.org/markup-compatibility/2006">
                <mc:Choice xmlns:v="urn:schemas-microsoft-com:vml" Requires="v">
                  <p:oleObj spid="_x0000_s16439" name="Equation" r:id="rId21" imgW="1219200" imgH="228600" progId="Equation.DSMT4">
                    <p:embed/>
                  </p:oleObj>
                </mc:Choice>
                <mc:Fallback>
                  <p:oleObj name="Equation" r:id="rId21" imgW="1219200" imgH="228600" progId="Equation.DSMT4">
                    <p:embed/>
                    <p:pic>
                      <p:nvPicPr>
                        <p:cNvPr id="0" name="Object 7"/>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425" y="1477"/>
                          <a:ext cx="2141" cy="407"/>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88069"/>
                                        </p:tgtEl>
                                        <p:attrNameLst>
                                          <p:attrName>style.visibility</p:attrName>
                                        </p:attrNameLst>
                                      </p:cBhvr>
                                      <p:to>
                                        <p:strVal val="visible"/>
                                      </p:to>
                                    </p:set>
                                    <p:anim calcmode="lin" valueType="num">
                                      <p:cBhvr additive="base">
                                        <p:cTn id="7" dur="1000" fill="hold"/>
                                        <p:tgtEl>
                                          <p:spTgt spid="88069"/>
                                        </p:tgtEl>
                                        <p:attrNameLst>
                                          <p:attrName>ppt_x</p:attrName>
                                        </p:attrNameLst>
                                      </p:cBhvr>
                                      <p:tavLst>
                                        <p:tav tm="0">
                                          <p:val>
                                            <p:strVal val="0-#ppt_w/2"/>
                                          </p:val>
                                        </p:tav>
                                        <p:tav tm="100000">
                                          <p:val>
                                            <p:strVal val="#ppt_x"/>
                                          </p:val>
                                        </p:tav>
                                      </p:tavLst>
                                    </p:anim>
                                    <p:anim calcmode="lin" valueType="num">
                                      <p:cBhvr additive="base">
                                        <p:cTn id="8" dur="1000" fill="hold"/>
                                        <p:tgtEl>
                                          <p:spTgt spid="88069"/>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1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blinds(horizontal)">
                                      <p:cBhvr>
                                        <p:cTn id="13" dur="1000"/>
                                        <p:tgtEl>
                                          <p:spTgt spid="3"/>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5" presetClass="entr" presetSubtype="5"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checkerboard(down)">
                                      <p:cBhvr>
                                        <p:cTn id="18" dur="1000"/>
                                        <p:tgtEl>
                                          <p:spTgt spid="4"/>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4" presetClass="entr" presetSubtype="32" fill="hold" nodeType="clickEffect">
                                  <p:stCondLst>
                                    <p:cond delay="0"/>
                                  </p:stCondLst>
                                  <p:childTnLst>
                                    <p:set>
                                      <p:cBhvr>
                                        <p:cTn id="22" dur="1" fill="hold">
                                          <p:stCondLst>
                                            <p:cond delay="0"/>
                                          </p:stCondLst>
                                        </p:cTn>
                                        <p:tgtEl>
                                          <p:spTgt spid="88070"/>
                                        </p:tgtEl>
                                        <p:attrNameLst>
                                          <p:attrName>style.visibility</p:attrName>
                                        </p:attrNameLst>
                                      </p:cBhvr>
                                      <p:to>
                                        <p:strVal val="visible"/>
                                      </p:to>
                                    </p:set>
                                    <p:animEffect transition="in" filter="box(out)">
                                      <p:cBhvr>
                                        <p:cTn id="23" dur="1000"/>
                                        <p:tgtEl>
                                          <p:spTgt spid="88070"/>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4" presetClass="entr" presetSubtype="32" fill="hold" nodeType="click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box(out)">
                                      <p:cBhvr>
                                        <p:cTn id="28" dur="1000"/>
                                        <p:tgtEl>
                                          <p:spTgt spid="2"/>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4" presetClass="entr" presetSubtype="32" fill="hold" nodeType="click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box(out)">
                                      <p:cBhvr>
                                        <p:cTn id="33" dur="1000"/>
                                        <p:tgtEl>
                                          <p:spTgt spid="6"/>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 presetClass="entr" presetSubtype="1" fill="hold" nodeType="clickEffect">
                                  <p:stCondLst>
                                    <p:cond delay="0"/>
                                  </p:stCondLst>
                                  <p:childTnLst>
                                    <p:set>
                                      <p:cBhvr>
                                        <p:cTn id="37" dur="1" fill="hold">
                                          <p:stCondLst>
                                            <p:cond delay="0"/>
                                          </p:stCondLst>
                                        </p:cTn>
                                        <p:tgtEl>
                                          <p:spTgt spid="88068"/>
                                        </p:tgtEl>
                                        <p:attrNameLst>
                                          <p:attrName>style.visibility</p:attrName>
                                        </p:attrNameLst>
                                      </p:cBhvr>
                                      <p:to>
                                        <p:strVal val="visible"/>
                                      </p:to>
                                    </p:set>
                                    <p:anim calcmode="lin" valueType="num">
                                      <p:cBhvr additive="base">
                                        <p:cTn id="38" dur="1000" fill="hold"/>
                                        <p:tgtEl>
                                          <p:spTgt spid="88068"/>
                                        </p:tgtEl>
                                        <p:attrNameLst>
                                          <p:attrName>ppt_x</p:attrName>
                                        </p:attrNameLst>
                                      </p:cBhvr>
                                      <p:tavLst>
                                        <p:tav tm="0">
                                          <p:val>
                                            <p:strVal val="#ppt_x"/>
                                          </p:val>
                                        </p:tav>
                                        <p:tav tm="100000">
                                          <p:val>
                                            <p:strVal val="#ppt_x"/>
                                          </p:val>
                                        </p:tav>
                                      </p:tavLst>
                                    </p:anim>
                                    <p:anim calcmode="lin" valueType="num">
                                      <p:cBhvr additive="base">
                                        <p:cTn id="39" dur="1000" fill="hold"/>
                                        <p:tgtEl>
                                          <p:spTgt spid="88068"/>
                                        </p:tgtEl>
                                        <p:attrNameLst>
                                          <p:attrName>ppt_y</p:attrName>
                                        </p:attrNameLst>
                                      </p:cBhvr>
                                      <p:tavLst>
                                        <p:tav tm="0">
                                          <p:val>
                                            <p:strVal val="0-#ppt_h/2"/>
                                          </p:val>
                                        </p:tav>
                                        <p:tav tm="100000">
                                          <p:val>
                                            <p:strVal val="#ppt_y"/>
                                          </p:val>
                                        </p:tav>
                                      </p:tavLst>
                                    </p:anim>
                                  </p:childTnLst>
                                </p:cTn>
                              </p:par>
                            </p:childTnLst>
                          </p:cTn>
                        </p:par>
                      </p:childTnLst>
                    </p:cTn>
                  </p:par>
                  <p:par>
                    <p:cTn id="40" fill="hold" nodeType="clickPar">
                      <p:stCondLst>
                        <p:cond delay="indefinite"/>
                      </p:stCondLst>
                      <p:childTnLst>
                        <p:par>
                          <p:cTn id="41" fill="hold" nodeType="withGroup">
                            <p:stCondLst>
                              <p:cond delay="0"/>
                            </p:stCondLst>
                            <p:childTnLst>
                              <p:par>
                                <p:cTn id="42" presetID="4" presetClass="entr" presetSubtype="32" fill="hold" nodeType="clickEffect">
                                  <p:stCondLst>
                                    <p:cond delay="0"/>
                                  </p:stCondLst>
                                  <p:childTnLst>
                                    <p:set>
                                      <p:cBhvr>
                                        <p:cTn id="43" dur="1" fill="hold">
                                          <p:stCondLst>
                                            <p:cond delay="0"/>
                                          </p:stCondLst>
                                        </p:cTn>
                                        <p:tgtEl>
                                          <p:spTgt spid="5"/>
                                        </p:tgtEl>
                                        <p:attrNameLst>
                                          <p:attrName>style.visibility</p:attrName>
                                        </p:attrNameLst>
                                      </p:cBhvr>
                                      <p:to>
                                        <p:strVal val="visible"/>
                                      </p:to>
                                    </p:set>
                                    <p:animEffect transition="in" filter="box(out)">
                                      <p:cBhvr>
                                        <p:cTn id="44" dur="1000"/>
                                        <p:tgtEl>
                                          <p:spTgt spid="5"/>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4" presetClass="entr" presetSubtype="16" fill="hold" nodeType="clickEffect">
                                  <p:stCondLst>
                                    <p:cond delay="0"/>
                                  </p:stCondLst>
                                  <p:childTnLst>
                                    <p:set>
                                      <p:cBhvr>
                                        <p:cTn id="48" dur="1" fill="hold">
                                          <p:stCondLst>
                                            <p:cond delay="0"/>
                                          </p:stCondLst>
                                        </p:cTn>
                                        <p:tgtEl>
                                          <p:spTgt spid="88067"/>
                                        </p:tgtEl>
                                        <p:attrNameLst>
                                          <p:attrName>style.visibility</p:attrName>
                                        </p:attrNameLst>
                                      </p:cBhvr>
                                      <p:to>
                                        <p:strVal val="visible"/>
                                      </p:to>
                                    </p:set>
                                    <p:animEffect transition="in" filter="box(in)">
                                      <p:cBhvr>
                                        <p:cTn id="49" dur="1000"/>
                                        <p:tgtEl>
                                          <p:spTgt spid="88067"/>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18" presetClass="entr" presetSubtype="6" fill="hold" nodeType="clickEffect">
                                  <p:stCondLst>
                                    <p:cond delay="0"/>
                                  </p:stCondLst>
                                  <p:childTnLst>
                                    <p:set>
                                      <p:cBhvr>
                                        <p:cTn id="53" dur="1" fill="hold">
                                          <p:stCondLst>
                                            <p:cond delay="0"/>
                                          </p:stCondLst>
                                        </p:cTn>
                                        <p:tgtEl>
                                          <p:spTgt spid="88066"/>
                                        </p:tgtEl>
                                        <p:attrNameLst>
                                          <p:attrName>style.visibility</p:attrName>
                                        </p:attrNameLst>
                                      </p:cBhvr>
                                      <p:to>
                                        <p:strVal val="visible"/>
                                      </p:to>
                                    </p:set>
                                    <p:animEffect transition="in" filter="strips(downRight)">
                                      <p:cBhvr>
                                        <p:cTn id="54" dur="1000"/>
                                        <p:tgtEl>
                                          <p:spTgt spid="88066"/>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5" presetClass="entr" presetSubtype="10" fill="hold" grpId="0" nodeType="clickEffect">
                                  <p:stCondLst>
                                    <p:cond delay="0"/>
                                  </p:stCondLst>
                                  <p:childTnLst>
                                    <p:set>
                                      <p:cBhvr>
                                        <p:cTn id="58" dur="1" fill="hold">
                                          <p:stCondLst>
                                            <p:cond delay="0"/>
                                          </p:stCondLst>
                                        </p:cTn>
                                        <p:tgtEl>
                                          <p:spTgt spid="60435"/>
                                        </p:tgtEl>
                                        <p:attrNameLst>
                                          <p:attrName>style.visibility</p:attrName>
                                        </p:attrNameLst>
                                      </p:cBhvr>
                                      <p:to>
                                        <p:strVal val="visible"/>
                                      </p:to>
                                    </p:set>
                                    <p:animEffect transition="in" filter="checkerboard(across)">
                                      <p:cBhvr>
                                        <p:cTn id="59" dur="1000"/>
                                        <p:tgtEl>
                                          <p:spTgt spid="604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35" grpId="0" animBg="1"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104459" name="Object 11">
            <a:extLst>
              <a:ext uri="{FF2B5EF4-FFF2-40B4-BE49-F238E27FC236}">
                <a16:creationId xmlns:a16="http://schemas.microsoft.com/office/drawing/2014/main" id="{306509D6-0169-4BEA-868E-71E00CF9058F}"/>
              </a:ext>
            </a:extLst>
          </p:cNvPr>
          <p:cNvGraphicFramePr>
            <a:graphicFrameLocks noChangeAspect="1"/>
          </p:cNvGraphicFramePr>
          <p:nvPr/>
        </p:nvGraphicFramePr>
        <p:xfrm>
          <a:off x="2987675" y="476250"/>
          <a:ext cx="3673475" cy="830263"/>
        </p:xfrm>
        <a:graphic>
          <a:graphicData uri="http://schemas.openxmlformats.org/presentationml/2006/ole">
            <mc:AlternateContent xmlns:mc="http://schemas.openxmlformats.org/markup-compatibility/2006">
              <mc:Choice xmlns:v="urn:schemas-microsoft-com:vml" Requires="v">
                <p:oleObj spid="_x0000_s17468" name="公式" r:id="rId3" imgW="1536033" imgH="393529" progId="Equation.3">
                  <p:embed/>
                </p:oleObj>
              </mc:Choice>
              <mc:Fallback>
                <p:oleObj name="公式" r:id="rId3" imgW="1536033" imgH="393529" progId="Equation.3">
                  <p:embed/>
                  <p:pic>
                    <p:nvPicPr>
                      <p:cNvPr id="0"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87675" y="476250"/>
                        <a:ext cx="3673475" cy="830263"/>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11" name="Text Box 3">
            <a:extLst>
              <a:ext uri="{FF2B5EF4-FFF2-40B4-BE49-F238E27FC236}">
                <a16:creationId xmlns:a16="http://schemas.microsoft.com/office/drawing/2014/main" id="{D27DDD07-64B2-41B2-84BA-05C47ED57B7F}"/>
              </a:ext>
            </a:extLst>
          </p:cNvPr>
          <p:cNvSpPr txBox="1">
            <a:spLocks noChangeArrowheads="1"/>
          </p:cNvSpPr>
          <p:nvPr/>
        </p:nvSpPr>
        <p:spPr bwMode="auto">
          <a:xfrm>
            <a:off x="179388" y="549275"/>
            <a:ext cx="2743200" cy="676275"/>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zh-CN" altLang="en-US" sz="3200" b="1">
                <a:ea typeface="楷体_GB2312" pitchFamily="49" charset="-122"/>
              </a:rPr>
              <a:t>人口发展方程</a:t>
            </a:r>
          </a:p>
        </p:txBody>
      </p:sp>
      <p:grpSp>
        <p:nvGrpSpPr>
          <p:cNvPr id="2" name="Group 30">
            <a:extLst>
              <a:ext uri="{FF2B5EF4-FFF2-40B4-BE49-F238E27FC236}">
                <a16:creationId xmlns:a16="http://schemas.microsoft.com/office/drawing/2014/main" id="{6115C808-F2F8-4DD0-B8F9-228DC21271C8}"/>
              </a:ext>
            </a:extLst>
          </p:cNvPr>
          <p:cNvGrpSpPr>
            <a:grpSpLocks/>
          </p:cNvGrpSpPr>
          <p:nvPr/>
        </p:nvGrpSpPr>
        <p:grpSpPr bwMode="auto">
          <a:xfrm>
            <a:off x="117475" y="4433888"/>
            <a:ext cx="1092200" cy="1227137"/>
            <a:chOff x="74" y="2869"/>
            <a:chExt cx="688" cy="773"/>
          </a:xfrm>
        </p:grpSpPr>
        <p:sp>
          <p:nvSpPr>
            <p:cNvPr id="17439" name="Line 10">
              <a:extLst>
                <a:ext uri="{FF2B5EF4-FFF2-40B4-BE49-F238E27FC236}">
                  <a16:creationId xmlns:a16="http://schemas.microsoft.com/office/drawing/2014/main" id="{5BBDB2B4-8B74-4D01-8F1F-C1BB00D7F57F}"/>
                </a:ext>
              </a:extLst>
            </p:cNvPr>
            <p:cNvSpPr>
              <a:spLocks noChangeShapeType="1"/>
            </p:cNvSpPr>
            <p:nvPr/>
          </p:nvSpPr>
          <p:spPr bwMode="auto">
            <a:xfrm flipV="1">
              <a:off x="452" y="3431"/>
              <a:ext cx="310" cy="21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40" name="Line 11">
              <a:extLst>
                <a:ext uri="{FF2B5EF4-FFF2-40B4-BE49-F238E27FC236}">
                  <a16:creationId xmlns:a16="http://schemas.microsoft.com/office/drawing/2014/main" id="{DE2A0ECF-264A-47A0-B69F-E416976A89F3}"/>
                </a:ext>
              </a:extLst>
            </p:cNvPr>
            <p:cNvSpPr>
              <a:spLocks noChangeShapeType="1"/>
            </p:cNvSpPr>
            <p:nvPr/>
          </p:nvSpPr>
          <p:spPr bwMode="auto">
            <a:xfrm flipV="1">
              <a:off x="452" y="3150"/>
              <a:ext cx="310" cy="21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41" name="Line 12">
              <a:extLst>
                <a:ext uri="{FF2B5EF4-FFF2-40B4-BE49-F238E27FC236}">
                  <a16:creationId xmlns:a16="http://schemas.microsoft.com/office/drawing/2014/main" id="{6ADA8DDA-2FB4-4A39-B9FA-AB8BF9C55DE4}"/>
                </a:ext>
              </a:extLst>
            </p:cNvPr>
            <p:cNvSpPr>
              <a:spLocks noChangeShapeType="1"/>
            </p:cNvSpPr>
            <p:nvPr/>
          </p:nvSpPr>
          <p:spPr bwMode="auto">
            <a:xfrm flipV="1">
              <a:off x="452" y="2869"/>
              <a:ext cx="310" cy="21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7442" name="Object 20">
              <a:extLst>
                <a:ext uri="{FF2B5EF4-FFF2-40B4-BE49-F238E27FC236}">
                  <a16:creationId xmlns:a16="http://schemas.microsoft.com/office/drawing/2014/main" id="{1D04EDBC-20F7-43D3-8447-4AF2F0B12864}"/>
                </a:ext>
              </a:extLst>
            </p:cNvPr>
            <p:cNvGraphicFramePr>
              <a:graphicFrameLocks noChangeAspect="1"/>
            </p:cNvGraphicFramePr>
            <p:nvPr/>
          </p:nvGraphicFramePr>
          <p:xfrm>
            <a:off x="74" y="3360"/>
            <a:ext cx="420" cy="236"/>
          </p:xfrm>
          <a:graphic>
            <a:graphicData uri="http://schemas.openxmlformats.org/presentationml/2006/ole">
              <mc:AlternateContent xmlns:mc="http://schemas.openxmlformats.org/markup-compatibility/2006">
                <mc:Choice xmlns:v="urn:schemas-microsoft-com:vml" Requires="v">
                  <p:oleObj spid="_x0000_s17469" name="公式" r:id="rId5" imgW="457002" imgH="253890" progId="Equation.3">
                    <p:embed/>
                  </p:oleObj>
                </mc:Choice>
                <mc:Fallback>
                  <p:oleObj name="公式" r:id="rId5" imgW="457002" imgH="253890" progId="Equation.3">
                    <p:embed/>
                    <p:pic>
                      <p:nvPicPr>
                        <p:cNvPr id="0" name="Object 2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 y="3360"/>
                          <a:ext cx="420"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 name="Group 31">
            <a:extLst>
              <a:ext uri="{FF2B5EF4-FFF2-40B4-BE49-F238E27FC236}">
                <a16:creationId xmlns:a16="http://schemas.microsoft.com/office/drawing/2014/main" id="{D2275621-C7B9-41D6-A43D-DF213DB67AC5}"/>
              </a:ext>
            </a:extLst>
          </p:cNvPr>
          <p:cNvGrpSpPr>
            <a:grpSpLocks/>
          </p:cNvGrpSpPr>
          <p:nvPr/>
        </p:nvGrpSpPr>
        <p:grpSpPr bwMode="auto">
          <a:xfrm>
            <a:off x="1403350" y="5892800"/>
            <a:ext cx="1641475" cy="736600"/>
            <a:chOff x="797" y="3712"/>
            <a:chExt cx="1034" cy="464"/>
          </a:xfrm>
        </p:grpSpPr>
        <p:sp>
          <p:nvSpPr>
            <p:cNvPr id="17435" name="Line 13">
              <a:extLst>
                <a:ext uri="{FF2B5EF4-FFF2-40B4-BE49-F238E27FC236}">
                  <a16:creationId xmlns:a16="http://schemas.microsoft.com/office/drawing/2014/main" id="{139694D0-A8BD-43AD-966F-9320F1A0179F}"/>
                </a:ext>
              </a:extLst>
            </p:cNvPr>
            <p:cNvSpPr>
              <a:spLocks noChangeShapeType="1"/>
            </p:cNvSpPr>
            <p:nvPr/>
          </p:nvSpPr>
          <p:spPr bwMode="auto">
            <a:xfrm flipV="1">
              <a:off x="797" y="3712"/>
              <a:ext cx="310" cy="21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36" name="Line 14">
              <a:extLst>
                <a:ext uri="{FF2B5EF4-FFF2-40B4-BE49-F238E27FC236}">
                  <a16:creationId xmlns:a16="http://schemas.microsoft.com/office/drawing/2014/main" id="{1AC8BA34-B8D2-46C1-97B9-D7A1D5CEA3A5}"/>
                </a:ext>
              </a:extLst>
            </p:cNvPr>
            <p:cNvSpPr>
              <a:spLocks noChangeShapeType="1"/>
            </p:cNvSpPr>
            <p:nvPr/>
          </p:nvSpPr>
          <p:spPr bwMode="auto">
            <a:xfrm flipV="1">
              <a:off x="1141" y="3712"/>
              <a:ext cx="311" cy="21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37" name="Line 15">
              <a:extLst>
                <a:ext uri="{FF2B5EF4-FFF2-40B4-BE49-F238E27FC236}">
                  <a16:creationId xmlns:a16="http://schemas.microsoft.com/office/drawing/2014/main" id="{434822B0-0943-4D57-B26B-EBEAAAE8219D}"/>
                </a:ext>
              </a:extLst>
            </p:cNvPr>
            <p:cNvSpPr>
              <a:spLocks noChangeShapeType="1"/>
            </p:cNvSpPr>
            <p:nvPr/>
          </p:nvSpPr>
          <p:spPr bwMode="auto">
            <a:xfrm flipV="1">
              <a:off x="1521" y="3712"/>
              <a:ext cx="310" cy="21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7438" name="Object 19">
              <a:extLst>
                <a:ext uri="{FF2B5EF4-FFF2-40B4-BE49-F238E27FC236}">
                  <a16:creationId xmlns:a16="http://schemas.microsoft.com/office/drawing/2014/main" id="{5632D734-93E0-4BB8-96C9-077C284D1E9F}"/>
                </a:ext>
              </a:extLst>
            </p:cNvPr>
            <p:cNvGraphicFramePr>
              <a:graphicFrameLocks noChangeAspect="1"/>
            </p:cNvGraphicFramePr>
            <p:nvPr/>
          </p:nvGraphicFramePr>
          <p:xfrm>
            <a:off x="986" y="3957"/>
            <a:ext cx="336" cy="219"/>
          </p:xfrm>
          <a:graphic>
            <a:graphicData uri="http://schemas.openxmlformats.org/presentationml/2006/ole">
              <mc:AlternateContent xmlns:mc="http://schemas.openxmlformats.org/markup-compatibility/2006">
                <mc:Choice xmlns:v="urn:schemas-microsoft-com:vml" Requires="v">
                  <p:oleObj spid="_x0000_s17470" name="公式" r:id="rId7" imgW="368300" imgH="241300" progId="Equation.3">
                    <p:embed/>
                  </p:oleObj>
                </mc:Choice>
                <mc:Fallback>
                  <p:oleObj name="公式" r:id="rId7" imgW="368300" imgH="241300" progId="Equation.3">
                    <p:embed/>
                    <p:pic>
                      <p:nvPicPr>
                        <p:cNvPr id="0" name="Object 1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86" y="3957"/>
                          <a:ext cx="336" cy="2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4" name="Group 32">
            <a:extLst>
              <a:ext uri="{FF2B5EF4-FFF2-40B4-BE49-F238E27FC236}">
                <a16:creationId xmlns:a16="http://schemas.microsoft.com/office/drawing/2014/main" id="{2E573AA2-BE59-4D98-A388-744E3CA86864}"/>
              </a:ext>
            </a:extLst>
          </p:cNvPr>
          <p:cNvGrpSpPr>
            <a:grpSpLocks/>
          </p:cNvGrpSpPr>
          <p:nvPr/>
        </p:nvGrpSpPr>
        <p:grpSpPr bwMode="auto">
          <a:xfrm>
            <a:off x="422275" y="4114800"/>
            <a:ext cx="3159125" cy="2514600"/>
            <a:chOff x="266" y="2592"/>
            <a:chExt cx="1990" cy="1584"/>
          </a:xfrm>
        </p:grpSpPr>
        <p:sp>
          <p:nvSpPr>
            <p:cNvPr id="17426" name="Line 7">
              <a:extLst>
                <a:ext uri="{FF2B5EF4-FFF2-40B4-BE49-F238E27FC236}">
                  <a16:creationId xmlns:a16="http://schemas.microsoft.com/office/drawing/2014/main" id="{0A30423F-E106-4761-9135-94AB9DC0C4F7}"/>
                </a:ext>
              </a:extLst>
            </p:cNvPr>
            <p:cNvSpPr>
              <a:spLocks noChangeShapeType="1"/>
            </p:cNvSpPr>
            <p:nvPr/>
          </p:nvSpPr>
          <p:spPr bwMode="auto">
            <a:xfrm>
              <a:off x="458" y="3936"/>
              <a:ext cx="163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27" name="Line 8">
              <a:extLst>
                <a:ext uri="{FF2B5EF4-FFF2-40B4-BE49-F238E27FC236}">
                  <a16:creationId xmlns:a16="http://schemas.microsoft.com/office/drawing/2014/main" id="{C0A37BB3-E4E6-48F6-98FE-5EA8A8E2058E}"/>
                </a:ext>
              </a:extLst>
            </p:cNvPr>
            <p:cNvSpPr>
              <a:spLocks noChangeShapeType="1"/>
            </p:cNvSpPr>
            <p:nvPr/>
          </p:nvSpPr>
          <p:spPr bwMode="auto">
            <a:xfrm flipV="1">
              <a:off x="458" y="2688"/>
              <a:ext cx="0" cy="124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28" name="Line 9">
              <a:extLst>
                <a:ext uri="{FF2B5EF4-FFF2-40B4-BE49-F238E27FC236}">
                  <a16:creationId xmlns:a16="http://schemas.microsoft.com/office/drawing/2014/main" id="{4C8CB26E-2A8D-4954-9944-2B8289C3F863}"/>
                </a:ext>
              </a:extLst>
            </p:cNvPr>
            <p:cNvSpPr>
              <a:spLocks noChangeShapeType="1"/>
            </p:cNvSpPr>
            <p:nvPr/>
          </p:nvSpPr>
          <p:spPr bwMode="auto">
            <a:xfrm flipV="1">
              <a:off x="458" y="3120"/>
              <a:ext cx="1056" cy="81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429" name="Text Box 16">
              <a:extLst>
                <a:ext uri="{FF2B5EF4-FFF2-40B4-BE49-F238E27FC236}">
                  <a16:creationId xmlns:a16="http://schemas.microsoft.com/office/drawing/2014/main" id="{F8C33F71-E12C-4C8B-BFF5-E243B393FD82}"/>
                </a:ext>
              </a:extLst>
            </p:cNvPr>
            <p:cNvSpPr txBox="1">
              <a:spLocks noChangeArrowheads="1"/>
            </p:cNvSpPr>
            <p:nvPr/>
          </p:nvSpPr>
          <p:spPr bwMode="auto">
            <a:xfrm>
              <a:off x="348" y="3881"/>
              <a:ext cx="41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i="1"/>
                <a:t>O</a:t>
              </a:r>
            </a:p>
          </p:txBody>
        </p:sp>
        <p:sp>
          <p:nvSpPr>
            <p:cNvPr id="17430" name="Text Box 17">
              <a:extLst>
                <a:ext uri="{FF2B5EF4-FFF2-40B4-BE49-F238E27FC236}">
                  <a16:creationId xmlns:a16="http://schemas.microsoft.com/office/drawing/2014/main" id="{0E06138F-E167-48BB-83F3-E76FAD17A3A8}"/>
                </a:ext>
              </a:extLst>
            </p:cNvPr>
            <p:cNvSpPr txBox="1">
              <a:spLocks noChangeArrowheads="1"/>
            </p:cNvSpPr>
            <p:nvPr/>
          </p:nvSpPr>
          <p:spPr bwMode="auto">
            <a:xfrm>
              <a:off x="1946" y="3888"/>
              <a:ext cx="31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i="1"/>
                <a:t>t</a:t>
              </a:r>
            </a:p>
          </p:txBody>
        </p:sp>
        <p:sp>
          <p:nvSpPr>
            <p:cNvPr id="17431" name="Text Box 18">
              <a:extLst>
                <a:ext uri="{FF2B5EF4-FFF2-40B4-BE49-F238E27FC236}">
                  <a16:creationId xmlns:a16="http://schemas.microsoft.com/office/drawing/2014/main" id="{6C4A8F67-727C-499B-89D3-4C360CFC1AC4}"/>
                </a:ext>
              </a:extLst>
            </p:cNvPr>
            <p:cNvSpPr txBox="1">
              <a:spLocks noChangeArrowheads="1"/>
            </p:cNvSpPr>
            <p:nvPr/>
          </p:nvSpPr>
          <p:spPr bwMode="auto">
            <a:xfrm>
              <a:off x="266" y="2592"/>
              <a:ext cx="31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i="1"/>
                <a:t>r</a:t>
              </a:r>
            </a:p>
          </p:txBody>
        </p:sp>
        <p:graphicFrame>
          <p:nvGraphicFramePr>
            <p:cNvPr id="17432" name="Object 16">
              <a:extLst>
                <a:ext uri="{FF2B5EF4-FFF2-40B4-BE49-F238E27FC236}">
                  <a16:creationId xmlns:a16="http://schemas.microsoft.com/office/drawing/2014/main" id="{E8CBCAC4-8D5F-4FC8-A536-1E7076AC1200}"/>
                </a:ext>
              </a:extLst>
            </p:cNvPr>
            <p:cNvGraphicFramePr>
              <a:graphicFrameLocks noChangeAspect="1"/>
            </p:cNvGraphicFramePr>
            <p:nvPr/>
          </p:nvGraphicFramePr>
          <p:xfrm>
            <a:off x="1514" y="2894"/>
            <a:ext cx="384" cy="178"/>
          </p:xfrm>
          <a:graphic>
            <a:graphicData uri="http://schemas.openxmlformats.org/presentationml/2006/ole">
              <mc:AlternateContent xmlns:mc="http://schemas.openxmlformats.org/markup-compatibility/2006">
                <mc:Choice xmlns:v="urn:schemas-microsoft-com:vml" Requires="v">
                  <p:oleObj spid="_x0000_s17471" name="公式" r:id="rId9" imgW="380670" imgH="177646" progId="Equation.3">
                    <p:embed/>
                  </p:oleObj>
                </mc:Choice>
                <mc:Fallback>
                  <p:oleObj name="公式" r:id="rId9" imgW="380670" imgH="177646" progId="Equation.3">
                    <p:embed/>
                    <p:pic>
                      <p:nvPicPr>
                        <p:cNvPr id="0" name="Object 1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14" y="2894"/>
                          <a:ext cx="384" cy="1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433" name="Object 17">
              <a:extLst>
                <a:ext uri="{FF2B5EF4-FFF2-40B4-BE49-F238E27FC236}">
                  <a16:creationId xmlns:a16="http://schemas.microsoft.com/office/drawing/2014/main" id="{7CB5E756-93B2-46D8-90A1-C788B826A6CC}"/>
                </a:ext>
              </a:extLst>
            </p:cNvPr>
            <p:cNvGraphicFramePr>
              <a:graphicFrameLocks noChangeAspect="1"/>
            </p:cNvGraphicFramePr>
            <p:nvPr/>
          </p:nvGraphicFramePr>
          <p:xfrm>
            <a:off x="842" y="2928"/>
            <a:ext cx="384" cy="178"/>
          </p:xfrm>
          <a:graphic>
            <a:graphicData uri="http://schemas.openxmlformats.org/presentationml/2006/ole">
              <mc:AlternateContent xmlns:mc="http://schemas.openxmlformats.org/markup-compatibility/2006">
                <mc:Choice xmlns:v="urn:schemas-microsoft-com:vml" Requires="v">
                  <p:oleObj spid="_x0000_s17472" name="公式" r:id="rId11" imgW="380670" imgH="177646" progId="Equation.3">
                    <p:embed/>
                  </p:oleObj>
                </mc:Choice>
                <mc:Fallback>
                  <p:oleObj name="公式" r:id="rId11" imgW="380670" imgH="177646" progId="Equation.3">
                    <p:embed/>
                    <p:pic>
                      <p:nvPicPr>
                        <p:cNvPr id="0" name="Object 1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42" y="2928"/>
                          <a:ext cx="384" cy="1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434" name="Object 18">
              <a:extLst>
                <a:ext uri="{FF2B5EF4-FFF2-40B4-BE49-F238E27FC236}">
                  <a16:creationId xmlns:a16="http://schemas.microsoft.com/office/drawing/2014/main" id="{FB32228F-A217-48FC-A0B7-D7428AF7F23E}"/>
                </a:ext>
              </a:extLst>
            </p:cNvPr>
            <p:cNvGraphicFramePr>
              <a:graphicFrameLocks noChangeAspect="1"/>
            </p:cNvGraphicFramePr>
            <p:nvPr/>
          </p:nvGraphicFramePr>
          <p:xfrm>
            <a:off x="1514" y="3374"/>
            <a:ext cx="384" cy="178"/>
          </p:xfrm>
          <a:graphic>
            <a:graphicData uri="http://schemas.openxmlformats.org/presentationml/2006/ole">
              <mc:AlternateContent xmlns:mc="http://schemas.openxmlformats.org/markup-compatibility/2006">
                <mc:Choice xmlns:v="urn:schemas-microsoft-com:vml" Requires="v">
                  <p:oleObj spid="_x0000_s17473" name="公式" r:id="rId13" imgW="380670" imgH="177646" progId="Equation.3">
                    <p:embed/>
                  </p:oleObj>
                </mc:Choice>
                <mc:Fallback>
                  <p:oleObj name="公式" r:id="rId13" imgW="380670" imgH="177646" progId="Equation.3">
                    <p:embed/>
                    <p:pic>
                      <p:nvPicPr>
                        <p:cNvPr id="0" name="Object 1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514" y="3374"/>
                          <a:ext cx="384" cy="1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104460" name="Object 12">
            <a:extLst>
              <a:ext uri="{FF2B5EF4-FFF2-40B4-BE49-F238E27FC236}">
                <a16:creationId xmlns:a16="http://schemas.microsoft.com/office/drawing/2014/main" id="{9AA7F28E-E416-4305-9253-EA836307D2BC}"/>
              </a:ext>
            </a:extLst>
          </p:cNvPr>
          <p:cNvGraphicFramePr>
            <a:graphicFrameLocks noChangeAspect="1"/>
          </p:cNvGraphicFramePr>
          <p:nvPr/>
        </p:nvGraphicFramePr>
        <p:xfrm>
          <a:off x="287338" y="3276600"/>
          <a:ext cx="1981200" cy="492125"/>
        </p:xfrm>
        <a:graphic>
          <a:graphicData uri="http://schemas.openxmlformats.org/presentationml/2006/ole">
            <mc:AlternateContent xmlns:mc="http://schemas.openxmlformats.org/markup-compatibility/2006">
              <mc:Choice xmlns:v="urn:schemas-microsoft-com:vml" Requires="v">
                <p:oleObj spid="_x0000_s17474" name="公式" r:id="rId15" imgW="1054100" imgH="241300" progId="Equation.3">
                  <p:embed/>
                </p:oleObj>
              </mc:Choice>
              <mc:Fallback>
                <p:oleObj name="公式" r:id="rId15" imgW="1054100" imgH="241300" progId="Equation.3">
                  <p:embed/>
                  <p:pic>
                    <p:nvPicPr>
                      <p:cNvPr id="0" name="Object 1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87338" y="3276600"/>
                        <a:ext cx="1981200" cy="4921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5" name="Group 25">
            <a:extLst>
              <a:ext uri="{FF2B5EF4-FFF2-40B4-BE49-F238E27FC236}">
                <a16:creationId xmlns:a16="http://schemas.microsoft.com/office/drawing/2014/main" id="{B7AC97F7-515E-4CF3-9186-CE95FFC70689}"/>
              </a:ext>
            </a:extLst>
          </p:cNvPr>
          <p:cNvGrpSpPr>
            <a:grpSpLocks/>
          </p:cNvGrpSpPr>
          <p:nvPr/>
        </p:nvGrpSpPr>
        <p:grpSpPr bwMode="auto">
          <a:xfrm>
            <a:off x="2268538" y="2708275"/>
            <a:ext cx="6130925" cy="1608138"/>
            <a:chOff x="1488" y="1583"/>
            <a:chExt cx="3862" cy="1057"/>
          </a:xfrm>
        </p:grpSpPr>
        <p:graphicFrame>
          <p:nvGraphicFramePr>
            <p:cNvPr id="17424" name="Object 15">
              <a:extLst>
                <a:ext uri="{FF2B5EF4-FFF2-40B4-BE49-F238E27FC236}">
                  <a16:creationId xmlns:a16="http://schemas.microsoft.com/office/drawing/2014/main" id="{598F79CA-EA9E-4FB0-B569-92BAFB9CC7CE}"/>
                </a:ext>
              </a:extLst>
            </p:cNvPr>
            <p:cNvGraphicFramePr>
              <a:graphicFrameLocks noChangeAspect="1"/>
            </p:cNvGraphicFramePr>
            <p:nvPr/>
          </p:nvGraphicFramePr>
          <p:xfrm>
            <a:off x="2052" y="1583"/>
            <a:ext cx="3298" cy="1057"/>
          </p:xfrm>
          <a:graphic>
            <a:graphicData uri="http://schemas.openxmlformats.org/presentationml/2006/ole">
              <mc:AlternateContent xmlns:mc="http://schemas.openxmlformats.org/markup-compatibility/2006">
                <mc:Choice xmlns:v="urn:schemas-microsoft-com:vml" Requires="v">
                  <p:oleObj spid="_x0000_s17475" name="Equation" r:id="rId17" imgW="2273300" imgH="711200" progId="Equation.DSMT4">
                    <p:embed/>
                  </p:oleObj>
                </mc:Choice>
                <mc:Fallback>
                  <p:oleObj name="Equation" r:id="rId17" imgW="2273300" imgH="711200" progId="Equation.DSMT4">
                    <p:embed/>
                    <p:pic>
                      <p:nvPicPr>
                        <p:cNvPr id="0" name="Object 1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052" y="1583"/>
                          <a:ext cx="3298" cy="1057"/>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25" name="AutoShape 27">
              <a:extLst>
                <a:ext uri="{FF2B5EF4-FFF2-40B4-BE49-F238E27FC236}">
                  <a16:creationId xmlns:a16="http://schemas.microsoft.com/office/drawing/2014/main" id="{F06571E1-FCBF-4497-B32A-06CFB11C140E}"/>
                </a:ext>
              </a:extLst>
            </p:cNvPr>
            <p:cNvSpPr>
              <a:spLocks noChangeArrowheads="1"/>
            </p:cNvSpPr>
            <p:nvPr/>
          </p:nvSpPr>
          <p:spPr bwMode="auto">
            <a:xfrm>
              <a:off x="1488" y="1968"/>
              <a:ext cx="144" cy="306"/>
            </a:xfrm>
            <a:prstGeom prst="rightArrow">
              <a:avLst>
                <a:gd name="adj1" fmla="val 50000"/>
                <a:gd name="adj2" fmla="val 25000"/>
              </a:avLst>
            </a:prstGeom>
            <a:solidFill>
              <a:srgbClr val="FFFF00"/>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aphicFrame>
        <p:nvGraphicFramePr>
          <p:cNvPr id="104461" name="Object 13">
            <a:extLst>
              <a:ext uri="{FF2B5EF4-FFF2-40B4-BE49-F238E27FC236}">
                <a16:creationId xmlns:a16="http://schemas.microsoft.com/office/drawing/2014/main" id="{F7F89CA0-1320-4694-B313-FCC150B3DD94}"/>
              </a:ext>
            </a:extLst>
          </p:cNvPr>
          <p:cNvGraphicFramePr>
            <a:graphicFrameLocks noChangeAspect="1"/>
          </p:cNvGraphicFramePr>
          <p:nvPr/>
        </p:nvGraphicFramePr>
        <p:xfrm>
          <a:off x="4964113" y="4557713"/>
          <a:ext cx="3241675" cy="777875"/>
        </p:xfrm>
        <a:graphic>
          <a:graphicData uri="http://schemas.openxmlformats.org/presentationml/2006/ole">
            <mc:AlternateContent xmlns:mc="http://schemas.openxmlformats.org/markup-compatibility/2006">
              <mc:Choice xmlns:v="urn:schemas-microsoft-com:vml" Requires="v">
                <p:oleObj spid="_x0000_s17476" name="Equation" r:id="rId19" imgW="1257300" imgH="330200" progId="Equation.DSMT4">
                  <p:embed/>
                </p:oleObj>
              </mc:Choice>
              <mc:Fallback>
                <p:oleObj name="Equation" r:id="rId19" imgW="1257300" imgH="330200" progId="Equation.DSMT4">
                  <p:embed/>
                  <p:pic>
                    <p:nvPicPr>
                      <p:cNvPr id="0" name="Object 13"/>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964113" y="4557713"/>
                        <a:ext cx="3241675" cy="777875"/>
                      </a:xfrm>
                      <a:prstGeom prst="rect">
                        <a:avLst/>
                      </a:prstGeom>
                      <a:noFill/>
                      <a:ln>
                        <a:noFill/>
                      </a:ln>
                      <a:effectLst/>
                      <a:extLst>
                        <a:ext uri="{909E8E84-426E-40DD-AFC4-6F175D3DCCD1}">
                          <a14:hiddenFill xmlns:a14="http://schemas.microsoft.com/office/drawing/2010/main">
                            <a:solidFill>
                              <a:srgbClr val="00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4462" name="Object 14">
            <a:extLst>
              <a:ext uri="{FF2B5EF4-FFF2-40B4-BE49-F238E27FC236}">
                <a16:creationId xmlns:a16="http://schemas.microsoft.com/office/drawing/2014/main" id="{EA3F63D4-DAD3-4B7C-88ED-7BE850E52CFA}"/>
              </a:ext>
            </a:extLst>
          </p:cNvPr>
          <p:cNvGraphicFramePr>
            <a:graphicFrameLocks noChangeAspect="1"/>
          </p:cNvGraphicFramePr>
          <p:nvPr/>
        </p:nvGraphicFramePr>
        <p:xfrm>
          <a:off x="5018088" y="5410200"/>
          <a:ext cx="3046412" cy="777875"/>
        </p:xfrm>
        <a:graphic>
          <a:graphicData uri="http://schemas.openxmlformats.org/presentationml/2006/ole">
            <mc:AlternateContent xmlns:mc="http://schemas.openxmlformats.org/markup-compatibility/2006">
              <mc:Choice xmlns:v="urn:schemas-microsoft-com:vml" Requires="v">
                <p:oleObj spid="_x0000_s17477" name="Equation" r:id="rId21" imgW="1180588" imgH="330057" progId="Equation.DSMT4">
                  <p:embed/>
                </p:oleObj>
              </mc:Choice>
              <mc:Fallback>
                <p:oleObj name="Equation" r:id="rId21" imgW="1180588" imgH="330057" progId="Equation.DSMT4">
                  <p:embed/>
                  <p:pic>
                    <p:nvPicPr>
                      <p:cNvPr id="0" name="Object 14"/>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018088" y="5410200"/>
                        <a:ext cx="3046412" cy="777875"/>
                      </a:xfrm>
                      <a:prstGeom prst="rect">
                        <a:avLst/>
                      </a:prstGeom>
                      <a:noFill/>
                      <a:ln>
                        <a:noFill/>
                      </a:ln>
                      <a:effectLst/>
                      <a:extLst>
                        <a:ext uri="{909E8E84-426E-40DD-AFC4-6F175D3DCCD1}">
                          <a14:hiddenFill xmlns:a14="http://schemas.microsoft.com/office/drawing/2010/main">
                            <a:solidFill>
                              <a:srgbClr val="33CC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4450" name="Object 2">
            <a:extLst>
              <a:ext uri="{FF2B5EF4-FFF2-40B4-BE49-F238E27FC236}">
                <a16:creationId xmlns:a16="http://schemas.microsoft.com/office/drawing/2014/main" id="{609AF437-2A26-4199-903B-6E1FD60B9439}"/>
              </a:ext>
            </a:extLst>
          </p:cNvPr>
          <p:cNvGraphicFramePr>
            <a:graphicFrameLocks noChangeAspect="1"/>
          </p:cNvGraphicFramePr>
          <p:nvPr/>
        </p:nvGraphicFramePr>
        <p:xfrm>
          <a:off x="2916238" y="1412875"/>
          <a:ext cx="3024187" cy="533400"/>
        </p:xfrm>
        <a:graphic>
          <a:graphicData uri="http://schemas.openxmlformats.org/presentationml/2006/ole">
            <mc:AlternateContent xmlns:mc="http://schemas.openxmlformats.org/markup-compatibility/2006">
              <mc:Choice xmlns:v="urn:schemas-microsoft-com:vml" Requires="v">
                <p:oleObj spid="_x0000_s17478" name="公式" r:id="rId23" imgW="1282700" imgH="228600" progId="Equation.3">
                  <p:embed/>
                </p:oleObj>
              </mc:Choice>
              <mc:Fallback>
                <p:oleObj name="公式" r:id="rId23" imgW="1282700" imgH="228600" progId="Equation.3">
                  <p:embed/>
                  <p:pic>
                    <p:nvPicPr>
                      <p:cNvPr id="0" name="Object 2"/>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916238" y="1412875"/>
                        <a:ext cx="3024187" cy="53340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4451" name="Object 3">
            <a:extLst>
              <a:ext uri="{FF2B5EF4-FFF2-40B4-BE49-F238E27FC236}">
                <a16:creationId xmlns:a16="http://schemas.microsoft.com/office/drawing/2014/main" id="{3B56D68E-F95E-4F52-8D98-A943BDCA5B33}"/>
              </a:ext>
            </a:extLst>
          </p:cNvPr>
          <p:cNvGraphicFramePr>
            <a:graphicFrameLocks noChangeAspect="1"/>
          </p:cNvGraphicFramePr>
          <p:nvPr/>
        </p:nvGraphicFramePr>
        <p:xfrm>
          <a:off x="2916238" y="2133600"/>
          <a:ext cx="3024187" cy="473075"/>
        </p:xfrm>
        <a:graphic>
          <a:graphicData uri="http://schemas.openxmlformats.org/presentationml/2006/ole">
            <mc:AlternateContent xmlns:mc="http://schemas.openxmlformats.org/markup-compatibility/2006">
              <mc:Choice xmlns:v="urn:schemas-microsoft-com:vml" Requires="v">
                <p:oleObj spid="_x0000_s17479" name="公式" r:id="rId25" imgW="1231366" imgH="203112" progId="Equation.3">
                  <p:embed/>
                </p:oleObj>
              </mc:Choice>
              <mc:Fallback>
                <p:oleObj name="公式" r:id="rId25" imgW="1231366" imgH="203112" progId="Equation.3">
                  <p:embed/>
                  <p:pic>
                    <p:nvPicPr>
                      <p:cNvPr id="0" name="Object 3"/>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2916238" y="2133600"/>
                        <a:ext cx="3024187" cy="47307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4452" name="Text Box 4">
            <a:extLst>
              <a:ext uri="{FF2B5EF4-FFF2-40B4-BE49-F238E27FC236}">
                <a16:creationId xmlns:a16="http://schemas.microsoft.com/office/drawing/2014/main" id="{0F064131-C5D4-4CE6-BE40-1BC0673101EB}"/>
              </a:ext>
            </a:extLst>
          </p:cNvPr>
          <p:cNvSpPr txBox="1">
            <a:spLocks noChangeArrowheads="1"/>
          </p:cNvSpPr>
          <p:nvPr/>
        </p:nvSpPr>
        <p:spPr bwMode="auto">
          <a:xfrm>
            <a:off x="1547813" y="1412875"/>
            <a:ext cx="1008062"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15000"/>
              </a:lnSpc>
              <a:spcBef>
                <a:spcPct val="50000"/>
              </a:spcBef>
            </a:pPr>
            <a:r>
              <a:rPr lang="zh-CN" altLang="en-US" sz="2800" b="1">
                <a:solidFill>
                  <a:srgbClr val="FF3300"/>
                </a:solidFill>
              </a:rPr>
              <a:t>定解条件</a:t>
            </a:r>
          </a:p>
        </p:txBody>
      </p:sp>
      <p:sp>
        <p:nvSpPr>
          <p:cNvPr id="104456" name="Rectangle 8">
            <a:extLst>
              <a:ext uri="{FF2B5EF4-FFF2-40B4-BE49-F238E27FC236}">
                <a16:creationId xmlns:a16="http://schemas.microsoft.com/office/drawing/2014/main" id="{1BC50563-E502-41A4-9228-5769B0BA05E1}"/>
              </a:ext>
            </a:extLst>
          </p:cNvPr>
          <p:cNvSpPr>
            <a:spLocks noChangeArrowheads="1"/>
          </p:cNvSpPr>
          <p:nvPr/>
        </p:nvSpPr>
        <p:spPr bwMode="auto">
          <a:xfrm>
            <a:off x="5913438" y="1341438"/>
            <a:ext cx="32797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solidFill>
                  <a:srgbClr val="FF3300"/>
                </a:solidFill>
              </a:rPr>
              <a:t>已知函数</a:t>
            </a:r>
            <a:r>
              <a:rPr lang="en-US" altLang="zh-CN" sz="2800" b="1">
                <a:solidFill>
                  <a:srgbClr val="FF3300"/>
                </a:solidFill>
              </a:rPr>
              <a:t>(</a:t>
            </a:r>
            <a:r>
              <a:rPr lang="zh-CN" altLang="en-US" sz="2800" b="1">
                <a:solidFill>
                  <a:srgbClr val="FF3300"/>
                </a:solidFill>
              </a:rPr>
              <a:t>人口调查</a:t>
            </a:r>
            <a:r>
              <a:rPr lang="en-US" altLang="zh-CN" sz="2800" b="1">
                <a:solidFill>
                  <a:srgbClr val="FF3300"/>
                </a:solidFill>
              </a:rPr>
              <a:t>)</a:t>
            </a:r>
          </a:p>
        </p:txBody>
      </p:sp>
      <p:sp>
        <p:nvSpPr>
          <p:cNvPr id="104458" name="Rectangle 10">
            <a:extLst>
              <a:ext uri="{FF2B5EF4-FFF2-40B4-BE49-F238E27FC236}">
                <a16:creationId xmlns:a16="http://schemas.microsoft.com/office/drawing/2014/main" id="{355BB4EE-DF5C-44C2-9BDC-9F58EE2A204E}"/>
              </a:ext>
            </a:extLst>
          </p:cNvPr>
          <p:cNvSpPr>
            <a:spLocks noChangeArrowheads="1"/>
          </p:cNvSpPr>
          <p:nvPr/>
        </p:nvSpPr>
        <p:spPr bwMode="auto">
          <a:xfrm>
            <a:off x="6011863" y="2060575"/>
            <a:ext cx="29225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solidFill>
                  <a:srgbClr val="FF3300"/>
                </a:solidFill>
              </a:rPr>
              <a:t>生育率</a:t>
            </a:r>
            <a:r>
              <a:rPr lang="en-US" altLang="zh-CN" sz="2800" b="1">
                <a:solidFill>
                  <a:srgbClr val="FF3300"/>
                </a:solidFill>
              </a:rPr>
              <a:t>(</a:t>
            </a:r>
            <a:r>
              <a:rPr lang="zh-CN" altLang="en-US" sz="2800" b="1">
                <a:solidFill>
                  <a:srgbClr val="FF3300"/>
                </a:solidFill>
              </a:rPr>
              <a:t>控制手段</a:t>
            </a:r>
            <a:r>
              <a:rPr lang="en-US" altLang="zh-CN" sz="2800" b="1">
                <a:solidFill>
                  <a:srgbClr val="FF3300"/>
                </a:solidFill>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104459"/>
                                        </p:tgtEl>
                                        <p:attrNameLst>
                                          <p:attrName>style.visibility</p:attrName>
                                        </p:attrNameLst>
                                      </p:cBhvr>
                                      <p:to>
                                        <p:strVal val="visible"/>
                                      </p:to>
                                    </p:set>
                                    <p:animEffect transition="in" filter="box(out)">
                                      <p:cBhvr>
                                        <p:cTn id="7" dur="1000"/>
                                        <p:tgtEl>
                                          <p:spTgt spid="10445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04452"/>
                                        </p:tgtEl>
                                        <p:attrNameLst>
                                          <p:attrName>style.visibility</p:attrName>
                                        </p:attrNameLst>
                                      </p:cBhvr>
                                      <p:to>
                                        <p:strVal val="visible"/>
                                      </p:to>
                                    </p:set>
                                    <p:animEffect transition="in" filter="checkerboard(across)">
                                      <p:cBhvr>
                                        <p:cTn id="12" dur="1000"/>
                                        <p:tgtEl>
                                          <p:spTgt spid="10445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nodeType="clickEffect">
                                  <p:stCondLst>
                                    <p:cond delay="0"/>
                                  </p:stCondLst>
                                  <p:childTnLst>
                                    <p:set>
                                      <p:cBhvr>
                                        <p:cTn id="16" dur="1" fill="hold">
                                          <p:stCondLst>
                                            <p:cond delay="0"/>
                                          </p:stCondLst>
                                        </p:cTn>
                                        <p:tgtEl>
                                          <p:spTgt spid="104450"/>
                                        </p:tgtEl>
                                        <p:attrNameLst>
                                          <p:attrName>style.visibility</p:attrName>
                                        </p:attrNameLst>
                                      </p:cBhvr>
                                      <p:to>
                                        <p:strVal val="visible"/>
                                      </p:to>
                                    </p:set>
                                    <p:animEffect transition="in" filter="box(out)">
                                      <p:cBhvr>
                                        <p:cTn id="17" dur="1000"/>
                                        <p:tgtEl>
                                          <p:spTgt spid="10445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104456"/>
                                        </p:tgtEl>
                                        <p:attrNameLst>
                                          <p:attrName>style.visibility</p:attrName>
                                        </p:attrNameLst>
                                      </p:cBhvr>
                                      <p:to>
                                        <p:strVal val="visible"/>
                                      </p:to>
                                    </p:set>
                                    <p:animEffect transition="in" filter="checkerboard(across)">
                                      <p:cBhvr>
                                        <p:cTn id="22" dur="1000"/>
                                        <p:tgtEl>
                                          <p:spTgt spid="10445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32" fill="hold" nodeType="clickEffect">
                                  <p:stCondLst>
                                    <p:cond delay="0"/>
                                  </p:stCondLst>
                                  <p:childTnLst>
                                    <p:set>
                                      <p:cBhvr>
                                        <p:cTn id="26" dur="1" fill="hold">
                                          <p:stCondLst>
                                            <p:cond delay="0"/>
                                          </p:stCondLst>
                                        </p:cTn>
                                        <p:tgtEl>
                                          <p:spTgt spid="104451"/>
                                        </p:tgtEl>
                                        <p:attrNameLst>
                                          <p:attrName>style.visibility</p:attrName>
                                        </p:attrNameLst>
                                      </p:cBhvr>
                                      <p:to>
                                        <p:strVal val="visible"/>
                                      </p:to>
                                    </p:set>
                                    <p:animEffect transition="in" filter="box(out)">
                                      <p:cBhvr>
                                        <p:cTn id="27" dur="1000"/>
                                        <p:tgtEl>
                                          <p:spTgt spid="10445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104458"/>
                                        </p:tgtEl>
                                        <p:attrNameLst>
                                          <p:attrName>style.visibility</p:attrName>
                                        </p:attrNameLst>
                                      </p:cBhvr>
                                      <p:to>
                                        <p:strVal val="visible"/>
                                      </p:to>
                                    </p:set>
                                    <p:animEffect transition="in" filter="checkerboard(across)">
                                      <p:cBhvr>
                                        <p:cTn id="32" dur="1000"/>
                                        <p:tgtEl>
                                          <p:spTgt spid="10445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6" presetClass="entr" presetSubtype="42" fill="hold" nodeType="clickEffect">
                                  <p:stCondLst>
                                    <p:cond delay="0"/>
                                  </p:stCondLst>
                                  <p:childTnLst>
                                    <p:set>
                                      <p:cBhvr>
                                        <p:cTn id="36" dur="1" fill="hold">
                                          <p:stCondLst>
                                            <p:cond delay="0"/>
                                          </p:stCondLst>
                                        </p:cTn>
                                        <p:tgtEl>
                                          <p:spTgt spid="104460"/>
                                        </p:tgtEl>
                                        <p:attrNameLst>
                                          <p:attrName>style.visibility</p:attrName>
                                        </p:attrNameLst>
                                      </p:cBhvr>
                                      <p:to>
                                        <p:strVal val="visible"/>
                                      </p:to>
                                    </p:set>
                                    <p:animEffect transition="in" filter="barn(outHorizontal)">
                                      <p:cBhvr>
                                        <p:cTn id="37" dur="1000"/>
                                        <p:tgtEl>
                                          <p:spTgt spid="10446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16" fill="hold" nodeType="click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box(in)">
                                      <p:cBhvr>
                                        <p:cTn id="42" dur="1000"/>
                                        <p:tgtEl>
                                          <p:spTgt spid="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5" presetClass="entr" presetSubtype="10" fill="hold" nodeType="clickEffect">
                                  <p:stCondLst>
                                    <p:cond delay="0"/>
                                  </p:stCondLst>
                                  <p:childTnLst>
                                    <p:set>
                                      <p:cBhvr>
                                        <p:cTn id="46" dur="1" fill="hold">
                                          <p:stCondLst>
                                            <p:cond delay="0"/>
                                          </p:stCondLst>
                                        </p:cTn>
                                        <p:tgtEl>
                                          <p:spTgt spid="4"/>
                                        </p:tgtEl>
                                        <p:attrNameLst>
                                          <p:attrName>style.visibility</p:attrName>
                                        </p:attrNameLst>
                                      </p:cBhvr>
                                      <p:to>
                                        <p:strVal val="visible"/>
                                      </p:to>
                                    </p:set>
                                    <p:animEffect transition="in" filter="checkerboard(across)">
                                      <p:cBhvr>
                                        <p:cTn id="47" dur="1000"/>
                                        <p:tgtEl>
                                          <p:spTgt spid="4"/>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5" presetClass="entr" presetSubtype="10" fill="hold" nodeType="clickEffect">
                                  <p:stCondLst>
                                    <p:cond delay="0"/>
                                  </p:stCondLst>
                                  <p:childTnLst>
                                    <p:set>
                                      <p:cBhvr>
                                        <p:cTn id="51" dur="1" fill="hold">
                                          <p:stCondLst>
                                            <p:cond delay="0"/>
                                          </p:stCondLst>
                                        </p:cTn>
                                        <p:tgtEl>
                                          <p:spTgt spid="2"/>
                                        </p:tgtEl>
                                        <p:attrNameLst>
                                          <p:attrName>style.visibility</p:attrName>
                                        </p:attrNameLst>
                                      </p:cBhvr>
                                      <p:to>
                                        <p:strVal val="visible"/>
                                      </p:to>
                                    </p:set>
                                    <p:animEffect transition="in" filter="checkerboard(across)">
                                      <p:cBhvr>
                                        <p:cTn id="52" dur="1000"/>
                                        <p:tgtEl>
                                          <p:spTgt spid="2"/>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5" presetClass="entr" presetSubtype="10" fill="hold" nodeType="clickEffect">
                                  <p:stCondLst>
                                    <p:cond delay="0"/>
                                  </p:stCondLst>
                                  <p:childTnLst>
                                    <p:set>
                                      <p:cBhvr>
                                        <p:cTn id="56" dur="1" fill="hold">
                                          <p:stCondLst>
                                            <p:cond delay="0"/>
                                          </p:stCondLst>
                                        </p:cTn>
                                        <p:tgtEl>
                                          <p:spTgt spid="3"/>
                                        </p:tgtEl>
                                        <p:attrNameLst>
                                          <p:attrName>style.visibility</p:attrName>
                                        </p:attrNameLst>
                                      </p:cBhvr>
                                      <p:to>
                                        <p:strVal val="visible"/>
                                      </p:to>
                                    </p:set>
                                    <p:animEffect transition="in" filter="checkerboard(across)">
                                      <p:cBhvr>
                                        <p:cTn id="57" dur="1000"/>
                                        <p:tgtEl>
                                          <p:spTgt spid="3"/>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16" presetClass="entr" presetSubtype="42" fill="hold" nodeType="clickEffect">
                                  <p:stCondLst>
                                    <p:cond delay="0"/>
                                  </p:stCondLst>
                                  <p:childTnLst>
                                    <p:set>
                                      <p:cBhvr>
                                        <p:cTn id="61" dur="1" fill="hold">
                                          <p:stCondLst>
                                            <p:cond delay="0"/>
                                          </p:stCondLst>
                                        </p:cTn>
                                        <p:tgtEl>
                                          <p:spTgt spid="104461"/>
                                        </p:tgtEl>
                                        <p:attrNameLst>
                                          <p:attrName>style.visibility</p:attrName>
                                        </p:attrNameLst>
                                      </p:cBhvr>
                                      <p:to>
                                        <p:strVal val="visible"/>
                                      </p:to>
                                    </p:set>
                                    <p:animEffect transition="in" filter="barn(outHorizontal)">
                                      <p:cBhvr>
                                        <p:cTn id="62" dur="1000"/>
                                        <p:tgtEl>
                                          <p:spTgt spid="104461"/>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16" presetClass="entr" presetSubtype="42" fill="hold" nodeType="clickEffect">
                                  <p:stCondLst>
                                    <p:cond delay="0"/>
                                  </p:stCondLst>
                                  <p:childTnLst>
                                    <p:set>
                                      <p:cBhvr>
                                        <p:cTn id="66" dur="1" fill="hold">
                                          <p:stCondLst>
                                            <p:cond delay="0"/>
                                          </p:stCondLst>
                                        </p:cTn>
                                        <p:tgtEl>
                                          <p:spTgt spid="104462"/>
                                        </p:tgtEl>
                                        <p:attrNameLst>
                                          <p:attrName>style.visibility</p:attrName>
                                        </p:attrNameLst>
                                      </p:cBhvr>
                                      <p:to>
                                        <p:strVal val="visible"/>
                                      </p:to>
                                    </p:set>
                                    <p:animEffect transition="in" filter="barn(outHorizontal)">
                                      <p:cBhvr>
                                        <p:cTn id="67" dur="1000"/>
                                        <p:tgtEl>
                                          <p:spTgt spid="1044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2" grpId="0"/>
      <p:bldP spid="104456" grpId="0"/>
      <p:bldP spid="104458" grpId="0"/>
    </p:bld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62466" name="Object 2">
            <a:extLst>
              <a:ext uri="{FF2B5EF4-FFF2-40B4-BE49-F238E27FC236}">
                <a16:creationId xmlns:a16="http://schemas.microsoft.com/office/drawing/2014/main" id="{D3C85606-084F-496C-8B12-D8295899C780}"/>
              </a:ext>
            </a:extLst>
          </p:cNvPr>
          <p:cNvGraphicFramePr>
            <a:graphicFrameLocks noChangeAspect="1"/>
          </p:cNvGraphicFramePr>
          <p:nvPr/>
        </p:nvGraphicFramePr>
        <p:xfrm>
          <a:off x="889000" y="2449513"/>
          <a:ext cx="4851400" cy="776287"/>
        </p:xfrm>
        <a:graphic>
          <a:graphicData uri="http://schemas.openxmlformats.org/presentationml/2006/ole">
            <mc:AlternateContent xmlns:mc="http://schemas.openxmlformats.org/markup-compatibility/2006">
              <mc:Choice xmlns:v="urn:schemas-microsoft-com:vml" Requires="v">
                <p:oleObj spid="_x0000_s18477" name="Equation" r:id="rId3" imgW="1879600" imgH="355600" progId="Equation.DSMT4">
                  <p:embed/>
                </p:oleObj>
              </mc:Choice>
              <mc:Fallback>
                <p:oleObj name="Equation" r:id="rId3" imgW="1879600" imgH="355600"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9000" y="2449513"/>
                        <a:ext cx="4851400" cy="776287"/>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2467" name="Object 3">
            <a:extLst>
              <a:ext uri="{FF2B5EF4-FFF2-40B4-BE49-F238E27FC236}">
                <a16:creationId xmlns:a16="http://schemas.microsoft.com/office/drawing/2014/main" id="{FEC5FD2A-5E49-41B1-B3EE-A4C8E1E49877}"/>
              </a:ext>
            </a:extLst>
          </p:cNvPr>
          <p:cNvGraphicFramePr>
            <a:graphicFrameLocks noChangeAspect="1"/>
          </p:cNvGraphicFramePr>
          <p:nvPr/>
        </p:nvGraphicFramePr>
        <p:xfrm>
          <a:off x="457200" y="3287713"/>
          <a:ext cx="4191000" cy="552450"/>
        </p:xfrm>
        <a:graphic>
          <a:graphicData uri="http://schemas.openxmlformats.org/presentationml/2006/ole">
            <mc:AlternateContent xmlns:mc="http://schemas.openxmlformats.org/markup-compatibility/2006">
              <mc:Choice xmlns:v="urn:schemas-microsoft-com:vml" Requires="v">
                <p:oleObj spid="_x0000_s18478" name="公式" r:id="rId5" imgW="1447800" imgH="241300" progId="Equation.3">
                  <p:embed/>
                </p:oleObj>
              </mc:Choice>
              <mc:Fallback>
                <p:oleObj name="公式" r:id="rId5" imgW="1447800" imgH="2413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7200" y="3287713"/>
                        <a:ext cx="4191000" cy="5524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2468" name="Object 4">
            <a:extLst>
              <a:ext uri="{FF2B5EF4-FFF2-40B4-BE49-F238E27FC236}">
                <a16:creationId xmlns:a16="http://schemas.microsoft.com/office/drawing/2014/main" id="{DFD10314-492D-4A84-AD6C-6253128B74AF}"/>
              </a:ext>
            </a:extLst>
          </p:cNvPr>
          <p:cNvGraphicFramePr>
            <a:graphicFrameLocks noChangeAspect="1"/>
          </p:cNvGraphicFramePr>
          <p:nvPr/>
        </p:nvGraphicFramePr>
        <p:xfrm>
          <a:off x="768350" y="3883025"/>
          <a:ext cx="2652713" cy="782638"/>
        </p:xfrm>
        <a:graphic>
          <a:graphicData uri="http://schemas.openxmlformats.org/presentationml/2006/ole">
            <mc:AlternateContent xmlns:mc="http://schemas.openxmlformats.org/markup-compatibility/2006">
              <mc:Choice xmlns:v="urn:schemas-microsoft-com:vml" Requires="v">
                <p:oleObj spid="_x0000_s18479" name="Equation" r:id="rId7" imgW="926698" imgH="355446" progId="Equation.DSMT4">
                  <p:embed/>
                </p:oleObj>
              </mc:Choice>
              <mc:Fallback>
                <p:oleObj name="Equation" r:id="rId7" imgW="926698" imgH="355446" progId="Equation.DSMT4">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68350" y="3883025"/>
                        <a:ext cx="2652713" cy="782638"/>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2469" name="Object 5">
            <a:extLst>
              <a:ext uri="{FF2B5EF4-FFF2-40B4-BE49-F238E27FC236}">
                <a16:creationId xmlns:a16="http://schemas.microsoft.com/office/drawing/2014/main" id="{AFCC0C8B-27AA-4E6E-BEEC-A97C2B658FBC}"/>
              </a:ext>
            </a:extLst>
          </p:cNvPr>
          <p:cNvGraphicFramePr>
            <a:graphicFrameLocks noChangeAspect="1"/>
          </p:cNvGraphicFramePr>
          <p:nvPr/>
        </p:nvGraphicFramePr>
        <p:xfrm>
          <a:off x="884238" y="4722813"/>
          <a:ext cx="2725737" cy="739775"/>
        </p:xfrm>
        <a:graphic>
          <a:graphicData uri="http://schemas.openxmlformats.org/presentationml/2006/ole">
            <mc:AlternateContent xmlns:mc="http://schemas.openxmlformats.org/markup-compatibility/2006">
              <mc:Choice xmlns:v="urn:schemas-microsoft-com:vml" Requires="v">
                <p:oleObj spid="_x0000_s18480" name="Equation" r:id="rId9" imgW="1129810" imgH="355446" progId="Equation.DSMT4">
                  <p:embed/>
                </p:oleObj>
              </mc:Choice>
              <mc:Fallback>
                <p:oleObj name="Equation" r:id="rId9" imgW="1129810" imgH="355446" progId="Equation.DSMT4">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84238" y="4722813"/>
                        <a:ext cx="2725737" cy="739775"/>
                      </a:xfrm>
                      <a:prstGeom prst="rect">
                        <a:avLst/>
                      </a:prstGeom>
                      <a:noFill/>
                      <a:ln>
                        <a:noFill/>
                      </a:ln>
                      <a:effectLst/>
                      <a:extLst>
                        <a:ext uri="{909E8E84-426E-40DD-AFC4-6F175D3DCCD1}">
                          <a14:hiddenFill xmlns:a14="http://schemas.microsoft.com/office/drawing/2010/main">
                            <a:solidFill>
                              <a:srgbClr val="00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38" name="Text Box 6">
            <a:extLst>
              <a:ext uri="{FF2B5EF4-FFF2-40B4-BE49-F238E27FC236}">
                <a16:creationId xmlns:a16="http://schemas.microsoft.com/office/drawing/2014/main" id="{9EB9C602-CA43-4881-825D-69753551FDC1}"/>
              </a:ext>
            </a:extLst>
          </p:cNvPr>
          <p:cNvSpPr txBox="1">
            <a:spLocks noChangeArrowheads="1"/>
          </p:cNvSpPr>
          <p:nvPr/>
        </p:nvSpPr>
        <p:spPr bwMode="auto">
          <a:xfrm>
            <a:off x="457200" y="533400"/>
            <a:ext cx="3467100" cy="579438"/>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3200" b="1"/>
              <a:t>生育率 </a:t>
            </a:r>
            <a:r>
              <a:rPr lang="en-US" altLang="zh-CN" sz="2800" b="1" i="1"/>
              <a:t>f</a:t>
            </a:r>
            <a:r>
              <a:rPr lang="en-US" altLang="zh-CN" sz="2800" b="1"/>
              <a:t>(</a:t>
            </a:r>
            <a:r>
              <a:rPr lang="en-US" altLang="zh-CN" sz="2800" b="1" i="1"/>
              <a:t>t</a:t>
            </a:r>
            <a:r>
              <a:rPr lang="en-US" altLang="zh-CN" sz="2800" b="1"/>
              <a:t>)</a:t>
            </a:r>
            <a:r>
              <a:rPr lang="en-US" altLang="zh-CN" sz="2800" b="1">
                <a:solidFill>
                  <a:srgbClr val="FF3300"/>
                </a:solidFill>
              </a:rPr>
              <a:t> </a:t>
            </a:r>
            <a:r>
              <a:rPr lang="zh-CN" altLang="en-US" sz="3200" b="1"/>
              <a:t>的分解</a:t>
            </a:r>
          </a:p>
        </p:txBody>
      </p:sp>
      <p:graphicFrame>
        <p:nvGraphicFramePr>
          <p:cNvPr id="62474" name="Object 10">
            <a:extLst>
              <a:ext uri="{FF2B5EF4-FFF2-40B4-BE49-F238E27FC236}">
                <a16:creationId xmlns:a16="http://schemas.microsoft.com/office/drawing/2014/main" id="{9491DD31-D87D-4651-BAE2-4A0A17034A6B}"/>
              </a:ext>
            </a:extLst>
          </p:cNvPr>
          <p:cNvGraphicFramePr>
            <a:graphicFrameLocks noChangeAspect="1"/>
          </p:cNvGraphicFramePr>
          <p:nvPr/>
        </p:nvGraphicFramePr>
        <p:xfrm>
          <a:off x="1176338" y="5543550"/>
          <a:ext cx="5875337" cy="795338"/>
        </p:xfrm>
        <a:graphic>
          <a:graphicData uri="http://schemas.openxmlformats.org/presentationml/2006/ole">
            <mc:AlternateContent xmlns:mc="http://schemas.openxmlformats.org/markup-compatibility/2006">
              <mc:Choice xmlns:v="urn:schemas-microsoft-com:vml" Requires="v">
                <p:oleObj spid="_x0000_s18481" name="Equation" r:id="rId11" imgW="2145369" imgH="355446" progId="Equation.DSMT4">
                  <p:embed/>
                </p:oleObj>
              </mc:Choice>
              <mc:Fallback>
                <p:oleObj name="Equation" r:id="rId11" imgW="2145369" imgH="355446" progId="Equation.DSMT4">
                  <p:embed/>
                  <p:pic>
                    <p:nvPicPr>
                      <p:cNvPr id="0" name="Object 1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76338" y="5543550"/>
                        <a:ext cx="5875337" cy="795338"/>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2475" name="Text Box 11">
            <a:extLst>
              <a:ext uri="{FF2B5EF4-FFF2-40B4-BE49-F238E27FC236}">
                <a16:creationId xmlns:a16="http://schemas.microsoft.com/office/drawing/2014/main" id="{D2434AEF-D0F3-49DB-87FE-827B2449B7B9}"/>
              </a:ext>
            </a:extLst>
          </p:cNvPr>
          <p:cNvSpPr txBox="1">
            <a:spLocks noChangeArrowheads="1"/>
          </p:cNvSpPr>
          <p:nvPr/>
        </p:nvSpPr>
        <p:spPr bwMode="auto">
          <a:xfrm>
            <a:off x="3995738" y="4797425"/>
            <a:ext cx="2397125" cy="519113"/>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ea typeface="楷体_GB2312" pitchFamily="49" charset="-122"/>
                <a:sym typeface="Symbol" panose="05050102010706020507" pitchFamily="18" charset="2"/>
              </a:rPr>
              <a:t></a:t>
            </a:r>
            <a:r>
              <a:rPr lang="en-US" altLang="zh-CN" sz="2800" b="1">
                <a:ea typeface="楷体_GB2312" pitchFamily="49" charset="-122"/>
                <a:sym typeface="Symbol" panose="05050102010706020507" pitchFamily="18" charset="2"/>
              </a:rPr>
              <a:t>~</a:t>
            </a:r>
            <a:r>
              <a:rPr lang="zh-CN" altLang="en-US" sz="2800" b="1">
                <a:ea typeface="楷体_GB2312" pitchFamily="49" charset="-122"/>
              </a:rPr>
              <a:t>总和生育率</a:t>
            </a:r>
          </a:p>
        </p:txBody>
      </p:sp>
      <p:sp>
        <p:nvSpPr>
          <p:cNvPr id="62476" name="Text Box 12">
            <a:extLst>
              <a:ext uri="{FF2B5EF4-FFF2-40B4-BE49-F238E27FC236}">
                <a16:creationId xmlns:a16="http://schemas.microsoft.com/office/drawing/2014/main" id="{0BC14503-2F47-4058-A6EE-A06173B193DF}"/>
              </a:ext>
            </a:extLst>
          </p:cNvPr>
          <p:cNvSpPr txBox="1">
            <a:spLocks noChangeArrowheads="1"/>
          </p:cNvSpPr>
          <p:nvPr/>
        </p:nvSpPr>
        <p:spPr bwMode="auto">
          <a:xfrm>
            <a:off x="4067175" y="3933825"/>
            <a:ext cx="2016125" cy="519113"/>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ea typeface="楷体_GB2312" pitchFamily="49" charset="-122"/>
              </a:rPr>
              <a:t>h</a:t>
            </a:r>
            <a:r>
              <a:rPr lang="en-US" altLang="zh-CN" sz="2800" b="1">
                <a:ea typeface="楷体_GB2312" pitchFamily="49" charset="-122"/>
              </a:rPr>
              <a:t>~</a:t>
            </a:r>
            <a:r>
              <a:rPr lang="zh-CN" altLang="en-US" sz="2800" b="1">
                <a:ea typeface="楷体_GB2312" pitchFamily="49" charset="-122"/>
              </a:rPr>
              <a:t>生育模式</a:t>
            </a:r>
            <a:endParaRPr lang="zh-CN" altLang="en-US" sz="2800" b="1"/>
          </a:p>
        </p:txBody>
      </p:sp>
      <p:grpSp>
        <p:nvGrpSpPr>
          <p:cNvPr id="2" name="Group 13">
            <a:extLst>
              <a:ext uri="{FF2B5EF4-FFF2-40B4-BE49-F238E27FC236}">
                <a16:creationId xmlns:a16="http://schemas.microsoft.com/office/drawing/2014/main" id="{93FA1980-862A-4893-B111-CBB91CF14764}"/>
              </a:ext>
            </a:extLst>
          </p:cNvPr>
          <p:cNvGrpSpPr>
            <a:grpSpLocks/>
          </p:cNvGrpSpPr>
          <p:nvPr/>
        </p:nvGrpSpPr>
        <p:grpSpPr bwMode="auto">
          <a:xfrm>
            <a:off x="6553200" y="2525713"/>
            <a:ext cx="2514600" cy="1484312"/>
            <a:chOff x="1440" y="1632"/>
            <a:chExt cx="1584" cy="935"/>
          </a:xfrm>
        </p:grpSpPr>
        <p:sp>
          <p:nvSpPr>
            <p:cNvPr id="18447" name="Line 14">
              <a:extLst>
                <a:ext uri="{FF2B5EF4-FFF2-40B4-BE49-F238E27FC236}">
                  <a16:creationId xmlns:a16="http://schemas.microsoft.com/office/drawing/2014/main" id="{38C237D4-691A-4587-A0A3-1615B1390204}"/>
                </a:ext>
              </a:extLst>
            </p:cNvPr>
            <p:cNvSpPr>
              <a:spLocks noChangeShapeType="1"/>
            </p:cNvSpPr>
            <p:nvPr/>
          </p:nvSpPr>
          <p:spPr bwMode="auto">
            <a:xfrm>
              <a:off x="1536" y="2352"/>
              <a:ext cx="139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48" name="Line 15">
              <a:extLst>
                <a:ext uri="{FF2B5EF4-FFF2-40B4-BE49-F238E27FC236}">
                  <a16:creationId xmlns:a16="http://schemas.microsoft.com/office/drawing/2014/main" id="{0E1EE6BA-F159-40D6-BE6F-20253CA1F0B7}"/>
                </a:ext>
              </a:extLst>
            </p:cNvPr>
            <p:cNvSpPr>
              <a:spLocks noChangeShapeType="1"/>
            </p:cNvSpPr>
            <p:nvPr/>
          </p:nvSpPr>
          <p:spPr bwMode="auto">
            <a:xfrm flipV="1">
              <a:off x="1536" y="1728"/>
              <a:ext cx="0" cy="62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49" name="Arc 16">
              <a:extLst>
                <a:ext uri="{FF2B5EF4-FFF2-40B4-BE49-F238E27FC236}">
                  <a16:creationId xmlns:a16="http://schemas.microsoft.com/office/drawing/2014/main" id="{64E898BC-A90F-468A-A2F2-9331C3212E43}"/>
                </a:ext>
              </a:extLst>
            </p:cNvPr>
            <p:cNvSpPr>
              <a:spLocks/>
            </p:cNvSpPr>
            <p:nvPr/>
          </p:nvSpPr>
          <p:spPr bwMode="auto">
            <a:xfrm>
              <a:off x="2208" y="1852"/>
              <a:ext cx="206" cy="21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8450" name="Arc 17">
              <a:extLst>
                <a:ext uri="{FF2B5EF4-FFF2-40B4-BE49-F238E27FC236}">
                  <a16:creationId xmlns:a16="http://schemas.microsoft.com/office/drawing/2014/main" id="{6F8600F0-D473-4824-86DB-8D89A890D14F}"/>
                </a:ext>
              </a:extLst>
            </p:cNvPr>
            <p:cNvSpPr>
              <a:spLocks/>
            </p:cNvSpPr>
            <p:nvPr/>
          </p:nvSpPr>
          <p:spPr bwMode="auto">
            <a:xfrm flipH="1">
              <a:off x="2031" y="1852"/>
              <a:ext cx="177" cy="19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8451" name="Arc 18">
              <a:extLst>
                <a:ext uri="{FF2B5EF4-FFF2-40B4-BE49-F238E27FC236}">
                  <a16:creationId xmlns:a16="http://schemas.microsoft.com/office/drawing/2014/main" id="{555BBF8E-4496-477C-9B00-2896111A50CB}"/>
                </a:ext>
              </a:extLst>
            </p:cNvPr>
            <p:cNvSpPr>
              <a:spLocks/>
            </p:cNvSpPr>
            <p:nvPr/>
          </p:nvSpPr>
          <p:spPr bwMode="auto">
            <a:xfrm flipH="1" flipV="1">
              <a:off x="2414" y="2070"/>
              <a:ext cx="266" cy="286"/>
            </a:xfrm>
            <a:custGeom>
              <a:avLst/>
              <a:gdLst>
                <a:gd name="T0" fmla="*/ 0 w 21600"/>
                <a:gd name="T1" fmla="*/ 0 h 21302"/>
                <a:gd name="T2" fmla="*/ 0 w 21600"/>
                <a:gd name="T3" fmla="*/ 0 h 21302"/>
                <a:gd name="T4" fmla="*/ 0 w 21600"/>
                <a:gd name="T5" fmla="*/ 0 h 21302"/>
                <a:gd name="T6" fmla="*/ 0 60000 65536"/>
                <a:gd name="T7" fmla="*/ 0 60000 65536"/>
                <a:gd name="T8" fmla="*/ 0 60000 65536"/>
                <a:gd name="T9" fmla="*/ 0 w 21600"/>
                <a:gd name="T10" fmla="*/ 0 h 21302"/>
                <a:gd name="T11" fmla="*/ 21600 w 21600"/>
                <a:gd name="T12" fmla="*/ 21302 h 21302"/>
              </a:gdLst>
              <a:ahLst/>
              <a:cxnLst>
                <a:cxn ang="T6">
                  <a:pos x="T0" y="T1"/>
                </a:cxn>
                <a:cxn ang="T7">
                  <a:pos x="T2" y="T3"/>
                </a:cxn>
                <a:cxn ang="T8">
                  <a:pos x="T4" y="T5"/>
                </a:cxn>
              </a:cxnLst>
              <a:rect l="T9" t="T10" r="T11" b="T12"/>
              <a:pathLst>
                <a:path w="21600" h="21302" fill="none" extrusionOk="0">
                  <a:moveTo>
                    <a:pt x="3575" y="-1"/>
                  </a:moveTo>
                  <a:cubicBezTo>
                    <a:pt x="13979" y="1745"/>
                    <a:pt x="21600" y="10752"/>
                    <a:pt x="21600" y="21302"/>
                  </a:cubicBezTo>
                </a:path>
                <a:path w="21600" h="21302" stroke="0" extrusionOk="0">
                  <a:moveTo>
                    <a:pt x="3575" y="-1"/>
                  </a:moveTo>
                  <a:cubicBezTo>
                    <a:pt x="13979" y="1745"/>
                    <a:pt x="21600" y="10752"/>
                    <a:pt x="21600" y="21302"/>
                  </a:cubicBezTo>
                  <a:lnTo>
                    <a:pt x="0" y="21302"/>
                  </a:lnTo>
                  <a:lnTo>
                    <a:pt x="3575" y="-1"/>
                  </a:ln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8452" name="Arc 19">
              <a:extLst>
                <a:ext uri="{FF2B5EF4-FFF2-40B4-BE49-F238E27FC236}">
                  <a16:creationId xmlns:a16="http://schemas.microsoft.com/office/drawing/2014/main" id="{1D13EABD-9E40-4D10-B36D-6E36F83C7901}"/>
                </a:ext>
              </a:extLst>
            </p:cNvPr>
            <p:cNvSpPr>
              <a:spLocks/>
            </p:cNvSpPr>
            <p:nvPr/>
          </p:nvSpPr>
          <p:spPr bwMode="auto">
            <a:xfrm flipV="1">
              <a:off x="1765" y="2021"/>
              <a:ext cx="266" cy="339"/>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18453" name="Object 20">
              <a:extLst>
                <a:ext uri="{FF2B5EF4-FFF2-40B4-BE49-F238E27FC236}">
                  <a16:creationId xmlns:a16="http://schemas.microsoft.com/office/drawing/2014/main" id="{54913D3C-5AC8-44DE-9D9F-596546C22985}"/>
                </a:ext>
              </a:extLst>
            </p:cNvPr>
            <p:cNvGraphicFramePr>
              <a:graphicFrameLocks noChangeAspect="1"/>
            </p:cNvGraphicFramePr>
            <p:nvPr/>
          </p:nvGraphicFramePr>
          <p:xfrm>
            <a:off x="1636" y="1632"/>
            <a:ext cx="716" cy="222"/>
          </p:xfrm>
          <a:graphic>
            <a:graphicData uri="http://schemas.openxmlformats.org/presentationml/2006/ole">
              <mc:AlternateContent xmlns:mc="http://schemas.openxmlformats.org/markup-compatibility/2006">
                <mc:Choice xmlns:v="urn:schemas-microsoft-com:vml" Requires="v">
                  <p:oleObj spid="_x0000_s18482" name="公式" r:id="rId13" imgW="1002865" imgH="241195" progId="Equation.3">
                    <p:embed/>
                  </p:oleObj>
                </mc:Choice>
                <mc:Fallback>
                  <p:oleObj name="公式" r:id="rId13" imgW="1002865" imgH="241195" progId="Equation.3">
                    <p:embed/>
                    <p:pic>
                      <p:nvPicPr>
                        <p:cNvPr id="0" name="Object 2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636" y="1632"/>
                          <a:ext cx="716" cy="2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54" name="Text Box 21">
              <a:extLst>
                <a:ext uri="{FF2B5EF4-FFF2-40B4-BE49-F238E27FC236}">
                  <a16:creationId xmlns:a16="http://schemas.microsoft.com/office/drawing/2014/main" id="{0FE7C325-C376-4240-A981-1663A05177FF}"/>
                </a:ext>
              </a:extLst>
            </p:cNvPr>
            <p:cNvSpPr txBox="1">
              <a:spLocks noChangeArrowheads="1"/>
            </p:cNvSpPr>
            <p:nvPr/>
          </p:nvSpPr>
          <p:spPr bwMode="auto">
            <a:xfrm>
              <a:off x="1440" y="2336"/>
              <a:ext cx="19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800" i="1"/>
                <a:t>O</a:t>
              </a:r>
            </a:p>
          </p:txBody>
        </p:sp>
        <p:graphicFrame>
          <p:nvGraphicFramePr>
            <p:cNvPr id="18455" name="Object 22">
              <a:extLst>
                <a:ext uri="{FF2B5EF4-FFF2-40B4-BE49-F238E27FC236}">
                  <a16:creationId xmlns:a16="http://schemas.microsoft.com/office/drawing/2014/main" id="{72077336-3FE9-41E6-B59E-784B5774C065}"/>
                </a:ext>
              </a:extLst>
            </p:cNvPr>
            <p:cNvGraphicFramePr>
              <a:graphicFrameLocks noChangeAspect="1"/>
            </p:cNvGraphicFramePr>
            <p:nvPr/>
          </p:nvGraphicFramePr>
          <p:xfrm>
            <a:off x="1765" y="2360"/>
            <a:ext cx="125" cy="184"/>
          </p:xfrm>
          <a:graphic>
            <a:graphicData uri="http://schemas.openxmlformats.org/presentationml/2006/ole">
              <mc:AlternateContent xmlns:mc="http://schemas.openxmlformats.org/markup-compatibility/2006">
                <mc:Choice xmlns:v="urn:schemas-microsoft-com:vml" Requires="v">
                  <p:oleObj spid="_x0000_s18483" name="公式" r:id="rId15" imgW="139639" imgH="253890" progId="Equation.3">
                    <p:embed/>
                  </p:oleObj>
                </mc:Choice>
                <mc:Fallback>
                  <p:oleObj name="公式" r:id="rId15" imgW="139639" imgH="253890" progId="Equation.3">
                    <p:embed/>
                    <p:pic>
                      <p:nvPicPr>
                        <p:cNvPr id="0" name="Object 2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765" y="2360"/>
                          <a:ext cx="125" cy="1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456" name="Object 23">
              <a:extLst>
                <a:ext uri="{FF2B5EF4-FFF2-40B4-BE49-F238E27FC236}">
                  <a16:creationId xmlns:a16="http://schemas.microsoft.com/office/drawing/2014/main" id="{4CFD1A0D-C987-4972-AB1D-39C1A5B60D97}"/>
                </a:ext>
              </a:extLst>
            </p:cNvPr>
            <p:cNvGraphicFramePr>
              <a:graphicFrameLocks noChangeAspect="1"/>
            </p:cNvGraphicFramePr>
            <p:nvPr/>
          </p:nvGraphicFramePr>
          <p:xfrm>
            <a:off x="2604" y="2336"/>
            <a:ext cx="152" cy="208"/>
          </p:xfrm>
          <a:graphic>
            <a:graphicData uri="http://schemas.openxmlformats.org/presentationml/2006/ole">
              <mc:AlternateContent xmlns:mc="http://schemas.openxmlformats.org/markup-compatibility/2006">
                <mc:Choice xmlns:v="urn:schemas-microsoft-com:vml" Requires="v">
                  <p:oleObj spid="_x0000_s18484" name="公式" r:id="rId17" imgW="152268" imgH="253780" progId="Equation.3">
                    <p:embed/>
                  </p:oleObj>
                </mc:Choice>
                <mc:Fallback>
                  <p:oleObj name="公式" r:id="rId17" imgW="152268" imgH="253780" progId="Equation.3">
                    <p:embed/>
                    <p:pic>
                      <p:nvPicPr>
                        <p:cNvPr id="0" name="Object 2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604" y="2336"/>
                          <a:ext cx="152" cy="2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457" name="Object 24">
              <a:extLst>
                <a:ext uri="{FF2B5EF4-FFF2-40B4-BE49-F238E27FC236}">
                  <a16:creationId xmlns:a16="http://schemas.microsoft.com/office/drawing/2014/main" id="{FB2C20C6-6093-45C8-8AAA-1D9D7EE87A57}"/>
                </a:ext>
              </a:extLst>
            </p:cNvPr>
            <p:cNvGraphicFramePr>
              <a:graphicFrameLocks noChangeAspect="1"/>
            </p:cNvGraphicFramePr>
            <p:nvPr/>
          </p:nvGraphicFramePr>
          <p:xfrm>
            <a:off x="2880" y="2384"/>
            <a:ext cx="144" cy="132"/>
          </p:xfrm>
          <a:graphic>
            <a:graphicData uri="http://schemas.openxmlformats.org/presentationml/2006/ole">
              <mc:AlternateContent xmlns:mc="http://schemas.openxmlformats.org/markup-compatibility/2006">
                <mc:Choice xmlns:v="urn:schemas-microsoft-com:vml" Requires="v">
                  <p:oleObj spid="_x0000_s18485" name="公式" r:id="rId19" imgW="126835" imgH="139518" progId="Equation.3">
                    <p:embed/>
                  </p:oleObj>
                </mc:Choice>
                <mc:Fallback>
                  <p:oleObj name="公式" r:id="rId19" imgW="126835" imgH="139518" progId="Equation.3">
                    <p:embed/>
                    <p:pic>
                      <p:nvPicPr>
                        <p:cNvPr id="0" name="Object 24"/>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880" y="2384"/>
                          <a:ext cx="144" cy="1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pic>
        <p:nvPicPr>
          <p:cNvPr id="18443" name="Picture 25" descr="PE02043_">
            <a:extLst>
              <a:ext uri="{FF2B5EF4-FFF2-40B4-BE49-F238E27FC236}">
                <a16:creationId xmlns:a16="http://schemas.microsoft.com/office/drawing/2014/main" id="{E4B26084-9BF5-4526-A50C-30BA0C636751}"/>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8024813" y="565150"/>
            <a:ext cx="690562" cy="1008063"/>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103447" name="Text Box 23">
            <a:extLst>
              <a:ext uri="{FF2B5EF4-FFF2-40B4-BE49-F238E27FC236}">
                <a16:creationId xmlns:a16="http://schemas.microsoft.com/office/drawing/2014/main" id="{23B68E6E-E5EE-4D55-82AD-020FF6687963}"/>
              </a:ext>
            </a:extLst>
          </p:cNvPr>
          <p:cNvSpPr txBox="1">
            <a:spLocks noChangeArrowheads="1"/>
          </p:cNvSpPr>
          <p:nvPr/>
        </p:nvSpPr>
        <p:spPr bwMode="auto">
          <a:xfrm>
            <a:off x="468313" y="1196975"/>
            <a:ext cx="40322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t>k</a:t>
            </a:r>
            <a:r>
              <a:rPr lang="en-US" altLang="zh-CN" sz="2800" b="1"/>
              <a:t>(</a:t>
            </a:r>
            <a:r>
              <a:rPr lang="en-US" altLang="zh-CN" sz="2800" b="1" i="1"/>
              <a:t>r,t</a:t>
            </a:r>
            <a:r>
              <a:rPr lang="en-US" altLang="zh-CN" sz="2800" b="1"/>
              <a:t>) ~(</a:t>
            </a:r>
            <a:r>
              <a:rPr lang="zh-CN" altLang="en-US" sz="2800" b="1"/>
              <a:t>女性</a:t>
            </a:r>
            <a:r>
              <a:rPr lang="en-US" altLang="zh-CN" sz="2800" b="1"/>
              <a:t>)</a:t>
            </a:r>
            <a:r>
              <a:rPr lang="zh-CN" altLang="en-US" sz="2800" b="1"/>
              <a:t>性别比函数</a:t>
            </a:r>
          </a:p>
        </p:txBody>
      </p:sp>
      <p:sp>
        <p:nvSpPr>
          <p:cNvPr id="103448" name="Text Box 24">
            <a:extLst>
              <a:ext uri="{FF2B5EF4-FFF2-40B4-BE49-F238E27FC236}">
                <a16:creationId xmlns:a16="http://schemas.microsoft.com/office/drawing/2014/main" id="{74C0759E-48D4-4B6B-8D15-9912EAF59A7B}"/>
              </a:ext>
            </a:extLst>
          </p:cNvPr>
          <p:cNvSpPr txBox="1">
            <a:spLocks noChangeArrowheads="1"/>
          </p:cNvSpPr>
          <p:nvPr/>
        </p:nvSpPr>
        <p:spPr bwMode="auto">
          <a:xfrm>
            <a:off x="468313" y="1773238"/>
            <a:ext cx="359886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t>b</a:t>
            </a:r>
            <a:r>
              <a:rPr lang="en-US" altLang="zh-CN" sz="2800" b="1"/>
              <a:t>(</a:t>
            </a:r>
            <a:r>
              <a:rPr lang="en-US" altLang="zh-CN" sz="2800" b="1" i="1"/>
              <a:t>r,t</a:t>
            </a:r>
            <a:r>
              <a:rPr lang="en-US" altLang="zh-CN" sz="2800" b="1"/>
              <a:t>) ~(</a:t>
            </a:r>
            <a:r>
              <a:rPr lang="zh-CN" altLang="en-US" sz="2800" b="1"/>
              <a:t>女性</a:t>
            </a:r>
            <a:r>
              <a:rPr lang="en-US" altLang="zh-CN" sz="2800" b="1"/>
              <a:t>)</a:t>
            </a:r>
            <a:r>
              <a:rPr lang="zh-CN" altLang="en-US" sz="2800" b="1"/>
              <a:t>生育数</a:t>
            </a:r>
          </a:p>
        </p:txBody>
      </p:sp>
      <p:sp>
        <p:nvSpPr>
          <p:cNvPr id="103449" name="Text Box 25">
            <a:extLst>
              <a:ext uri="{FF2B5EF4-FFF2-40B4-BE49-F238E27FC236}">
                <a16:creationId xmlns:a16="http://schemas.microsoft.com/office/drawing/2014/main" id="{093B3927-5349-4B34-A828-717B51767D5A}"/>
              </a:ext>
            </a:extLst>
          </p:cNvPr>
          <p:cNvSpPr txBox="1">
            <a:spLocks noChangeArrowheads="1"/>
          </p:cNvSpPr>
          <p:nvPr/>
        </p:nvSpPr>
        <p:spPr bwMode="auto">
          <a:xfrm>
            <a:off x="5003800" y="1773238"/>
            <a:ext cx="374491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a:t>[</a:t>
            </a:r>
            <a:r>
              <a:rPr lang="en-US" altLang="zh-CN" sz="2800" b="1" i="1"/>
              <a:t>r</a:t>
            </a:r>
            <a:r>
              <a:rPr lang="en-US" altLang="zh-CN" sz="2800" b="1" baseline="-25000"/>
              <a:t>1</a:t>
            </a:r>
            <a:r>
              <a:rPr lang="en-US" altLang="zh-CN" sz="2800" b="1" i="1"/>
              <a:t>,r</a:t>
            </a:r>
            <a:r>
              <a:rPr lang="en-US" altLang="zh-CN" sz="2800" b="1" baseline="-25000"/>
              <a:t>2</a:t>
            </a:r>
            <a:r>
              <a:rPr lang="en-US" altLang="zh-CN" sz="2800" b="1"/>
              <a:t>]~(</a:t>
            </a:r>
            <a:r>
              <a:rPr lang="zh-CN" altLang="en-US" sz="2800" b="1"/>
              <a:t>女性</a:t>
            </a:r>
            <a:r>
              <a:rPr lang="en-US" altLang="zh-CN" sz="2800" b="1"/>
              <a:t>)</a:t>
            </a:r>
            <a:r>
              <a:rPr lang="zh-CN" altLang="en-US" sz="2800" b="1"/>
              <a:t>育龄区间</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3447"/>
                                        </p:tgtEl>
                                        <p:attrNameLst>
                                          <p:attrName>style.visibility</p:attrName>
                                        </p:attrNameLst>
                                      </p:cBhvr>
                                      <p:to>
                                        <p:strVal val="visible"/>
                                      </p:to>
                                    </p:set>
                                    <p:animEffect transition="in" filter="blinds(horizontal)">
                                      <p:cBhvr>
                                        <p:cTn id="7" dur="500"/>
                                        <p:tgtEl>
                                          <p:spTgt spid="10344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3448"/>
                                        </p:tgtEl>
                                        <p:attrNameLst>
                                          <p:attrName>style.visibility</p:attrName>
                                        </p:attrNameLst>
                                      </p:cBhvr>
                                      <p:to>
                                        <p:strVal val="visible"/>
                                      </p:to>
                                    </p:set>
                                    <p:animEffect transition="in" filter="blinds(horizontal)">
                                      <p:cBhvr>
                                        <p:cTn id="12" dur="500"/>
                                        <p:tgtEl>
                                          <p:spTgt spid="10344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03449"/>
                                        </p:tgtEl>
                                        <p:attrNameLst>
                                          <p:attrName>style.visibility</p:attrName>
                                        </p:attrNameLst>
                                      </p:cBhvr>
                                      <p:to>
                                        <p:strVal val="visible"/>
                                      </p:to>
                                    </p:set>
                                    <p:animEffect transition="in" filter="blinds(horizontal)">
                                      <p:cBhvr>
                                        <p:cTn id="17" dur="500"/>
                                        <p:tgtEl>
                                          <p:spTgt spid="10344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62466"/>
                                        </p:tgtEl>
                                        <p:attrNameLst>
                                          <p:attrName>style.visibility</p:attrName>
                                        </p:attrNameLst>
                                      </p:cBhvr>
                                      <p:to>
                                        <p:strVal val="visible"/>
                                      </p:to>
                                    </p:set>
                                    <p:animEffect transition="in" filter="wipe(left)">
                                      <p:cBhvr>
                                        <p:cTn id="22" dur="1000"/>
                                        <p:tgtEl>
                                          <p:spTgt spid="6246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62467"/>
                                        </p:tgtEl>
                                        <p:attrNameLst>
                                          <p:attrName>style.visibility</p:attrName>
                                        </p:attrNameLst>
                                      </p:cBhvr>
                                      <p:to>
                                        <p:strVal val="visible"/>
                                      </p:to>
                                    </p:set>
                                    <p:animEffect transition="in" filter="box(in)">
                                      <p:cBhvr>
                                        <p:cTn id="27" dur="1000"/>
                                        <p:tgtEl>
                                          <p:spTgt spid="6246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62468"/>
                                        </p:tgtEl>
                                        <p:attrNameLst>
                                          <p:attrName>style.visibility</p:attrName>
                                        </p:attrNameLst>
                                      </p:cBhvr>
                                      <p:to>
                                        <p:strVal val="visible"/>
                                      </p:to>
                                    </p:set>
                                    <p:animEffect transition="in" filter="box(in)">
                                      <p:cBhvr>
                                        <p:cTn id="32" dur="1000"/>
                                        <p:tgtEl>
                                          <p:spTgt spid="6246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nodeType="click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dissolve">
                                      <p:cBhvr>
                                        <p:cTn id="37" dur="1000"/>
                                        <p:tgtEl>
                                          <p:spTgt spid="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6" presetClass="entr" presetSubtype="26" fill="hold" grpId="0" nodeType="clickEffect">
                                  <p:stCondLst>
                                    <p:cond delay="0"/>
                                  </p:stCondLst>
                                  <p:childTnLst>
                                    <p:set>
                                      <p:cBhvr>
                                        <p:cTn id="41" dur="1" fill="hold">
                                          <p:stCondLst>
                                            <p:cond delay="0"/>
                                          </p:stCondLst>
                                        </p:cTn>
                                        <p:tgtEl>
                                          <p:spTgt spid="62476"/>
                                        </p:tgtEl>
                                        <p:attrNameLst>
                                          <p:attrName>style.visibility</p:attrName>
                                        </p:attrNameLst>
                                      </p:cBhvr>
                                      <p:to>
                                        <p:strVal val="visible"/>
                                      </p:to>
                                    </p:set>
                                    <p:animEffect transition="in" filter="barn(inHorizontal)">
                                      <p:cBhvr>
                                        <p:cTn id="42" dur="1000"/>
                                        <p:tgtEl>
                                          <p:spTgt spid="62476"/>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5" fill="hold" nodeType="clickEffect">
                                  <p:stCondLst>
                                    <p:cond delay="0"/>
                                  </p:stCondLst>
                                  <p:childTnLst>
                                    <p:set>
                                      <p:cBhvr>
                                        <p:cTn id="46" dur="1" fill="hold">
                                          <p:stCondLst>
                                            <p:cond delay="0"/>
                                          </p:stCondLst>
                                        </p:cTn>
                                        <p:tgtEl>
                                          <p:spTgt spid="62469"/>
                                        </p:tgtEl>
                                        <p:attrNameLst>
                                          <p:attrName>style.visibility</p:attrName>
                                        </p:attrNameLst>
                                      </p:cBhvr>
                                      <p:to>
                                        <p:strVal val="visible"/>
                                      </p:to>
                                    </p:set>
                                    <p:animEffect transition="in" filter="blinds(vertical)">
                                      <p:cBhvr>
                                        <p:cTn id="47" dur="1000"/>
                                        <p:tgtEl>
                                          <p:spTgt spid="62469"/>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4" presetClass="entr" presetSubtype="16" fill="hold" grpId="0" nodeType="clickEffect">
                                  <p:stCondLst>
                                    <p:cond delay="0"/>
                                  </p:stCondLst>
                                  <p:childTnLst>
                                    <p:set>
                                      <p:cBhvr>
                                        <p:cTn id="51" dur="1" fill="hold">
                                          <p:stCondLst>
                                            <p:cond delay="0"/>
                                          </p:stCondLst>
                                        </p:cTn>
                                        <p:tgtEl>
                                          <p:spTgt spid="62475"/>
                                        </p:tgtEl>
                                        <p:attrNameLst>
                                          <p:attrName>style.visibility</p:attrName>
                                        </p:attrNameLst>
                                      </p:cBhvr>
                                      <p:to>
                                        <p:strVal val="visible"/>
                                      </p:to>
                                    </p:set>
                                    <p:animEffect transition="in" filter="box(in)">
                                      <p:cBhvr>
                                        <p:cTn id="52" dur="1000"/>
                                        <p:tgtEl>
                                          <p:spTgt spid="62475"/>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62474"/>
                                        </p:tgtEl>
                                        <p:attrNameLst>
                                          <p:attrName>style.visibility</p:attrName>
                                        </p:attrNameLst>
                                      </p:cBhvr>
                                      <p:to>
                                        <p:strVal val="visible"/>
                                      </p:to>
                                    </p:set>
                                    <p:animEffect transition="in" filter="wipe(left)">
                                      <p:cBhvr>
                                        <p:cTn id="57" dur="1000"/>
                                        <p:tgtEl>
                                          <p:spTgt spid="624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75" grpId="0" animBg="1"/>
      <p:bldP spid="62476" grpId="0" animBg="1" autoUpdateAnimBg="0"/>
      <p:bldP spid="103447" grpId="0"/>
      <p:bldP spid="103448" grpId="0"/>
      <p:bldP spid="103449" grpId="0"/>
    </p:bld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63490" name="Object 2">
            <a:extLst>
              <a:ext uri="{FF2B5EF4-FFF2-40B4-BE49-F238E27FC236}">
                <a16:creationId xmlns:a16="http://schemas.microsoft.com/office/drawing/2014/main" id="{6540C1E3-213F-4C9D-A299-3A860B7D952F}"/>
              </a:ext>
            </a:extLst>
          </p:cNvPr>
          <p:cNvGraphicFramePr>
            <a:graphicFrameLocks noChangeAspect="1"/>
          </p:cNvGraphicFramePr>
          <p:nvPr/>
        </p:nvGraphicFramePr>
        <p:xfrm>
          <a:off x="638175" y="2628900"/>
          <a:ext cx="4448175" cy="1417638"/>
        </p:xfrm>
        <a:graphic>
          <a:graphicData uri="http://schemas.openxmlformats.org/presentationml/2006/ole">
            <mc:AlternateContent xmlns:mc="http://schemas.openxmlformats.org/markup-compatibility/2006">
              <mc:Choice xmlns:v="urn:schemas-microsoft-com:vml" Requires="v">
                <p:oleObj spid="_x0000_s19514" name="Equation" r:id="rId3" imgW="2273300" imgH="711200" progId="Equation.DSMT4">
                  <p:embed/>
                </p:oleObj>
              </mc:Choice>
              <mc:Fallback>
                <p:oleObj name="Equation" r:id="rId3" imgW="2273300" imgH="711200"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8175" y="2628900"/>
                        <a:ext cx="4448175" cy="1417638"/>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491" name="Object 3">
            <a:extLst>
              <a:ext uri="{FF2B5EF4-FFF2-40B4-BE49-F238E27FC236}">
                <a16:creationId xmlns:a16="http://schemas.microsoft.com/office/drawing/2014/main" id="{2ACB710F-A3C5-4D6E-A2C7-C9092973DE3B}"/>
              </a:ext>
            </a:extLst>
          </p:cNvPr>
          <p:cNvGraphicFramePr>
            <a:graphicFrameLocks noChangeAspect="1"/>
          </p:cNvGraphicFramePr>
          <p:nvPr/>
        </p:nvGraphicFramePr>
        <p:xfrm>
          <a:off x="3578225" y="463550"/>
          <a:ext cx="4751388" cy="720725"/>
        </p:xfrm>
        <a:graphic>
          <a:graphicData uri="http://schemas.openxmlformats.org/presentationml/2006/ole">
            <mc:AlternateContent xmlns:mc="http://schemas.openxmlformats.org/markup-compatibility/2006">
              <mc:Choice xmlns:v="urn:schemas-microsoft-com:vml" Requires="v">
                <p:oleObj spid="_x0000_s19515" name="Equation" r:id="rId5" imgW="2145369" imgH="355446" progId="Equation.DSMT4">
                  <p:embed/>
                </p:oleObj>
              </mc:Choice>
              <mc:Fallback>
                <p:oleObj name="Equation" r:id="rId5" imgW="2145369" imgH="355446"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78225" y="463550"/>
                        <a:ext cx="4751388" cy="72072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460" name="Text Box 4">
            <a:extLst>
              <a:ext uri="{FF2B5EF4-FFF2-40B4-BE49-F238E27FC236}">
                <a16:creationId xmlns:a16="http://schemas.microsoft.com/office/drawing/2014/main" id="{FC57A5E7-2324-48CC-AE3A-F1812F240EA7}"/>
              </a:ext>
            </a:extLst>
          </p:cNvPr>
          <p:cNvSpPr txBox="1">
            <a:spLocks noChangeArrowheads="1"/>
          </p:cNvSpPr>
          <p:nvPr/>
        </p:nvSpPr>
        <p:spPr bwMode="auto">
          <a:xfrm>
            <a:off x="250825" y="476250"/>
            <a:ext cx="2665413" cy="676275"/>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zh-CN" altLang="en-US" sz="3200" b="1">
                <a:ea typeface="楷体_GB2312" pitchFamily="49" charset="-122"/>
              </a:rPr>
              <a:t>人口控制系统</a:t>
            </a:r>
          </a:p>
        </p:txBody>
      </p:sp>
      <p:grpSp>
        <p:nvGrpSpPr>
          <p:cNvPr id="2" name="Group 5">
            <a:extLst>
              <a:ext uri="{FF2B5EF4-FFF2-40B4-BE49-F238E27FC236}">
                <a16:creationId xmlns:a16="http://schemas.microsoft.com/office/drawing/2014/main" id="{3B18F730-362C-4A40-8C74-6D0FA1CAF83F}"/>
              </a:ext>
            </a:extLst>
          </p:cNvPr>
          <p:cNvGrpSpPr>
            <a:grpSpLocks/>
          </p:cNvGrpSpPr>
          <p:nvPr/>
        </p:nvGrpSpPr>
        <p:grpSpPr bwMode="auto">
          <a:xfrm>
            <a:off x="381000" y="1277938"/>
            <a:ext cx="6858000" cy="519112"/>
            <a:chOff x="336" y="1152"/>
            <a:chExt cx="4320" cy="327"/>
          </a:xfrm>
        </p:grpSpPr>
        <p:graphicFrame>
          <p:nvGraphicFramePr>
            <p:cNvPr id="19493" name="Object 6">
              <a:extLst>
                <a:ext uri="{FF2B5EF4-FFF2-40B4-BE49-F238E27FC236}">
                  <a16:creationId xmlns:a16="http://schemas.microsoft.com/office/drawing/2014/main" id="{2DC7B362-2632-48FA-B90F-51FB9414EE82}"/>
                </a:ext>
              </a:extLst>
            </p:cNvPr>
            <p:cNvGraphicFramePr>
              <a:graphicFrameLocks noChangeAspect="1"/>
            </p:cNvGraphicFramePr>
            <p:nvPr/>
          </p:nvGraphicFramePr>
          <p:xfrm>
            <a:off x="336" y="1152"/>
            <a:ext cx="579" cy="315"/>
          </p:xfrm>
          <a:graphic>
            <a:graphicData uri="http://schemas.openxmlformats.org/presentationml/2006/ole">
              <mc:AlternateContent xmlns:mc="http://schemas.openxmlformats.org/markup-compatibility/2006">
                <mc:Choice xmlns:v="urn:schemas-microsoft-com:vml" Requires="v">
                  <p:oleObj spid="_x0000_s19516" name="公式" r:id="rId7" imgW="380835" imgH="241195" progId="Equation.3">
                    <p:embed/>
                  </p:oleObj>
                </mc:Choice>
                <mc:Fallback>
                  <p:oleObj name="公式" r:id="rId7" imgW="380835" imgH="241195"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6" y="1152"/>
                          <a:ext cx="579" cy="315"/>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494" name="Text Box 7">
              <a:extLst>
                <a:ext uri="{FF2B5EF4-FFF2-40B4-BE49-F238E27FC236}">
                  <a16:creationId xmlns:a16="http://schemas.microsoft.com/office/drawing/2014/main" id="{DB481A3F-6714-409B-8DB1-71BDC62F093F}"/>
                </a:ext>
              </a:extLst>
            </p:cNvPr>
            <p:cNvSpPr txBox="1">
              <a:spLocks noChangeArrowheads="1"/>
            </p:cNvSpPr>
            <p:nvPr/>
          </p:nvSpPr>
          <p:spPr bwMode="auto">
            <a:xfrm>
              <a:off x="912" y="1152"/>
              <a:ext cx="3744" cy="327"/>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a:ea typeface="楷体_GB2312" pitchFamily="49" charset="-122"/>
                </a:rPr>
                <a:t>~</a:t>
              </a:r>
              <a:r>
                <a:rPr lang="zh-CN" altLang="en-US" sz="2800" b="1">
                  <a:ea typeface="楷体_GB2312" pitchFamily="49" charset="-122"/>
                </a:rPr>
                <a:t>总和生育率</a:t>
              </a:r>
              <a:r>
                <a:rPr lang="en-US" altLang="zh-CN" sz="2800" b="1">
                  <a:ea typeface="楷体_GB2312" pitchFamily="49" charset="-122"/>
                </a:rPr>
                <a:t>——</a:t>
              </a:r>
              <a:r>
                <a:rPr lang="zh-CN" altLang="en-US" sz="2800" b="1">
                  <a:ea typeface="楷体_GB2312" pitchFamily="49" charset="-122"/>
                </a:rPr>
                <a:t>控制生育的多少</a:t>
              </a:r>
            </a:p>
          </p:txBody>
        </p:sp>
      </p:grpSp>
      <p:grpSp>
        <p:nvGrpSpPr>
          <p:cNvPr id="3" name="Group 8">
            <a:extLst>
              <a:ext uri="{FF2B5EF4-FFF2-40B4-BE49-F238E27FC236}">
                <a16:creationId xmlns:a16="http://schemas.microsoft.com/office/drawing/2014/main" id="{B320173D-8AE5-4E4B-8EEC-4C4FAF2EA78A}"/>
              </a:ext>
            </a:extLst>
          </p:cNvPr>
          <p:cNvGrpSpPr>
            <a:grpSpLocks/>
          </p:cNvGrpSpPr>
          <p:nvPr/>
        </p:nvGrpSpPr>
        <p:grpSpPr bwMode="auto">
          <a:xfrm>
            <a:off x="381000" y="1963738"/>
            <a:ext cx="7620000" cy="528637"/>
            <a:chOff x="384" y="1584"/>
            <a:chExt cx="4800" cy="333"/>
          </a:xfrm>
        </p:grpSpPr>
        <p:graphicFrame>
          <p:nvGraphicFramePr>
            <p:cNvPr id="19491" name="Object 9">
              <a:extLst>
                <a:ext uri="{FF2B5EF4-FFF2-40B4-BE49-F238E27FC236}">
                  <a16:creationId xmlns:a16="http://schemas.microsoft.com/office/drawing/2014/main" id="{B853F87C-1A79-4B7D-861B-E6811765112A}"/>
                </a:ext>
              </a:extLst>
            </p:cNvPr>
            <p:cNvGraphicFramePr>
              <a:graphicFrameLocks noChangeAspect="1"/>
            </p:cNvGraphicFramePr>
            <p:nvPr/>
          </p:nvGraphicFramePr>
          <p:xfrm>
            <a:off x="384" y="1584"/>
            <a:ext cx="889" cy="333"/>
          </p:xfrm>
          <a:graphic>
            <a:graphicData uri="http://schemas.openxmlformats.org/presentationml/2006/ole">
              <mc:AlternateContent xmlns:mc="http://schemas.openxmlformats.org/markup-compatibility/2006">
                <mc:Choice xmlns:v="urn:schemas-microsoft-com:vml" Requires="v">
                  <p:oleObj spid="_x0000_s19517" name="公式" r:id="rId9" imgW="495085" imgH="241195" progId="Equation.3">
                    <p:embed/>
                  </p:oleObj>
                </mc:Choice>
                <mc:Fallback>
                  <p:oleObj name="公式" r:id="rId9" imgW="495085" imgH="241195" progId="Equation.3">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4" y="1584"/>
                          <a:ext cx="889" cy="333"/>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492" name="Text Box 10">
              <a:extLst>
                <a:ext uri="{FF2B5EF4-FFF2-40B4-BE49-F238E27FC236}">
                  <a16:creationId xmlns:a16="http://schemas.microsoft.com/office/drawing/2014/main" id="{B511954D-99F8-404C-95DF-DF3B4F55BBE3}"/>
                </a:ext>
              </a:extLst>
            </p:cNvPr>
            <p:cNvSpPr txBox="1">
              <a:spLocks noChangeArrowheads="1"/>
            </p:cNvSpPr>
            <p:nvPr/>
          </p:nvSpPr>
          <p:spPr bwMode="auto">
            <a:xfrm>
              <a:off x="1248" y="1584"/>
              <a:ext cx="3936" cy="327"/>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a:ea typeface="楷体_GB2312" pitchFamily="49" charset="-122"/>
                </a:rPr>
                <a:t>~</a:t>
              </a:r>
              <a:r>
                <a:rPr lang="zh-CN" altLang="en-US" sz="2800" b="1">
                  <a:ea typeface="楷体_GB2312" pitchFamily="49" charset="-122"/>
                </a:rPr>
                <a:t>生育模式</a:t>
              </a:r>
              <a:r>
                <a:rPr lang="en-US" altLang="zh-CN" sz="2800" b="1">
                  <a:ea typeface="楷体_GB2312" pitchFamily="49" charset="-122"/>
                </a:rPr>
                <a:t>——</a:t>
              </a:r>
              <a:r>
                <a:rPr lang="zh-CN" altLang="en-US" sz="2800" b="1">
                  <a:ea typeface="楷体_GB2312" pitchFamily="49" charset="-122"/>
                </a:rPr>
                <a:t>控制生育的早晚和疏密</a:t>
              </a:r>
            </a:p>
          </p:txBody>
        </p:sp>
      </p:grpSp>
      <p:grpSp>
        <p:nvGrpSpPr>
          <p:cNvPr id="4" name="Group 33">
            <a:extLst>
              <a:ext uri="{FF2B5EF4-FFF2-40B4-BE49-F238E27FC236}">
                <a16:creationId xmlns:a16="http://schemas.microsoft.com/office/drawing/2014/main" id="{3BF8253A-DEF1-4398-AB8E-0691A7FEA44B}"/>
              </a:ext>
            </a:extLst>
          </p:cNvPr>
          <p:cNvGrpSpPr>
            <a:grpSpLocks/>
          </p:cNvGrpSpPr>
          <p:nvPr/>
        </p:nvGrpSpPr>
        <p:grpSpPr bwMode="auto">
          <a:xfrm>
            <a:off x="4356100" y="4365625"/>
            <a:ext cx="2879725" cy="1008063"/>
            <a:chOff x="2976" y="3091"/>
            <a:chExt cx="1536" cy="495"/>
          </a:xfrm>
        </p:grpSpPr>
        <p:sp>
          <p:nvSpPr>
            <p:cNvPr id="19489" name="Rectangle 12">
              <a:extLst>
                <a:ext uri="{FF2B5EF4-FFF2-40B4-BE49-F238E27FC236}">
                  <a16:creationId xmlns:a16="http://schemas.microsoft.com/office/drawing/2014/main" id="{F907DFBD-F823-4144-9AA2-EFBEA15DD570}"/>
                </a:ext>
              </a:extLst>
            </p:cNvPr>
            <p:cNvSpPr>
              <a:spLocks noChangeArrowheads="1"/>
            </p:cNvSpPr>
            <p:nvPr/>
          </p:nvSpPr>
          <p:spPr bwMode="auto">
            <a:xfrm>
              <a:off x="2976" y="3091"/>
              <a:ext cx="1536" cy="49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19490" name="Object 13">
              <a:extLst>
                <a:ext uri="{FF2B5EF4-FFF2-40B4-BE49-F238E27FC236}">
                  <a16:creationId xmlns:a16="http://schemas.microsoft.com/office/drawing/2014/main" id="{2CCAB5CB-F4E2-4503-B75E-7F7357740B44}"/>
                </a:ext>
              </a:extLst>
            </p:cNvPr>
            <p:cNvGraphicFramePr>
              <a:graphicFrameLocks noChangeAspect="1"/>
            </p:cNvGraphicFramePr>
            <p:nvPr/>
          </p:nvGraphicFramePr>
          <p:xfrm>
            <a:off x="3024" y="3141"/>
            <a:ext cx="1488" cy="395"/>
          </p:xfrm>
          <a:graphic>
            <a:graphicData uri="http://schemas.openxmlformats.org/presentationml/2006/ole">
              <mc:AlternateContent xmlns:mc="http://schemas.openxmlformats.org/markup-compatibility/2006">
                <mc:Choice xmlns:v="urn:schemas-microsoft-com:vml" Requires="v">
                  <p:oleObj spid="_x0000_s19518" name="公式" r:id="rId11" imgW="1892300" imgH="469900" progId="Equation.3">
                    <p:embed/>
                  </p:oleObj>
                </mc:Choice>
                <mc:Fallback>
                  <p:oleObj name="公式" r:id="rId11" imgW="1892300" imgH="469900" progId="Equation.3">
                    <p:embed/>
                    <p:pic>
                      <p:nvPicPr>
                        <p:cNvPr id="0" name="Object 1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024" y="3141"/>
                          <a:ext cx="1488" cy="39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5" name="Group 38">
            <a:extLst>
              <a:ext uri="{FF2B5EF4-FFF2-40B4-BE49-F238E27FC236}">
                <a16:creationId xmlns:a16="http://schemas.microsoft.com/office/drawing/2014/main" id="{5072F5E9-5EDE-4996-92F3-837BE145C385}"/>
              </a:ext>
            </a:extLst>
          </p:cNvPr>
          <p:cNvGrpSpPr>
            <a:grpSpLocks/>
          </p:cNvGrpSpPr>
          <p:nvPr/>
        </p:nvGrpSpPr>
        <p:grpSpPr bwMode="auto">
          <a:xfrm>
            <a:off x="2843213" y="3573463"/>
            <a:ext cx="3600450" cy="1511300"/>
            <a:chOff x="1791" y="2251"/>
            <a:chExt cx="2268" cy="952"/>
          </a:xfrm>
        </p:grpSpPr>
        <p:sp>
          <p:nvSpPr>
            <p:cNvPr id="19483" name="Text Box 14">
              <a:extLst>
                <a:ext uri="{FF2B5EF4-FFF2-40B4-BE49-F238E27FC236}">
                  <a16:creationId xmlns:a16="http://schemas.microsoft.com/office/drawing/2014/main" id="{C76ABE6A-B14A-4A72-A973-0D7C6752D846}"/>
                </a:ext>
              </a:extLst>
            </p:cNvPr>
            <p:cNvSpPr txBox="1">
              <a:spLocks noChangeArrowheads="1"/>
            </p:cNvSpPr>
            <p:nvPr/>
          </p:nvSpPr>
          <p:spPr bwMode="auto">
            <a:xfrm>
              <a:off x="1791" y="2886"/>
              <a:ext cx="681"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zh-CN" altLang="zh-CN"/>
            </a:p>
          </p:txBody>
        </p:sp>
        <p:graphicFrame>
          <p:nvGraphicFramePr>
            <p:cNvPr id="19484" name="Object 15">
              <a:extLst>
                <a:ext uri="{FF2B5EF4-FFF2-40B4-BE49-F238E27FC236}">
                  <a16:creationId xmlns:a16="http://schemas.microsoft.com/office/drawing/2014/main" id="{34340CF6-A28B-4225-86CF-1FD3A48E8702}"/>
                </a:ext>
              </a:extLst>
            </p:cNvPr>
            <p:cNvGraphicFramePr>
              <a:graphicFrameLocks noChangeAspect="1"/>
            </p:cNvGraphicFramePr>
            <p:nvPr/>
          </p:nvGraphicFramePr>
          <p:xfrm>
            <a:off x="1882" y="2923"/>
            <a:ext cx="544" cy="280"/>
          </p:xfrm>
          <a:graphic>
            <a:graphicData uri="http://schemas.openxmlformats.org/presentationml/2006/ole">
              <mc:AlternateContent xmlns:mc="http://schemas.openxmlformats.org/markup-compatibility/2006">
                <mc:Choice xmlns:v="urn:schemas-microsoft-com:vml" Requires="v">
                  <p:oleObj spid="_x0000_s19519" name="公式" r:id="rId13" imgW="368300" imgH="241300" progId="Equation.3">
                    <p:embed/>
                  </p:oleObj>
                </mc:Choice>
                <mc:Fallback>
                  <p:oleObj name="公式" r:id="rId13" imgW="368300" imgH="241300" progId="Equation.3">
                    <p:embed/>
                    <p:pic>
                      <p:nvPicPr>
                        <p:cNvPr id="0" name="Object 1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882" y="2923"/>
                          <a:ext cx="544" cy="2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485" name="Object 16">
              <a:extLst>
                <a:ext uri="{FF2B5EF4-FFF2-40B4-BE49-F238E27FC236}">
                  <a16:creationId xmlns:a16="http://schemas.microsoft.com/office/drawing/2014/main" id="{793FC2A6-72DD-4E77-982C-EE04DB5E80FA}"/>
                </a:ext>
              </a:extLst>
            </p:cNvPr>
            <p:cNvGraphicFramePr>
              <a:graphicFrameLocks noChangeAspect="1"/>
            </p:cNvGraphicFramePr>
            <p:nvPr/>
          </p:nvGraphicFramePr>
          <p:xfrm>
            <a:off x="3379" y="2263"/>
            <a:ext cx="657" cy="288"/>
          </p:xfrm>
          <a:graphic>
            <a:graphicData uri="http://schemas.openxmlformats.org/presentationml/2006/ole">
              <mc:AlternateContent xmlns:mc="http://schemas.openxmlformats.org/markup-compatibility/2006">
                <mc:Choice xmlns:v="urn:schemas-microsoft-com:vml" Requires="v">
                  <p:oleObj spid="_x0000_s19520" name="公式" r:id="rId15" imgW="457002" imgH="253890" progId="Equation.3">
                    <p:embed/>
                  </p:oleObj>
                </mc:Choice>
                <mc:Fallback>
                  <p:oleObj name="公式" r:id="rId15" imgW="457002" imgH="253890" progId="Equation.3">
                    <p:embed/>
                    <p:pic>
                      <p:nvPicPr>
                        <p:cNvPr id="0" name="Object 1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379" y="2263"/>
                          <a:ext cx="657"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486" name="Text Box 17">
              <a:extLst>
                <a:ext uri="{FF2B5EF4-FFF2-40B4-BE49-F238E27FC236}">
                  <a16:creationId xmlns:a16="http://schemas.microsoft.com/office/drawing/2014/main" id="{BE979D68-5A40-43EC-8478-8F8A5AD30E26}"/>
                </a:ext>
              </a:extLst>
            </p:cNvPr>
            <p:cNvSpPr txBox="1">
              <a:spLocks noChangeArrowheads="1"/>
            </p:cNvSpPr>
            <p:nvPr/>
          </p:nvSpPr>
          <p:spPr bwMode="auto">
            <a:xfrm>
              <a:off x="3334" y="2251"/>
              <a:ext cx="725"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zh-CN" altLang="zh-CN"/>
            </a:p>
          </p:txBody>
        </p:sp>
        <p:sp>
          <p:nvSpPr>
            <p:cNvPr id="19487" name="Line 22">
              <a:extLst>
                <a:ext uri="{FF2B5EF4-FFF2-40B4-BE49-F238E27FC236}">
                  <a16:creationId xmlns:a16="http://schemas.microsoft.com/office/drawing/2014/main" id="{A8EC5BBB-7DBB-476F-8A3A-0366D66638F1}"/>
                </a:ext>
              </a:extLst>
            </p:cNvPr>
            <p:cNvSpPr>
              <a:spLocks noChangeShapeType="1"/>
            </p:cNvSpPr>
            <p:nvPr/>
          </p:nvSpPr>
          <p:spPr bwMode="auto">
            <a:xfrm>
              <a:off x="2472" y="3022"/>
              <a:ext cx="27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88" name="Line 23">
              <a:extLst>
                <a:ext uri="{FF2B5EF4-FFF2-40B4-BE49-F238E27FC236}">
                  <a16:creationId xmlns:a16="http://schemas.microsoft.com/office/drawing/2014/main" id="{929FD4E5-1873-4305-A425-614348B5B1E8}"/>
                </a:ext>
              </a:extLst>
            </p:cNvPr>
            <p:cNvSpPr>
              <a:spLocks noChangeShapeType="1"/>
            </p:cNvSpPr>
            <p:nvPr/>
          </p:nvSpPr>
          <p:spPr bwMode="auto">
            <a:xfrm>
              <a:off x="3696" y="2572"/>
              <a:ext cx="0" cy="17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6" name="Group 39">
            <a:extLst>
              <a:ext uri="{FF2B5EF4-FFF2-40B4-BE49-F238E27FC236}">
                <a16:creationId xmlns:a16="http://schemas.microsoft.com/office/drawing/2014/main" id="{A5A500C9-0213-483A-846E-E24E24AC8416}"/>
              </a:ext>
            </a:extLst>
          </p:cNvPr>
          <p:cNvGrpSpPr>
            <a:grpSpLocks/>
          </p:cNvGrpSpPr>
          <p:nvPr/>
        </p:nvGrpSpPr>
        <p:grpSpPr bwMode="auto">
          <a:xfrm>
            <a:off x="7235825" y="4581525"/>
            <a:ext cx="1584325" cy="549275"/>
            <a:chOff x="4558" y="2886"/>
            <a:chExt cx="998" cy="346"/>
          </a:xfrm>
        </p:grpSpPr>
        <p:graphicFrame>
          <p:nvGraphicFramePr>
            <p:cNvPr id="19480" name="Object 18">
              <a:extLst>
                <a:ext uri="{FF2B5EF4-FFF2-40B4-BE49-F238E27FC236}">
                  <a16:creationId xmlns:a16="http://schemas.microsoft.com/office/drawing/2014/main" id="{AE1BCC32-0EA3-42D4-9FC7-CD5F7FE9BEB8}"/>
                </a:ext>
              </a:extLst>
            </p:cNvPr>
            <p:cNvGraphicFramePr>
              <a:graphicFrameLocks noChangeAspect="1"/>
            </p:cNvGraphicFramePr>
            <p:nvPr/>
          </p:nvGraphicFramePr>
          <p:xfrm>
            <a:off x="4828" y="2917"/>
            <a:ext cx="728" cy="265"/>
          </p:xfrm>
          <a:graphic>
            <a:graphicData uri="http://schemas.openxmlformats.org/presentationml/2006/ole">
              <mc:AlternateContent xmlns:mc="http://schemas.openxmlformats.org/markup-compatibility/2006">
                <mc:Choice xmlns:v="urn:schemas-microsoft-com:vml" Requires="v">
                  <p:oleObj spid="_x0000_s19521" name="公式" r:id="rId17" imgW="520474" imgH="241195" progId="Equation.3">
                    <p:embed/>
                  </p:oleObj>
                </mc:Choice>
                <mc:Fallback>
                  <p:oleObj name="公式" r:id="rId17" imgW="520474" imgH="241195" progId="Equation.3">
                    <p:embed/>
                    <p:pic>
                      <p:nvPicPr>
                        <p:cNvPr id="0" name="Object 1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828" y="2917"/>
                          <a:ext cx="728" cy="2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481" name="Rectangle 19">
              <a:extLst>
                <a:ext uri="{FF2B5EF4-FFF2-40B4-BE49-F238E27FC236}">
                  <a16:creationId xmlns:a16="http://schemas.microsoft.com/office/drawing/2014/main" id="{A993D7B2-D51F-4CB2-9845-4B118BB3B4B0}"/>
                </a:ext>
              </a:extLst>
            </p:cNvPr>
            <p:cNvSpPr>
              <a:spLocks noChangeArrowheads="1"/>
            </p:cNvSpPr>
            <p:nvPr/>
          </p:nvSpPr>
          <p:spPr bwMode="auto">
            <a:xfrm>
              <a:off x="4828" y="2886"/>
              <a:ext cx="728" cy="34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9482" name="Line 24">
              <a:extLst>
                <a:ext uri="{FF2B5EF4-FFF2-40B4-BE49-F238E27FC236}">
                  <a16:creationId xmlns:a16="http://schemas.microsoft.com/office/drawing/2014/main" id="{6B7B7117-20A4-4040-AEA2-2B204E3079E3}"/>
                </a:ext>
              </a:extLst>
            </p:cNvPr>
            <p:cNvSpPr>
              <a:spLocks noChangeShapeType="1"/>
            </p:cNvSpPr>
            <p:nvPr/>
          </p:nvSpPr>
          <p:spPr bwMode="auto">
            <a:xfrm>
              <a:off x="4558" y="3067"/>
              <a:ext cx="27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63518" name="Text Box 30">
            <a:extLst>
              <a:ext uri="{FF2B5EF4-FFF2-40B4-BE49-F238E27FC236}">
                <a16:creationId xmlns:a16="http://schemas.microsoft.com/office/drawing/2014/main" id="{906B7BE6-F039-4FB7-B544-400690AD5049}"/>
              </a:ext>
            </a:extLst>
          </p:cNvPr>
          <p:cNvSpPr txBox="1">
            <a:spLocks noChangeArrowheads="1"/>
          </p:cNvSpPr>
          <p:nvPr/>
        </p:nvSpPr>
        <p:spPr bwMode="auto">
          <a:xfrm>
            <a:off x="323850" y="4797425"/>
            <a:ext cx="2362200" cy="528638"/>
          </a:xfrm>
          <a:prstGeom prst="rect">
            <a:avLst/>
          </a:prstGeom>
          <a:solidFill>
            <a:srgbClr val="FFCCFF"/>
          </a:solidFill>
          <a:ln w="9525">
            <a:solidFill>
              <a:srgbClr val="FFCC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Char char="•"/>
            </a:pPr>
            <a:r>
              <a:rPr lang="en-US" altLang="zh-CN" sz="2800" b="1"/>
              <a:t> </a:t>
            </a:r>
            <a:r>
              <a:rPr lang="zh-CN" altLang="en-US" sz="2800" b="1"/>
              <a:t>正反馈系统</a:t>
            </a:r>
          </a:p>
        </p:txBody>
      </p:sp>
      <p:sp>
        <p:nvSpPr>
          <p:cNvPr id="63519" name="Text Box 31">
            <a:extLst>
              <a:ext uri="{FF2B5EF4-FFF2-40B4-BE49-F238E27FC236}">
                <a16:creationId xmlns:a16="http://schemas.microsoft.com/office/drawing/2014/main" id="{CC7C17B1-B5B3-4E9A-90FC-B92F99B78541}"/>
              </a:ext>
            </a:extLst>
          </p:cNvPr>
          <p:cNvSpPr txBox="1">
            <a:spLocks noChangeArrowheads="1"/>
          </p:cNvSpPr>
          <p:nvPr/>
        </p:nvSpPr>
        <p:spPr bwMode="auto">
          <a:xfrm>
            <a:off x="323850" y="5589588"/>
            <a:ext cx="2590800" cy="528637"/>
          </a:xfrm>
          <a:prstGeom prst="rect">
            <a:avLst/>
          </a:prstGeom>
          <a:solidFill>
            <a:srgbClr val="FFCCFF"/>
          </a:solidFill>
          <a:ln w="9525">
            <a:solidFill>
              <a:srgbClr val="FFCC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Char char="•"/>
            </a:pPr>
            <a:r>
              <a:rPr lang="en-US" altLang="zh-CN" sz="2800" b="1"/>
              <a:t> </a:t>
            </a:r>
            <a:r>
              <a:rPr lang="zh-CN" altLang="en-US" sz="2800" b="1"/>
              <a:t>滞后作用很大</a:t>
            </a:r>
          </a:p>
        </p:txBody>
      </p:sp>
      <p:pic>
        <p:nvPicPr>
          <p:cNvPr id="19468" name="Picture 32" descr="PE02043_">
            <a:extLst>
              <a:ext uri="{FF2B5EF4-FFF2-40B4-BE49-F238E27FC236}">
                <a16:creationId xmlns:a16="http://schemas.microsoft.com/office/drawing/2014/main" id="{F9FB6566-BEC2-4306-8DDE-F74D57A0F333}"/>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243888" y="1268413"/>
            <a:ext cx="639762" cy="935037"/>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pic>
      <p:grpSp>
        <p:nvGrpSpPr>
          <p:cNvPr id="7" name="Group 40">
            <a:extLst>
              <a:ext uri="{FF2B5EF4-FFF2-40B4-BE49-F238E27FC236}">
                <a16:creationId xmlns:a16="http://schemas.microsoft.com/office/drawing/2014/main" id="{7D2C4E1A-4C45-40F3-9636-17876ACC879A}"/>
              </a:ext>
            </a:extLst>
          </p:cNvPr>
          <p:cNvGrpSpPr>
            <a:grpSpLocks/>
          </p:cNvGrpSpPr>
          <p:nvPr/>
        </p:nvGrpSpPr>
        <p:grpSpPr bwMode="auto">
          <a:xfrm>
            <a:off x="3348038" y="5051425"/>
            <a:ext cx="4895850" cy="1239838"/>
            <a:chOff x="2109" y="3182"/>
            <a:chExt cx="3084" cy="781"/>
          </a:xfrm>
        </p:grpSpPr>
        <p:graphicFrame>
          <p:nvGraphicFramePr>
            <p:cNvPr id="19474" name="Object 20">
              <a:extLst>
                <a:ext uri="{FF2B5EF4-FFF2-40B4-BE49-F238E27FC236}">
                  <a16:creationId xmlns:a16="http://schemas.microsoft.com/office/drawing/2014/main" id="{41502E10-B848-4464-AABF-1D4C205457FE}"/>
                </a:ext>
              </a:extLst>
            </p:cNvPr>
            <p:cNvGraphicFramePr>
              <a:graphicFrameLocks noChangeAspect="1"/>
            </p:cNvGraphicFramePr>
            <p:nvPr/>
          </p:nvGraphicFramePr>
          <p:xfrm>
            <a:off x="3449" y="3655"/>
            <a:ext cx="570" cy="283"/>
          </p:xfrm>
          <a:graphic>
            <a:graphicData uri="http://schemas.openxmlformats.org/presentationml/2006/ole">
              <mc:AlternateContent xmlns:mc="http://schemas.openxmlformats.org/markup-compatibility/2006">
                <mc:Choice xmlns:v="urn:schemas-microsoft-com:vml" Requires="v">
                  <p:oleObj spid="_x0000_s19522" name="公式" r:id="rId20" imgW="380835" imgH="241195" progId="Equation.3">
                    <p:embed/>
                  </p:oleObj>
                </mc:Choice>
                <mc:Fallback>
                  <p:oleObj name="公式" r:id="rId20" imgW="380835" imgH="241195" progId="Equation.3">
                    <p:embed/>
                    <p:pic>
                      <p:nvPicPr>
                        <p:cNvPr id="0" name="Object 2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49" y="3655"/>
                          <a:ext cx="570" cy="28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475" name="Rectangle 21">
              <a:extLst>
                <a:ext uri="{FF2B5EF4-FFF2-40B4-BE49-F238E27FC236}">
                  <a16:creationId xmlns:a16="http://schemas.microsoft.com/office/drawing/2014/main" id="{6EB73400-47B8-43AE-B05B-D37AE77DA2D8}"/>
                </a:ext>
              </a:extLst>
            </p:cNvPr>
            <p:cNvSpPr>
              <a:spLocks noChangeArrowheads="1"/>
            </p:cNvSpPr>
            <p:nvPr/>
          </p:nvSpPr>
          <p:spPr bwMode="auto">
            <a:xfrm>
              <a:off x="3408" y="3585"/>
              <a:ext cx="606" cy="37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9476" name="Line 26">
              <a:extLst>
                <a:ext uri="{FF2B5EF4-FFF2-40B4-BE49-F238E27FC236}">
                  <a16:creationId xmlns:a16="http://schemas.microsoft.com/office/drawing/2014/main" id="{39FE30D0-827F-4CF2-B391-44D9577F7DB5}"/>
                </a:ext>
              </a:extLst>
            </p:cNvPr>
            <p:cNvSpPr>
              <a:spLocks noChangeShapeType="1"/>
            </p:cNvSpPr>
            <p:nvPr/>
          </p:nvSpPr>
          <p:spPr bwMode="auto">
            <a:xfrm>
              <a:off x="5192" y="3249"/>
              <a:ext cx="1" cy="56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77" name="Line 27">
              <a:extLst>
                <a:ext uri="{FF2B5EF4-FFF2-40B4-BE49-F238E27FC236}">
                  <a16:creationId xmlns:a16="http://schemas.microsoft.com/office/drawing/2014/main" id="{70FEF9CF-658E-4821-BD04-6F41C6DDEE45}"/>
                </a:ext>
              </a:extLst>
            </p:cNvPr>
            <p:cNvSpPr>
              <a:spLocks noChangeShapeType="1"/>
            </p:cNvSpPr>
            <p:nvPr/>
          </p:nvSpPr>
          <p:spPr bwMode="auto">
            <a:xfrm flipH="1">
              <a:off x="4014" y="3793"/>
              <a:ext cx="1179"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78" name="Line 29">
              <a:extLst>
                <a:ext uri="{FF2B5EF4-FFF2-40B4-BE49-F238E27FC236}">
                  <a16:creationId xmlns:a16="http://schemas.microsoft.com/office/drawing/2014/main" id="{96E030F9-0850-400C-B1DC-250CF2F60CA1}"/>
                </a:ext>
              </a:extLst>
            </p:cNvPr>
            <p:cNvSpPr>
              <a:spLocks noChangeShapeType="1"/>
            </p:cNvSpPr>
            <p:nvPr/>
          </p:nvSpPr>
          <p:spPr bwMode="auto">
            <a:xfrm flipV="1">
              <a:off x="2109" y="3182"/>
              <a:ext cx="1" cy="61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79" name="Line 37">
              <a:extLst>
                <a:ext uri="{FF2B5EF4-FFF2-40B4-BE49-F238E27FC236}">
                  <a16:creationId xmlns:a16="http://schemas.microsoft.com/office/drawing/2014/main" id="{8751DB28-021B-4873-9D4B-DD7951B79C3A}"/>
                </a:ext>
              </a:extLst>
            </p:cNvPr>
            <p:cNvSpPr>
              <a:spLocks noChangeShapeType="1"/>
            </p:cNvSpPr>
            <p:nvPr/>
          </p:nvSpPr>
          <p:spPr bwMode="auto">
            <a:xfrm>
              <a:off x="2109" y="3793"/>
              <a:ext cx="127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63529" name="AutoShape 41">
            <a:extLst>
              <a:ext uri="{FF2B5EF4-FFF2-40B4-BE49-F238E27FC236}">
                <a16:creationId xmlns:a16="http://schemas.microsoft.com/office/drawing/2014/main" id="{D9A5E107-B3DE-4DA8-A280-8E228A93C8F9}"/>
              </a:ext>
            </a:extLst>
          </p:cNvPr>
          <p:cNvSpPr>
            <a:spLocks noChangeArrowheads="1"/>
          </p:cNvSpPr>
          <p:nvPr/>
        </p:nvSpPr>
        <p:spPr bwMode="auto">
          <a:xfrm>
            <a:off x="6084888" y="2781300"/>
            <a:ext cx="914400" cy="465138"/>
          </a:xfrm>
          <a:prstGeom prst="wedgeRoundRectCallout">
            <a:avLst>
              <a:gd name="adj1" fmla="val -307468"/>
              <a:gd name="adj2" fmla="val 334301"/>
              <a:gd name="adj3" fmla="val 16667"/>
            </a:avLst>
          </a:prstGeom>
          <a:solidFill>
            <a:srgbClr val="99FFCC"/>
          </a:solidFill>
          <a:ln w="9525">
            <a:solidFill>
              <a:schemeClr val="tx1"/>
            </a:solidFill>
            <a:miter lim="800000"/>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b="1"/>
              <a:t>输入</a:t>
            </a:r>
          </a:p>
        </p:txBody>
      </p:sp>
      <p:sp>
        <p:nvSpPr>
          <p:cNvPr id="63533" name="AutoShape 45">
            <a:extLst>
              <a:ext uri="{FF2B5EF4-FFF2-40B4-BE49-F238E27FC236}">
                <a16:creationId xmlns:a16="http://schemas.microsoft.com/office/drawing/2014/main" id="{322B511F-BCDA-48A9-A4F1-A389D9DE792B}"/>
              </a:ext>
            </a:extLst>
          </p:cNvPr>
          <p:cNvSpPr>
            <a:spLocks noChangeArrowheads="1"/>
          </p:cNvSpPr>
          <p:nvPr/>
        </p:nvSpPr>
        <p:spPr bwMode="auto">
          <a:xfrm>
            <a:off x="7667625" y="2781300"/>
            <a:ext cx="914400" cy="465138"/>
          </a:xfrm>
          <a:prstGeom prst="wedgeRoundRectCallout">
            <a:avLst>
              <a:gd name="adj1" fmla="val -185245"/>
              <a:gd name="adj2" fmla="val 134981"/>
              <a:gd name="adj3" fmla="val 16667"/>
            </a:avLst>
          </a:prstGeom>
          <a:solidFill>
            <a:srgbClr val="99FFCC"/>
          </a:solidFill>
          <a:ln w="9525">
            <a:solidFill>
              <a:schemeClr val="tx1"/>
            </a:solidFill>
            <a:miter lim="800000"/>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b="1"/>
              <a:t>输入</a:t>
            </a:r>
          </a:p>
        </p:txBody>
      </p:sp>
      <p:sp>
        <p:nvSpPr>
          <p:cNvPr id="63534" name="AutoShape 46">
            <a:extLst>
              <a:ext uri="{FF2B5EF4-FFF2-40B4-BE49-F238E27FC236}">
                <a16:creationId xmlns:a16="http://schemas.microsoft.com/office/drawing/2014/main" id="{6D10F940-E1CB-401A-AC9B-7FEB19BDD167}"/>
              </a:ext>
            </a:extLst>
          </p:cNvPr>
          <p:cNvSpPr>
            <a:spLocks noChangeArrowheads="1"/>
          </p:cNvSpPr>
          <p:nvPr/>
        </p:nvSpPr>
        <p:spPr bwMode="auto">
          <a:xfrm>
            <a:off x="7667625" y="3573463"/>
            <a:ext cx="914400" cy="503237"/>
          </a:xfrm>
          <a:prstGeom prst="wedgeRoundRectCallout">
            <a:avLst>
              <a:gd name="adj1" fmla="val -28125"/>
              <a:gd name="adj2" fmla="val 143375"/>
              <a:gd name="adj3" fmla="val 16667"/>
            </a:avLst>
          </a:prstGeom>
          <a:solidFill>
            <a:srgbClr val="99FFCC"/>
          </a:solidFill>
          <a:ln w="9525">
            <a:solidFill>
              <a:schemeClr val="tx1"/>
            </a:solidFill>
            <a:miter lim="800000"/>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b="1"/>
              <a:t>输出</a:t>
            </a:r>
          </a:p>
        </p:txBody>
      </p:sp>
      <p:sp>
        <p:nvSpPr>
          <p:cNvPr id="63535" name="AutoShape 47">
            <a:extLst>
              <a:ext uri="{FF2B5EF4-FFF2-40B4-BE49-F238E27FC236}">
                <a16:creationId xmlns:a16="http://schemas.microsoft.com/office/drawing/2014/main" id="{97A92CFD-1DE8-45DE-AC38-3402527A7258}"/>
              </a:ext>
            </a:extLst>
          </p:cNvPr>
          <p:cNvSpPr>
            <a:spLocks noChangeArrowheads="1"/>
          </p:cNvSpPr>
          <p:nvPr/>
        </p:nvSpPr>
        <p:spPr bwMode="auto">
          <a:xfrm>
            <a:off x="3563938" y="5445125"/>
            <a:ext cx="863600" cy="503238"/>
          </a:xfrm>
          <a:prstGeom prst="wedgeRoundRectCallout">
            <a:avLst>
              <a:gd name="adj1" fmla="val 161579"/>
              <a:gd name="adj2" fmla="val 25708"/>
              <a:gd name="adj3" fmla="val 16667"/>
            </a:avLst>
          </a:prstGeom>
          <a:solidFill>
            <a:srgbClr val="99FFCC"/>
          </a:solidFill>
          <a:ln w="9525">
            <a:solidFill>
              <a:schemeClr val="tx1"/>
            </a:solidFill>
            <a:miter lim="800000"/>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b="1"/>
              <a:t>反馈</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6349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1000"/>
                                        <p:tgtEl>
                                          <p:spTgt spid="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left)">
                                      <p:cBhvr>
                                        <p:cTn id="16" dur="1000"/>
                                        <p:tgtEl>
                                          <p:spTgt spid="3"/>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nodeType="clickEffect">
                                  <p:stCondLst>
                                    <p:cond delay="0"/>
                                  </p:stCondLst>
                                  <p:childTnLst>
                                    <p:set>
                                      <p:cBhvr>
                                        <p:cTn id="20" dur="1" fill="hold">
                                          <p:stCondLst>
                                            <p:cond delay="0"/>
                                          </p:stCondLst>
                                        </p:cTn>
                                        <p:tgtEl>
                                          <p:spTgt spid="63490"/>
                                        </p:tgtEl>
                                        <p:attrNameLst>
                                          <p:attrName>style.visibility</p:attrName>
                                        </p:attrNameLst>
                                      </p:cBhvr>
                                      <p:to>
                                        <p:strVal val="visible"/>
                                      </p:to>
                                    </p:set>
                                    <p:animEffect transition="in" filter="blinds(horizontal)">
                                      <p:cBhvr>
                                        <p:cTn id="21" dur="1000"/>
                                        <p:tgtEl>
                                          <p:spTgt spid="63490"/>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5" presetClass="entr" presetSubtype="10" fill="hold" nodeType="click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checkerboard(across)">
                                      <p:cBhvr>
                                        <p:cTn id="26" dur="1000"/>
                                        <p:tgtEl>
                                          <p:spTgt spid="4"/>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9" presetClass="entr" presetSubtype="0"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dissolve">
                                      <p:cBhvr>
                                        <p:cTn id="31" dur="1000"/>
                                        <p:tgtEl>
                                          <p:spTgt spid="5"/>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5" presetClass="entr" presetSubtype="10" fill="hold" grpId="0" nodeType="clickEffect">
                                  <p:stCondLst>
                                    <p:cond delay="0"/>
                                  </p:stCondLst>
                                  <p:childTnLst>
                                    <p:set>
                                      <p:cBhvr>
                                        <p:cTn id="35" dur="1" fill="hold">
                                          <p:stCondLst>
                                            <p:cond delay="0"/>
                                          </p:stCondLst>
                                        </p:cTn>
                                        <p:tgtEl>
                                          <p:spTgt spid="63529"/>
                                        </p:tgtEl>
                                        <p:attrNameLst>
                                          <p:attrName>style.visibility</p:attrName>
                                        </p:attrNameLst>
                                      </p:cBhvr>
                                      <p:to>
                                        <p:strVal val="visible"/>
                                      </p:to>
                                    </p:set>
                                    <p:animEffect transition="in" filter="checkerboard(across)">
                                      <p:cBhvr>
                                        <p:cTn id="36" dur="500"/>
                                        <p:tgtEl>
                                          <p:spTgt spid="63529"/>
                                        </p:tgtEl>
                                      </p:cBhvr>
                                    </p:animEffect>
                                  </p:childTnLst>
                                </p:cTn>
                              </p:par>
                              <p:par>
                                <p:cTn id="37" presetID="5" presetClass="entr" presetSubtype="10" fill="hold" grpId="0" nodeType="withEffect">
                                  <p:stCondLst>
                                    <p:cond delay="0"/>
                                  </p:stCondLst>
                                  <p:childTnLst>
                                    <p:set>
                                      <p:cBhvr>
                                        <p:cTn id="38" dur="1" fill="hold">
                                          <p:stCondLst>
                                            <p:cond delay="0"/>
                                          </p:stCondLst>
                                        </p:cTn>
                                        <p:tgtEl>
                                          <p:spTgt spid="63533"/>
                                        </p:tgtEl>
                                        <p:attrNameLst>
                                          <p:attrName>style.visibility</p:attrName>
                                        </p:attrNameLst>
                                      </p:cBhvr>
                                      <p:to>
                                        <p:strVal val="visible"/>
                                      </p:to>
                                    </p:set>
                                    <p:animEffect transition="in" filter="checkerboard(across)">
                                      <p:cBhvr>
                                        <p:cTn id="39" dur="500"/>
                                        <p:tgtEl>
                                          <p:spTgt spid="63533"/>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9" presetClass="entr" presetSubtype="0" fill="hold" nodeType="clickEffect">
                                  <p:stCondLst>
                                    <p:cond delay="0"/>
                                  </p:stCondLst>
                                  <p:childTnLst>
                                    <p:set>
                                      <p:cBhvr>
                                        <p:cTn id="43" dur="1" fill="hold">
                                          <p:stCondLst>
                                            <p:cond delay="0"/>
                                          </p:stCondLst>
                                        </p:cTn>
                                        <p:tgtEl>
                                          <p:spTgt spid="6"/>
                                        </p:tgtEl>
                                        <p:attrNameLst>
                                          <p:attrName>style.visibility</p:attrName>
                                        </p:attrNameLst>
                                      </p:cBhvr>
                                      <p:to>
                                        <p:strVal val="visible"/>
                                      </p:to>
                                    </p:set>
                                    <p:animEffect transition="in" filter="dissolve">
                                      <p:cBhvr>
                                        <p:cTn id="44" dur="1000"/>
                                        <p:tgtEl>
                                          <p:spTgt spid="6"/>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5" presetClass="entr" presetSubtype="10" fill="hold" grpId="0" nodeType="clickEffect">
                                  <p:stCondLst>
                                    <p:cond delay="0"/>
                                  </p:stCondLst>
                                  <p:childTnLst>
                                    <p:set>
                                      <p:cBhvr>
                                        <p:cTn id="48" dur="1" fill="hold">
                                          <p:stCondLst>
                                            <p:cond delay="0"/>
                                          </p:stCondLst>
                                        </p:cTn>
                                        <p:tgtEl>
                                          <p:spTgt spid="63534"/>
                                        </p:tgtEl>
                                        <p:attrNameLst>
                                          <p:attrName>style.visibility</p:attrName>
                                        </p:attrNameLst>
                                      </p:cBhvr>
                                      <p:to>
                                        <p:strVal val="visible"/>
                                      </p:to>
                                    </p:set>
                                    <p:animEffect transition="in" filter="checkerboard(across)">
                                      <p:cBhvr>
                                        <p:cTn id="49" dur="500"/>
                                        <p:tgtEl>
                                          <p:spTgt spid="63534"/>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9" presetClass="entr" presetSubtype="0" fill="hold" nodeType="clickEffect">
                                  <p:stCondLst>
                                    <p:cond delay="0"/>
                                  </p:stCondLst>
                                  <p:childTnLst>
                                    <p:set>
                                      <p:cBhvr>
                                        <p:cTn id="53" dur="1" fill="hold">
                                          <p:stCondLst>
                                            <p:cond delay="0"/>
                                          </p:stCondLst>
                                        </p:cTn>
                                        <p:tgtEl>
                                          <p:spTgt spid="7"/>
                                        </p:tgtEl>
                                        <p:attrNameLst>
                                          <p:attrName>style.visibility</p:attrName>
                                        </p:attrNameLst>
                                      </p:cBhvr>
                                      <p:to>
                                        <p:strVal val="visible"/>
                                      </p:to>
                                    </p:set>
                                    <p:animEffect transition="in" filter="dissolve">
                                      <p:cBhvr>
                                        <p:cTn id="54" dur="1000"/>
                                        <p:tgtEl>
                                          <p:spTgt spid="7"/>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5" presetClass="entr" presetSubtype="10" fill="hold" grpId="0" nodeType="clickEffect">
                                  <p:stCondLst>
                                    <p:cond delay="0"/>
                                  </p:stCondLst>
                                  <p:childTnLst>
                                    <p:set>
                                      <p:cBhvr>
                                        <p:cTn id="58" dur="1" fill="hold">
                                          <p:stCondLst>
                                            <p:cond delay="0"/>
                                          </p:stCondLst>
                                        </p:cTn>
                                        <p:tgtEl>
                                          <p:spTgt spid="63535"/>
                                        </p:tgtEl>
                                        <p:attrNameLst>
                                          <p:attrName>style.visibility</p:attrName>
                                        </p:attrNameLst>
                                      </p:cBhvr>
                                      <p:to>
                                        <p:strVal val="visible"/>
                                      </p:to>
                                    </p:set>
                                    <p:animEffect transition="in" filter="checkerboard(across)">
                                      <p:cBhvr>
                                        <p:cTn id="59" dur="500"/>
                                        <p:tgtEl>
                                          <p:spTgt spid="63535"/>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 presetClass="entr" presetSubtype="12" fill="hold" grpId="0" nodeType="clickEffect">
                                  <p:stCondLst>
                                    <p:cond delay="0"/>
                                  </p:stCondLst>
                                  <p:childTnLst>
                                    <p:set>
                                      <p:cBhvr>
                                        <p:cTn id="63" dur="1" fill="hold">
                                          <p:stCondLst>
                                            <p:cond delay="0"/>
                                          </p:stCondLst>
                                        </p:cTn>
                                        <p:tgtEl>
                                          <p:spTgt spid="63518"/>
                                        </p:tgtEl>
                                        <p:attrNameLst>
                                          <p:attrName>style.visibility</p:attrName>
                                        </p:attrNameLst>
                                      </p:cBhvr>
                                      <p:to>
                                        <p:strVal val="visible"/>
                                      </p:to>
                                    </p:set>
                                    <p:anim calcmode="lin" valueType="num">
                                      <p:cBhvr additive="base">
                                        <p:cTn id="64" dur="1000" fill="hold"/>
                                        <p:tgtEl>
                                          <p:spTgt spid="63518"/>
                                        </p:tgtEl>
                                        <p:attrNameLst>
                                          <p:attrName>ppt_x</p:attrName>
                                        </p:attrNameLst>
                                      </p:cBhvr>
                                      <p:tavLst>
                                        <p:tav tm="0">
                                          <p:val>
                                            <p:strVal val="0-#ppt_w/2"/>
                                          </p:val>
                                        </p:tav>
                                        <p:tav tm="100000">
                                          <p:val>
                                            <p:strVal val="#ppt_x"/>
                                          </p:val>
                                        </p:tav>
                                      </p:tavLst>
                                    </p:anim>
                                    <p:anim calcmode="lin" valueType="num">
                                      <p:cBhvr additive="base">
                                        <p:cTn id="65" dur="1000" fill="hold"/>
                                        <p:tgtEl>
                                          <p:spTgt spid="63518"/>
                                        </p:tgtEl>
                                        <p:attrNameLst>
                                          <p:attrName>ppt_y</p:attrName>
                                        </p:attrNameLst>
                                      </p:cBhvr>
                                      <p:tavLst>
                                        <p:tav tm="0">
                                          <p:val>
                                            <p:strVal val="1+#ppt_h/2"/>
                                          </p:val>
                                        </p:tav>
                                        <p:tav tm="100000">
                                          <p:val>
                                            <p:strVal val="#ppt_y"/>
                                          </p:val>
                                        </p:tav>
                                      </p:tavLst>
                                    </p:anim>
                                  </p:childTnLst>
                                </p:cTn>
                              </p:par>
                            </p:childTnLst>
                          </p:cTn>
                        </p:par>
                      </p:childTnLst>
                    </p:cTn>
                  </p:par>
                  <p:par>
                    <p:cTn id="66" fill="hold" nodeType="clickPar">
                      <p:stCondLst>
                        <p:cond delay="indefinite"/>
                      </p:stCondLst>
                      <p:childTnLst>
                        <p:par>
                          <p:cTn id="67" fill="hold" nodeType="withGroup">
                            <p:stCondLst>
                              <p:cond delay="0"/>
                            </p:stCondLst>
                            <p:childTnLst>
                              <p:par>
                                <p:cTn id="68" presetID="12" presetClass="entr" presetSubtype="4" fill="hold" grpId="0" nodeType="clickEffect">
                                  <p:stCondLst>
                                    <p:cond delay="0"/>
                                  </p:stCondLst>
                                  <p:childTnLst>
                                    <p:set>
                                      <p:cBhvr>
                                        <p:cTn id="69" dur="1" fill="hold">
                                          <p:stCondLst>
                                            <p:cond delay="0"/>
                                          </p:stCondLst>
                                        </p:cTn>
                                        <p:tgtEl>
                                          <p:spTgt spid="63519"/>
                                        </p:tgtEl>
                                        <p:attrNameLst>
                                          <p:attrName>style.visibility</p:attrName>
                                        </p:attrNameLst>
                                      </p:cBhvr>
                                      <p:to>
                                        <p:strVal val="visible"/>
                                      </p:to>
                                    </p:set>
                                    <p:animEffect transition="in" filter="slide(fromBottom)">
                                      <p:cBhvr>
                                        <p:cTn id="70" dur="500"/>
                                        <p:tgtEl>
                                          <p:spTgt spid="635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518" grpId="0" animBg="1" autoUpdateAnimBg="0"/>
      <p:bldP spid="63519" grpId="0" animBg="1" autoUpdateAnimBg="0"/>
      <p:bldP spid="63529" grpId="0" animBg="1"/>
      <p:bldP spid="63533" grpId="0" animBg="1"/>
      <p:bldP spid="63534" grpId="0" animBg="1"/>
      <p:bldP spid="63535" grpId="0" animBg="1"/>
    </p:bldLst>
  </p:timing>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87042" name="Object 2">
            <a:extLst>
              <a:ext uri="{FF2B5EF4-FFF2-40B4-BE49-F238E27FC236}">
                <a16:creationId xmlns:a16="http://schemas.microsoft.com/office/drawing/2014/main" id="{86B6FAC2-60C7-401E-BD86-47C609653024}"/>
              </a:ext>
            </a:extLst>
          </p:cNvPr>
          <p:cNvGraphicFramePr>
            <a:graphicFrameLocks noChangeAspect="1"/>
          </p:cNvGraphicFramePr>
          <p:nvPr/>
        </p:nvGraphicFramePr>
        <p:xfrm>
          <a:off x="3225800" y="1768475"/>
          <a:ext cx="4095750" cy="881063"/>
        </p:xfrm>
        <a:graphic>
          <a:graphicData uri="http://schemas.openxmlformats.org/presentationml/2006/ole">
            <mc:AlternateContent xmlns:mc="http://schemas.openxmlformats.org/markup-compatibility/2006">
              <mc:Choice xmlns:v="urn:schemas-microsoft-com:vml" Requires="v">
                <p:oleObj spid="_x0000_s20506" name="Equation" r:id="rId3" imgW="1536700" imgH="419100" progId="Equation.DSMT4">
                  <p:embed/>
                </p:oleObj>
              </mc:Choice>
              <mc:Fallback>
                <p:oleObj name="Equation" r:id="rId3" imgW="1536700" imgH="419100"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25800" y="1768475"/>
                        <a:ext cx="4095750" cy="881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7043" name="Object 3">
            <a:extLst>
              <a:ext uri="{FF2B5EF4-FFF2-40B4-BE49-F238E27FC236}">
                <a16:creationId xmlns:a16="http://schemas.microsoft.com/office/drawing/2014/main" id="{625A404F-B824-42C7-AEFD-24F91A3D0C7B}"/>
              </a:ext>
            </a:extLst>
          </p:cNvPr>
          <p:cNvGraphicFramePr>
            <a:graphicFrameLocks noChangeAspect="1"/>
          </p:cNvGraphicFramePr>
          <p:nvPr/>
        </p:nvGraphicFramePr>
        <p:xfrm>
          <a:off x="3040063" y="2743200"/>
          <a:ext cx="3940175" cy="887413"/>
        </p:xfrm>
        <a:graphic>
          <a:graphicData uri="http://schemas.openxmlformats.org/presentationml/2006/ole">
            <mc:AlternateContent xmlns:mc="http://schemas.openxmlformats.org/markup-compatibility/2006">
              <mc:Choice xmlns:v="urn:schemas-microsoft-com:vml" Requires="v">
                <p:oleObj spid="_x0000_s20507" name="Equation" r:id="rId5" imgW="1384300" imgH="381000" progId="Equation.DSMT4">
                  <p:embed/>
                </p:oleObj>
              </mc:Choice>
              <mc:Fallback>
                <p:oleObj name="Equation" r:id="rId5" imgW="1384300" imgH="381000"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40063" y="2743200"/>
                        <a:ext cx="3940175" cy="887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7044" name="Object 4">
            <a:extLst>
              <a:ext uri="{FF2B5EF4-FFF2-40B4-BE49-F238E27FC236}">
                <a16:creationId xmlns:a16="http://schemas.microsoft.com/office/drawing/2014/main" id="{5D6EDCBD-D05D-4C79-804D-90012D84F75C}"/>
              </a:ext>
            </a:extLst>
          </p:cNvPr>
          <p:cNvGraphicFramePr>
            <a:graphicFrameLocks noChangeAspect="1"/>
          </p:cNvGraphicFramePr>
          <p:nvPr/>
        </p:nvGraphicFramePr>
        <p:xfrm>
          <a:off x="3352800" y="4495800"/>
          <a:ext cx="3038475" cy="533400"/>
        </p:xfrm>
        <a:graphic>
          <a:graphicData uri="http://schemas.openxmlformats.org/presentationml/2006/ole">
            <mc:AlternateContent xmlns:mc="http://schemas.openxmlformats.org/markup-compatibility/2006">
              <mc:Choice xmlns:v="urn:schemas-microsoft-com:vml" Requires="v">
                <p:oleObj spid="_x0000_s20508" name="公式" r:id="rId7" imgW="1295400" imgH="241300" progId="Equation.3">
                  <p:embed/>
                </p:oleObj>
              </mc:Choice>
              <mc:Fallback>
                <p:oleObj name="公式" r:id="rId7" imgW="1295400" imgH="2413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52800" y="4495800"/>
                        <a:ext cx="3038475"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7045" name="Object 5">
            <a:extLst>
              <a:ext uri="{FF2B5EF4-FFF2-40B4-BE49-F238E27FC236}">
                <a16:creationId xmlns:a16="http://schemas.microsoft.com/office/drawing/2014/main" id="{2017E8D0-9852-4A7E-9227-C095780723D6}"/>
              </a:ext>
            </a:extLst>
          </p:cNvPr>
          <p:cNvGraphicFramePr>
            <a:graphicFrameLocks noChangeAspect="1"/>
          </p:cNvGraphicFramePr>
          <p:nvPr/>
        </p:nvGraphicFramePr>
        <p:xfrm>
          <a:off x="3268663" y="901700"/>
          <a:ext cx="3106737" cy="712788"/>
        </p:xfrm>
        <a:graphic>
          <a:graphicData uri="http://schemas.openxmlformats.org/presentationml/2006/ole">
            <mc:AlternateContent xmlns:mc="http://schemas.openxmlformats.org/markup-compatibility/2006">
              <mc:Choice xmlns:v="urn:schemas-microsoft-com:vml" Requires="v">
                <p:oleObj spid="_x0000_s20509" name="Equation" r:id="rId9" imgW="1193800" imgH="330200" progId="Equation.DSMT4">
                  <p:embed/>
                </p:oleObj>
              </mc:Choice>
              <mc:Fallback>
                <p:oleObj name="Equation" r:id="rId9" imgW="1193800" imgH="330200" progId="Equation.DSMT4">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68663" y="901700"/>
                        <a:ext cx="3106737" cy="712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486" name="Text Box 6">
            <a:extLst>
              <a:ext uri="{FF2B5EF4-FFF2-40B4-BE49-F238E27FC236}">
                <a16:creationId xmlns:a16="http://schemas.microsoft.com/office/drawing/2014/main" id="{9C327408-4BBE-4790-9518-4675D52B2EE3}"/>
              </a:ext>
            </a:extLst>
          </p:cNvPr>
          <p:cNvSpPr txBox="1">
            <a:spLocks noChangeArrowheads="1"/>
          </p:cNvSpPr>
          <p:nvPr/>
        </p:nvSpPr>
        <p:spPr bwMode="auto">
          <a:xfrm>
            <a:off x="457200" y="381000"/>
            <a:ext cx="2057400" cy="579438"/>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ea typeface="楷体_GB2312" pitchFamily="49" charset="-122"/>
              </a:rPr>
              <a:t>人口指数</a:t>
            </a:r>
          </a:p>
        </p:txBody>
      </p:sp>
      <p:sp>
        <p:nvSpPr>
          <p:cNvPr id="64519" name="Text Box 7">
            <a:extLst>
              <a:ext uri="{FF2B5EF4-FFF2-40B4-BE49-F238E27FC236}">
                <a16:creationId xmlns:a16="http://schemas.microsoft.com/office/drawing/2014/main" id="{CA97DBC0-AEA7-4303-A99D-BDEA55B1F0E9}"/>
              </a:ext>
            </a:extLst>
          </p:cNvPr>
          <p:cNvSpPr txBox="1">
            <a:spLocks noChangeArrowheads="1"/>
          </p:cNvSpPr>
          <p:nvPr/>
        </p:nvSpPr>
        <p:spPr bwMode="auto">
          <a:xfrm>
            <a:off x="533400" y="1066800"/>
            <a:ext cx="2265363" cy="519113"/>
          </a:xfrm>
          <a:prstGeom prst="rect">
            <a:avLst/>
          </a:prstGeom>
          <a:solidFill>
            <a:srgbClr val="00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a:t>1</a:t>
            </a:r>
            <a:r>
              <a:rPr lang="zh-CN" altLang="en-US" sz="2800" b="1"/>
              <a:t>）人口总数</a:t>
            </a:r>
          </a:p>
        </p:txBody>
      </p:sp>
      <p:sp>
        <p:nvSpPr>
          <p:cNvPr id="64520" name="Text Box 8">
            <a:extLst>
              <a:ext uri="{FF2B5EF4-FFF2-40B4-BE49-F238E27FC236}">
                <a16:creationId xmlns:a16="http://schemas.microsoft.com/office/drawing/2014/main" id="{49C86FCB-E4A3-4061-8CC2-A6290E657A97}"/>
              </a:ext>
            </a:extLst>
          </p:cNvPr>
          <p:cNvSpPr txBox="1">
            <a:spLocks noChangeArrowheads="1"/>
          </p:cNvSpPr>
          <p:nvPr/>
        </p:nvSpPr>
        <p:spPr bwMode="auto">
          <a:xfrm>
            <a:off x="533400" y="1905000"/>
            <a:ext cx="2265363" cy="519113"/>
          </a:xfrm>
          <a:prstGeom prst="rect">
            <a:avLst/>
          </a:prstGeom>
          <a:solidFill>
            <a:srgbClr val="33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a:t>2</a:t>
            </a:r>
            <a:r>
              <a:rPr lang="zh-CN" altLang="en-US" sz="2800" b="1"/>
              <a:t>）平均年龄</a:t>
            </a:r>
          </a:p>
        </p:txBody>
      </p:sp>
      <p:sp>
        <p:nvSpPr>
          <p:cNvPr id="64521" name="Text Box 9">
            <a:extLst>
              <a:ext uri="{FF2B5EF4-FFF2-40B4-BE49-F238E27FC236}">
                <a16:creationId xmlns:a16="http://schemas.microsoft.com/office/drawing/2014/main" id="{091B4E64-596B-4315-A6B2-605EF434711C}"/>
              </a:ext>
            </a:extLst>
          </p:cNvPr>
          <p:cNvSpPr txBox="1">
            <a:spLocks noChangeArrowheads="1"/>
          </p:cNvSpPr>
          <p:nvPr/>
        </p:nvSpPr>
        <p:spPr bwMode="auto">
          <a:xfrm>
            <a:off x="533400" y="2986088"/>
            <a:ext cx="2265363" cy="519112"/>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a:t>3</a:t>
            </a:r>
            <a:r>
              <a:rPr lang="zh-CN" altLang="en-US" sz="2800" b="1"/>
              <a:t>）平均寿命</a:t>
            </a:r>
          </a:p>
        </p:txBody>
      </p:sp>
      <p:sp>
        <p:nvSpPr>
          <p:cNvPr id="64522" name="Text Box 10">
            <a:extLst>
              <a:ext uri="{FF2B5EF4-FFF2-40B4-BE49-F238E27FC236}">
                <a16:creationId xmlns:a16="http://schemas.microsoft.com/office/drawing/2014/main" id="{27CE011E-5C92-4816-B503-1CA5199D2B39}"/>
              </a:ext>
            </a:extLst>
          </p:cNvPr>
          <p:cNvSpPr txBox="1">
            <a:spLocks noChangeArrowheads="1"/>
          </p:cNvSpPr>
          <p:nvPr/>
        </p:nvSpPr>
        <p:spPr bwMode="auto">
          <a:xfrm>
            <a:off x="381000" y="3733800"/>
            <a:ext cx="8534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t>t</a:t>
            </a:r>
            <a:r>
              <a:rPr lang="zh-CN" altLang="en-US" sz="2800" b="1"/>
              <a:t>时刻出生的人，死亡率按 </a:t>
            </a:r>
            <a:r>
              <a:rPr lang="zh-CN" altLang="en-US" sz="2800" b="1" i="1">
                <a:sym typeface="Symbol" panose="05050102010706020507" pitchFamily="18" charset="2"/>
              </a:rPr>
              <a:t></a:t>
            </a:r>
            <a:r>
              <a:rPr lang="en-US" altLang="zh-CN" sz="2800" b="1">
                <a:sym typeface="Symbol" panose="05050102010706020507" pitchFamily="18" charset="2"/>
              </a:rPr>
              <a:t>(</a:t>
            </a:r>
            <a:r>
              <a:rPr lang="en-US" altLang="zh-CN" sz="2800" b="1" i="1">
                <a:sym typeface="Symbol" panose="05050102010706020507" pitchFamily="18" charset="2"/>
              </a:rPr>
              <a:t>r</a:t>
            </a:r>
            <a:r>
              <a:rPr lang="en-US" altLang="zh-CN" sz="2800" b="1">
                <a:sym typeface="Symbol" panose="05050102010706020507" pitchFamily="18" charset="2"/>
              </a:rPr>
              <a:t>,</a:t>
            </a:r>
            <a:r>
              <a:rPr lang="en-US" altLang="zh-CN" sz="2800" b="1" i="1">
                <a:sym typeface="Symbol" panose="05050102010706020507" pitchFamily="18" charset="2"/>
              </a:rPr>
              <a:t>t</a:t>
            </a:r>
            <a:r>
              <a:rPr lang="en-US" altLang="zh-CN" sz="2800" b="1">
                <a:sym typeface="Symbol" panose="05050102010706020507" pitchFamily="18" charset="2"/>
              </a:rPr>
              <a:t>) </a:t>
            </a:r>
            <a:r>
              <a:rPr lang="zh-CN" altLang="en-US" sz="2800" b="1"/>
              <a:t>计算的平均存活时间</a:t>
            </a:r>
          </a:p>
        </p:txBody>
      </p:sp>
      <p:sp>
        <p:nvSpPr>
          <p:cNvPr id="64523" name="Text Box 11">
            <a:extLst>
              <a:ext uri="{FF2B5EF4-FFF2-40B4-BE49-F238E27FC236}">
                <a16:creationId xmlns:a16="http://schemas.microsoft.com/office/drawing/2014/main" id="{FEF26E0E-2C5D-4A28-B774-D6C1B21C5114}"/>
              </a:ext>
            </a:extLst>
          </p:cNvPr>
          <p:cNvSpPr txBox="1">
            <a:spLocks noChangeArrowheads="1"/>
          </p:cNvSpPr>
          <p:nvPr/>
        </p:nvSpPr>
        <p:spPr bwMode="auto">
          <a:xfrm>
            <a:off x="533400" y="4495800"/>
            <a:ext cx="2667000" cy="5191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a:t>4</a:t>
            </a:r>
            <a:r>
              <a:rPr lang="zh-CN" altLang="en-US" sz="2800" b="1"/>
              <a:t>）老龄化指数</a:t>
            </a:r>
          </a:p>
        </p:txBody>
      </p:sp>
      <p:sp>
        <p:nvSpPr>
          <p:cNvPr id="64524" name="Text Box 12">
            <a:extLst>
              <a:ext uri="{FF2B5EF4-FFF2-40B4-BE49-F238E27FC236}">
                <a16:creationId xmlns:a16="http://schemas.microsoft.com/office/drawing/2014/main" id="{60A78934-13E7-4A42-95BF-2D34F235E092}"/>
              </a:ext>
            </a:extLst>
          </p:cNvPr>
          <p:cNvSpPr txBox="1">
            <a:spLocks noChangeArrowheads="1"/>
          </p:cNvSpPr>
          <p:nvPr/>
        </p:nvSpPr>
        <p:spPr bwMode="auto">
          <a:xfrm>
            <a:off x="838200" y="5486400"/>
            <a:ext cx="2057400" cy="519113"/>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控制生育率</a:t>
            </a:r>
          </a:p>
        </p:txBody>
      </p:sp>
      <p:sp>
        <p:nvSpPr>
          <p:cNvPr id="64525" name="Text Box 13">
            <a:extLst>
              <a:ext uri="{FF2B5EF4-FFF2-40B4-BE49-F238E27FC236}">
                <a16:creationId xmlns:a16="http://schemas.microsoft.com/office/drawing/2014/main" id="{A1D7BFF4-8A5E-4AA0-B53B-0AB8A2A4F728}"/>
              </a:ext>
            </a:extLst>
          </p:cNvPr>
          <p:cNvSpPr txBox="1">
            <a:spLocks noChangeArrowheads="1"/>
          </p:cNvSpPr>
          <p:nvPr/>
        </p:nvSpPr>
        <p:spPr bwMode="auto">
          <a:xfrm>
            <a:off x="3581400" y="5181600"/>
            <a:ext cx="2717800" cy="519113"/>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控制 </a:t>
            </a:r>
            <a:r>
              <a:rPr lang="en-US" altLang="zh-CN" sz="2800" b="1" i="1"/>
              <a:t>N</a:t>
            </a:r>
            <a:r>
              <a:rPr lang="en-US" altLang="zh-CN" sz="2800" b="1"/>
              <a:t>(</a:t>
            </a:r>
            <a:r>
              <a:rPr lang="en-US" altLang="zh-CN" sz="2800" b="1" i="1"/>
              <a:t>t</a:t>
            </a:r>
            <a:r>
              <a:rPr lang="en-US" altLang="zh-CN" sz="2800" b="1"/>
              <a:t>)</a:t>
            </a:r>
            <a:r>
              <a:rPr lang="zh-CN" altLang="zh-CN" sz="2800" b="1"/>
              <a:t>不过大</a:t>
            </a:r>
            <a:endParaRPr lang="zh-CN" altLang="en-US" sz="2800" b="1"/>
          </a:p>
        </p:txBody>
      </p:sp>
      <p:sp>
        <p:nvSpPr>
          <p:cNvPr id="64526" name="Text Box 14">
            <a:extLst>
              <a:ext uri="{FF2B5EF4-FFF2-40B4-BE49-F238E27FC236}">
                <a16:creationId xmlns:a16="http://schemas.microsoft.com/office/drawing/2014/main" id="{5EE7FDA9-CE74-4BA5-8EFA-3147F8E6E1C0}"/>
              </a:ext>
            </a:extLst>
          </p:cNvPr>
          <p:cNvSpPr txBox="1">
            <a:spLocks noChangeArrowheads="1"/>
          </p:cNvSpPr>
          <p:nvPr/>
        </p:nvSpPr>
        <p:spPr bwMode="auto">
          <a:xfrm>
            <a:off x="3581400" y="5881688"/>
            <a:ext cx="2717800" cy="519112"/>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控制 </a:t>
            </a:r>
            <a:r>
              <a:rPr lang="zh-CN" altLang="en-US" sz="2800" b="1" i="1">
                <a:sym typeface="Symbol" panose="05050102010706020507" pitchFamily="18" charset="2"/>
              </a:rPr>
              <a:t></a:t>
            </a:r>
            <a:r>
              <a:rPr lang="en-US" altLang="zh-CN" sz="2800" b="1"/>
              <a:t>(</a:t>
            </a:r>
            <a:r>
              <a:rPr lang="en-US" altLang="zh-CN" sz="2800" b="1" i="1"/>
              <a:t>t</a:t>
            </a:r>
            <a:r>
              <a:rPr lang="en-US" altLang="zh-CN" sz="2800" b="1"/>
              <a:t>)</a:t>
            </a:r>
            <a:r>
              <a:rPr lang="zh-CN" altLang="zh-CN" sz="2800" b="1"/>
              <a:t>不过高</a:t>
            </a:r>
            <a:endParaRPr lang="zh-CN" altLang="en-US" sz="2800" b="1"/>
          </a:p>
        </p:txBody>
      </p:sp>
      <p:sp>
        <p:nvSpPr>
          <p:cNvPr id="64527" name="AutoShape 15">
            <a:extLst>
              <a:ext uri="{FF2B5EF4-FFF2-40B4-BE49-F238E27FC236}">
                <a16:creationId xmlns:a16="http://schemas.microsoft.com/office/drawing/2014/main" id="{90EDA147-1C34-4E12-9002-E3E127841409}"/>
              </a:ext>
            </a:extLst>
          </p:cNvPr>
          <p:cNvSpPr>
            <a:spLocks noChangeArrowheads="1"/>
          </p:cNvSpPr>
          <p:nvPr/>
        </p:nvSpPr>
        <p:spPr bwMode="auto">
          <a:xfrm>
            <a:off x="3124200" y="5562600"/>
            <a:ext cx="301625" cy="485775"/>
          </a:xfrm>
          <a:prstGeom prst="rightArrow">
            <a:avLst>
              <a:gd name="adj1" fmla="val 50000"/>
              <a:gd name="adj2" fmla="val 25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pic>
        <p:nvPicPr>
          <p:cNvPr id="20496" name="Picture 16" descr="PE02043_">
            <a:extLst>
              <a:ext uri="{FF2B5EF4-FFF2-40B4-BE49-F238E27FC236}">
                <a16:creationId xmlns:a16="http://schemas.microsoft.com/office/drawing/2014/main" id="{770957EA-54FC-4FE9-BA11-CEF07B29660A}"/>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053388" y="549275"/>
            <a:ext cx="738187" cy="107950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4519"/>
                                        </p:tgtEl>
                                        <p:attrNameLst>
                                          <p:attrName>style.visibility</p:attrName>
                                        </p:attrNameLst>
                                      </p:cBhvr>
                                      <p:to>
                                        <p:strVal val="visible"/>
                                      </p:to>
                                    </p:set>
                                    <p:animEffect transition="in" filter="checkerboard(across)">
                                      <p:cBhvr>
                                        <p:cTn id="7" dur="1000"/>
                                        <p:tgtEl>
                                          <p:spTgt spid="6451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87045"/>
                                        </p:tgtEl>
                                        <p:attrNameLst>
                                          <p:attrName>style.visibility</p:attrName>
                                        </p:attrNameLst>
                                      </p:cBhvr>
                                      <p:to>
                                        <p:strVal val="visible"/>
                                      </p:to>
                                    </p:set>
                                    <p:animEffect transition="in" filter="blinds(horizontal)">
                                      <p:cBhvr>
                                        <p:cTn id="12" dur="1000"/>
                                        <p:tgtEl>
                                          <p:spTgt spid="8704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64520"/>
                                        </p:tgtEl>
                                        <p:attrNameLst>
                                          <p:attrName>style.visibility</p:attrName>
                                        </p:attrNameLst>
                                      </p:cBhvr>
                                      <p:to>
                                        <p:strVal val="visible"/>
                                      </p:to>
                                    </p:set>
                                    <p:animEffect transition="in" filter="checkerboard(across)">
                                      <p:cBhvr>
                                        <p:cTn id="17" dur="1000"/>
                                        <p:tgtEl>
                                          <p:spTgt spid="6452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5" fill="hold" nodeType="clickEffect">
                                  <p:stCondLst>
                                    <p:cond delay="0"/>
                                  </p:stCondLst>
                                  <p:childTnLst>
                                    <p:set>
                                      <p:cBhvr>
                                        <p:cTn id="21" dur="1" fill="hold">
                                          <p:stCondLst>
                                            <p:cond delay="0"/>
                                          </p:stCondLst>
                                        </p:cTn>
                                        <p:tgtEl>
                                          <p:spTgt spid="87042"/>
                                        </p:tgtEl>
                                        <p:attrNameLst>
                                          <p:attrName>style.visibility</p:attrName>
                                        </p:attrNameLst>
                                      </p:cBhvr>
                                      <p:to>
                                        <p:strVal val="visible"/>
                                      </p:to>
                                    </p:set>
                                    <p:animEffect transition="in" filter="blinds(vertical)">
                                      <p:cBhvr>
                                        <p:cTn id="22" dur="1000"/>
                                        <p:tgtEl>
                                          <p:spTgt spid="8704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64521"/>
                                        </p:tgtEl>
                                        <p:attrNameLst>
                                          <p:attrName>style.visibility</p:attrName>
                                        </p:attrNameLst>
                                      </p:cBhvr>
                                      <p:to>
                                        <p:strVal val="visible"/>
                                      </p:to>
                                    </p:set>
                                    <p:animEffect transition="in" filter="checkerboard(across)">
                                      <p:cBhvr>
                                        <p:cTn id="27" dur="1000"/>
                                        <p:tgtEl>
                                          <p:spTgt spid="6452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87043"/>
                                        </p:tgtEl>
                                        <p:attrNameLst>
                                          <p:attrName>style.visibility</p:attrName>
                                        </p:attrNameLst>
                                      </p:cBhvr>
                                      <p:to>
                                        <p:strVal val="visible"/>
                                      </p:to>
                                    </p:set>
                                    <p:animEffect transition="in" filter="box(in)">
                                      <p:cBhvr>
                                        <p:cTn id="32" dur="1000"/>
                                        <p:tgtEl>
                                          <p:spTgt spid="8704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5" presetClass="entr" presetSubtype="5" fill="hold" grpId="0" nodeType="clickEffect">
                                  <p:stCondLst>
                                    <p:cond delay="0"/>
                                  </p:stCondLst>
                                  <p:childTnLst>
                                    <p:set>
                                      <p:cBhvr>
                                        <p:cTn id="36" dur="1" fill="hold">
                                          <p:stCondLst>
                                            <p:cond delay="0"/>
                                          </p:stCondLst>
                                        </p:cTn>
                                        <p:tgtEl>
                                          <p:spTgt spid="64522"/>
                                        </p:tgtEl>
                                        <p:attrNameLst>
                                          <p:attrName>style.visibility</p:attrName>
                                        </p:attrNameLst>
                                      </p:cBhvr>
                                      <p:to>
                                        <p:strVal val="visible"/>
                                      </p:to>
                                    </p:set>
                                    <p:animEffect transition="in" filter="checkerboard(down)">
                                      <p:cBhvr>
                                        <p:cTn id="37" dur="1000"/>
                                        <p:tgtEl>
                                          <p:spTgt spid="6452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64523"/>
                                        </p:tgtEl>
                                        <p:attrNameLst>
                                          <p:attrName>style.visibility</p:attrName>
                                        </p:attrNameLst>
                                      </p:cBhvr>
                                      <p:to>
                                        <p:strVal val="visible"/>
                                      </p:to>
                                    </p:set>
                                    <p:animEffect transition="in" filter="checkerboard(across)">
                                      <p:cBhvr>
                                        <p:cTn id="42" dur="1000"/>
                                        <p:tgtEl>
                                          <p:spTgt spid="64523"/>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5" presetClass="entr" presetSubtype="5" fill="hold" nodeType="clickEffect">
                                  <p:stCondLst>
                                    <p:cond delay="0"/>
                                  </p:stCondLst>
                                  <p:childTnLst>
                                    <p:set>
                                      <p:cBhvr>
                                        <p:cTn id="46" dur="1" fill="hold">
                                          <p:stCondLst>
                                            <p:cond delay="0"/>
                                          </p:stCondLst>
                                        </p:cTn>
                                        <p:tgtEl>
                                          <p:spTgt spid="87044"/>
                                        </p:tgtEl>
                                        <p:attrNameLst>
                                          <p:attrName>style.visibility</p:attrName>
                                        </p:attrNameLst>
                                      </p:cBhvr>
                                      <p:to>
                                        <p:strVal val="visible"/>
                                      </p:to>
                                    </p:set>
                                    <p:animEffect transition="in" filter="checkerboard(down)">
                                      <p:cBhvr>
                                        <p:cTn id="47" dur="1000"/>
                                        <p:tgtEl>
                                          <p:spTgt spid="87044"/>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6" presetClass="entr" presetSubtype="26" fill="hold" grpId="0" nodeType="clickEffect">
                                  <p:stCondLst>
                                    <p:cond delay="0"/>
                                  </p:stCondLst>
                                  <p:childTnLst>
                                    <p:set>
                                      <p:cBhvr>
                                        <p:cTn id="51" dur="1" fill="hold">
                                          <p:stCondLst>
                                            <p:cond delay="0"/>
                                          </p:stCondLst>
                                        </p:cTn>
                                        <p:tgtEl>
                                          <p:spTgt spid="64524"/>
                                        </p:tgtEl>
                                        <p:attrNameLst>
                                          <p:attrName>style.visibility</p:attrName>
                                        </p:attrNameLst>
                                      </p:cBhvr>
                                      <p:to>
                                        <p:strVal val="visible"/>
                                      </p:to>
                                    </p:set>
                                    <p:animEffect transition="in" filter="barn(inHorizontal)">
                                      <p:cBhvr>
                                        <p:cTn id="52" dur="1000"/>
                                        <p:tgtEl>
                                          <p:spTgt spid="64524"/>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 presetClass="entr" presetSubtype="0" fill="hold" grpId="0" nodeType="clickEffect">
                                  <p:stCondLst>
                                    <p:cond delay="0"/>
                                  </p:stCondLst>
                                  <p:childTnLst>
                                    <p:set>
                                      <p:cBhvr>
                                        <p:cTn id="56" dur="1" fill="hold">
                                          <p:stCondLst>
                                            <p:cond delay="499"/>
                                          </p:stCondLst>
                                        </p:cTn>
                                        <p:tgtEl>
                                          <p:spTgt spid="64527"/>
                                        </p:tgtEl>
                                        <p:attrNameLst>
                                          <p:attrName>style.visibility</p:attrName>
                                        </p:attrNameLst>
                                      </p:cBhvr>
                                      <p:to>
                                        <p:strVal val="visible"/>
                                      </p:to>
                                    </p:set>
                                  </p:childTnLst>
                                </p:cTn>
                              </p:par>
                            </p:childTnLst>
                          </p:cTn>
                        </p:par>
                      </p:childTnLst>
                    </p:cTn>
                  </p:par>
                  <p:par>
                    <p:cTn id="57" fill="hold" nodeType="clickPar">
                      <p:stCondLst>
                        <p:cond delay="indefinite"/>
                      </p:stCondLst>
                      <p:childTnLst>
                        <p:par>
                          <p:cTn id="58" fill="hold" nodeType="withGroup">
                            <p:stCondLst>
                              <p:cond delay="0"/>
                            </p:stCondLst>
                            <p:childTnLst>
                              <p:par>
                                <p:cTn id="59" presetID="16" presetClass="entr" presetSubtype="42" fill="hold" grpId="0" nodeType="clickEffect">
                                  <p:stCondLst>
                                    <p:cond delay="0"/>
                                  </p:stCondLst>
                                  <p:childTnLst>
                                    <p:set>
                                      <p:cBhvr>
                                        <p:cTn id="60" dur="1" fill="hold">
                                          <p:stCondLst>
                                            <p:cond delay="0"/>
                                          </p:stCondLst>
                                        </p:cTn>
                                        <p:tgtEl>
                                          <p:spTgt spid="64525"/>
                                        </p:tgtEl>
                                        <p:attrNameLst>
                                          <p:attrName>style.visibility</p:attrName>
                                        </p:attrNameLst>
                                      </p:cBhvr>
                                      <p:to>
                                        <p:strVal val="visible"/>
                                      </p:to>
                                    </p:set>
                                    <p:animEffect transition="in" filter="barn(outHorizontal)">
                                      <p:cBhvr>
                                        <p:cTn id="61" dur="1000"/>
                                        <p:tgtEl>
                                          <p:spTgt spid="64525"/>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16" presetClass="entr" presetSubtype="42" fill="hold" grpId="0" nodeType="clickEffect">
                                  <p:stCondLst>
                                    <p:cond delay="0"/>
                                  </p:stCondLst>
                                  <p:childTnLst>
                                    <p:set>
                                      <p:cBhvr>
                                        <p:cTn id="65" dur="1" fill="hold">
                                          <p:stCondLst>
                                            <p:cond delay="0"/>
                                          </p:stCondLst>
                                        </p:cTn>
                                        <p:tgtEl>
                                          <p:spTgt spid="64526"/>
                                        </p:tgtEl>
                                        <p:attrNameLst>
                                          <p:attrName>style.visibility</p:attrName>
                                        </p:attrNameLst>
                                      </p:cBhvr>
                                      <p:to>
                                        <p:strVal val="visible"/>
                                      </p:to>
                                    </p:set>
                                    <p:animEffect transition="in" filter="barn(outHorizontal)">
                                      <p:cBhvr>
                                        <p:cTn id="66" dur="1000"/>
                                        <p:tgtEl>
                                          <p:spTgt spid="645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9" grpId="0" animBg="1" autoUpdateAnimBg="0"/>
      <p:bldP spid="64520" grpId="0" animBg="1" autoUpdateAnimBg="0"/>
      <p:bldP spid="64521" grpId="0" animBg="1" autoUpdateAnimBg="0"/>
      <p:bldP spid="64522" grpId="0"/>
      <p:bldP spid="64523" grpId="0" animBg="1" autoUpdateAnimBg="0"/>
      <p:bldP spid="64524" grpId="0" animBg="1"/>
      <p:bldP spid="64525" grpId="0" animBg="1"/>
      <p:bldP spid="64526" grpId="0" animBg="1"/>
      <p:bldP spid="6452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 Box 2">
            <a:extLst>
              <a:ext uri="{FF2B5EF4-FFF2-40B4-BE49-F238E27FC236}">
                <a16:creationId xmlns:a16="http://schemas.microsoft.com/office/drawing/2014/main" id="{CDF4C241-7792-48CF-9C45-6117C43C0E8F}"/>
              </a:ext>
            </a:extLst>
          </p:cNvPr>
          <p:cNvSpPr txBox="1">
            <a:spLocks noChangeArrowheads="1"/>
          </p:cNvSpPr>
          <p:nvPr/>
        </p:nvSpPr>
        <p:spPr bwMode="auto">
          <a:xfrm>
            <a:off x="1403350" y="549275"/>
            <a:ext cx="6913563" cy="64135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600" b="1" dirty="0">
                <a:solidFill>
                  <a:srgbClr val="0000FF"/>
                </a:solidFill>
                <a:ea typeface="楷体_GB2312" pitchFamily="49" charset="-122"/>
              </a:rPr>
              <a:t>3   </a:t>
            </a:r>
            <a:r>
              <a:rPr lang="zh-CN" altLang="en-US" sz="3600" b="1" dirty="0">
                <a:solidFill>
                  <a:srgbClr val="0000FF"/>
                </a:solidFill>
                <a:ea typeface="楷体_GB2312" pitchFamily="49" charset="-122"/>
              </a:rPr>
              <a:t>传染病模型和</a:t>
            </a:r>
            <a:r>
              <a:rPr lang="en-US" altLang="zh-CN" sz="3600" b="1" dirty="0">
                <a:solidFill>
                  <a:srgbClr val="0000FF"/>
                </a:solidFill>
                <a:ea typeface="楷体_GB2312" pitchFamily="49" charset="-122"/>
              </a:rPr>
              <a:t>SARS </a:t>
            </a:r>
            <a:r>
              <a:rPr lang="zh-CN" altLang="en-US" sz="3600" b="1" dirty="0">
                <a:solidFill>
                  <a:srgbClr val="0000FF"/>
                </a:solidFill>
                <a:ea typeface="楷体_GB2312" pitchFamily="49" charset="-122"/>
              </a:rPr>
              <a:t>的传播</a:t>
            </a:r>
          </a:p>
        </p:txBody>
      </p:sp>
      <p:sp>
        <p:nvSpPr>
          <p:cNvPr id="28676" name="Text Box 4">
            <a:extLst>
              <a:ext uri="{FF2B5EF4-FFF2-40B4-BE49-F238E27FC236}">
                <a16:creationId xmlns:a16="http://schemas.microsoft.com/office/drawing/2014/main" id="{8DBD6EC3-CAF2-473E-B13C-3D3B243EFB0A}"/>
              </a:ext>
            </a:extLst>
          </p:cNvPr>
          <p:cNvSpPr txBox="1">
            <a:spLocks noChangeArrowheads="1"/>
          </p:cNvSpPr>
          <p:nvPr/>
        </p:nvSpPr>
        <p:spPr bwMode="auto">
          <a:xfrm>
            <a:off x="1835150" y="2060575"/>
            <a:ext cx="4648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Char char="•"/>
            </a:pPr>
            <a:r>
              <a:rPr lang="en-US" altLang="zh-CN" sz="2800" b="1"/>
              <a:t> </a:t>
            </a:r>
            <a:r>
              <a:rPr lang="zh-CN" altLang="en-US" sz="2800" b="1"/>
              <a:t>描述传染病的传播过程</a:t>
            </a:r>
            <a:r>
              <a:rPr lang="en-US" altLang="zh-CN" sz="2800" b="1"/>
              <a:t>.</a:t>
            </a:r>
          </a:p>
        </p:txBody>
      </p:sp>
      <p:sp>
        <p:nvSpPr>
          <p:cNvPr id="28677" name="Text Box 5">
            <a:extLst>
              <a:ext uri="{FF2B5EF4-FFF2-40B4-BE49-F238E27FC236}">
                <a16:creationId xmlns:a16="http://schemas.microsoft.com/office/drawing/2014/main" id="{B54524E5-EFAD-4D58-B232-C1A8CC2141C2}"/>
              </a:ext>
            </a:extLst>
          </p:cNvPr>
          <p:cNvSpPr txBox="1">
            <a:spLocks noChangeArrowheads="1"/>
          </p:cNvSpPr>
          <p:nvPr/>
        </p:nvSpPr>
        <p:spPr bwMode="auto">
          <a:xfrm>
            <a:off x="1835150" y="2636838"/>
            <a:ext cx="4724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Char char="•"/>
            </a:pPr>
            <a:r>
              <a:rPr lang="en-US" altLang="zh-CN" sz="2800" b="1"/>
              <a:t> </a:t>
            </a:r>
            <a:r>
              <a:rPr lang="zh-CN" altLang="en-US" sz="2800" b="1"/>
              <a:t>分析受感染人数的变化规律</a:t>
            </a:r>
            <a:r>
              <a:rPr lang="en-US" altLang="zh-CN" sz="2800" b="1"/>
              <a:t>.</a:t>
            </a:r>
          </a:p>
        </p:txBody>
      </p:sp>
      <p:sp>
        <p:nvSpPr>
          <p:cNvPr id="28678" name="Text Box 6">
            <a:extLst>
              <a:ext uri="{FF2B5EF4-FFF2-40B4-BE49-F238E27FC236}">
                <a16:creationId xmlns:a16="http://schemas.microsoft.com/office/drawing/2014/main" id="{34DDEDA9-3BED-45F2-BF33-FB8F64BB26BC}"/>
              </a:ext>
            </a:extLst>
          </p:cNvPr>
          <p:cNvSpPr txBox="1">
            <a:spLocks noChangeArrowheads="1"/>
          </p:cNvSpPr>
          <p:nvPr/>
        </p:nvSpPr>
        <p:spPr bwMode="auto">
          <a:xfrm>
            <a:off x="1835150" y="3213100"/>
            <a:ext cx="4724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Char char="•"/>
            </a:pPr>
            <a:r>
              <a:rPr lang="en-US" altLang="zh-CN" sz="2800" b="1"/>
              <a:t> </a:t>
            </a:r>
            <a:r>
              <a:rPr lang="zh-CN" altLang="en-US" sz="2800" b="1"/>
              <a:t>预报传染病高潮到来的时刻</a:t>
            </a:r>
            <a:r>
              <a:rPr lang="en-US" altLang="zh-CN" sz="2800" b="1"/>
              <a:t>.</a:t>
            </a:r>
          </a:p>
        </p:txBody>
      </p:sp>
      <p:sp>
        <p:nvSpPr>
          <p:cNvPr id="28679" name="Text Box 7">
            <a:extLst>
              <a:ext uri="{FF2B5EF4-FFF2-40B4-BE49-F238E27FC236}">
                <a16:creationId xmlns:a16="http://schemas.microsoft.com/office/drawing/2014/main" id="{9B2FBEC7-E524-4CC7-A582-125D103BCD4B}"/>
              </a:ext>
            </a:extLst>
          </p:cNvPr>
          <p:cNvSpPr txBox="1">
            <a:spLocks noChangeArrowheads="1"/>
          </p:cNvSpPr>
          <p:nvPr/>
        </p:nvSpPr>
        <p:spPr bwMode="auto">
          <a:xfrm>
            <a:off x="1835150" y="3860800"/>
            <a:ext cx="4648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Char char="•"/>
            </a:pPr>
            <a:r>
              <a:rPr lang="en-US" altLang="zh-CN" sz="2800" b="1"/>
              <a:t> </a:t>
            </a:r>
            <a:r>
              <a:rPr lang="zh-CN" altLang="en-US" sz="2800" b="1"/>
              <a:t>预防传染病蔓延的手段</a:t>
            </a:r>
            <a:r>
              <a:rPr lang="en-US" altLang="zh-CN" sz="2800" b="1"/>
              <a:t>.</a:t>
            </a:r>
          </a:p>
        </p:txBody>
      </p:sp>
      <p:sp>
        <p:nvSpPr>
          <p:cNvPr id="28680" name="Text Box 8">
            <a:extLst>
              <a:ext uri="{FF2B5EF4-FFF2-40B4-BE49-F238E27FC236}">
                <a16:creationId xmlns:a16="http://schemas.microsoft.com/office/drawing/2014/main" id="{F8883046-4A20-48A7-9F08-1F11B87692E8}"/>
              </a:ext>
            </a:extLst>
          </p:cNvPr>
          <p:cNvSpPr txBox="1">
            <a:spLocks noChangeArrowheads="1"/>
          </p:cNvSpPr>
          <p:nvPr/>
        </p:nvSpPr>
        <p:spPr bwMode="auto">
          <a:xfrm>
            <a:off x="1692275" y="4616450"/>
            <a:ext cx="7200900"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zh-CN" altLang="en-US" sz="2800" b="1"/>
              <a:t>不是从医学角度分析各种传染病的特殊机理</a:t>
            </a:r>
            <a:r>
              <a:rPr lang="en-US" altLang="zh-CN" sz="2800" b="1"/>
              <a:t>,</a:t>
            </a:r>
            <a:r>
              <a:rPr lang="zh-CN" altLang="en-US" sz="2800" b="1"/>
              <a:t>而是按照传播过程的一般规律建立数学模型</a:t>
            </a:r>
            <a:r>
              <a:rPr lang="en-US" altLang="zh-CN" sz="2800" b="1"/>
              <a:t>.</a:t>
            </a:r>
          </a:p>
        </p:txBody>
      </p:sp>
      <p:sp>
        <p:nvSpPr>
          <p:cNvPr id="28684" name="Text Box 12">
            <a:extLst>
              <a:ext uri="{FF2B5EF4-FFF2-40B4-BE49-F238E27FC236}">
                <a16:creationId xmlns:a16="http://schemas.microsoft.com/office/drawing/2014/main" id="{F62FA277-33D6-4A68-9B00-00CD132D5C39}"/>
              </a:ext>
            </a:extLst>
          </p:cNvPr>
          <p:cNvSpPr txBox="1">
            <a:spLocks noChangeArrowheads="1"/>
          </p:cNvSpPr>
          <p:nvPr/>
        </p:nvSpPr>
        <p:spPr bwMode="auto">
          <a:xfrm>
            <a:off x="468313" y="1484313"/>
            <a:ext cx="1008062" cy="1554162"/>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200" b="1">
                <a:ea typeface="楷体_GB2312" pitchFamily="49" charset="-122"/>
              </a:rPr>
              <a:t>背景  与</a:t>
            </a:r>
          </a:p>
          <a:p>
            <a:pPr algn="ctr" eaLnBrk="1" hangingPunct="1"/>
            <a:r>
              <a:rPr lang="zh-CN" altLang="en-US" sz="3200" b="1">
                <a:ea typeface="楷体_GB2312" pitchFamily="49" charset="-122"/>
              </a:rPr>
              <a:t>问题</a:t>
            </a:r>
          </a:p>
        </p:txBody>
      </p:sp>
      <p:sp>
        <p:nvSpPr>
          <p:cNvPr id="28685" name="Text Box 13">
            <a:extLst>
              <a:ext uri="{FF2B5EF4-FFF2-40B4-BE49-F238E27FC236}">
                <a16:creationId xmlns:a16="http://schemas.microsoft.com/office/drawing/2014/main" id="{8EF59F1C-81F6-40E4-9E45-499E71147257}"/>
              </a:ext>
            </a:extLst>
          </p:cNvPr>
          <p:cNvSpPr txBox="1">
            <a:spLocks noChangeArrowheads="1"/>
          </p:cNvSpPr>
          <p:nvPr/>
        </p:nvSpPr>
        <p:spPr bwMode="auto">
          <a:xfrm>
            <a:off x="1763713" y="1341438"/>
            <a:ext cx="633571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传染病的极大危害</a:t>
            </a:r>
            <a:r>
              <a:rPr lang="en-US" altLang="zh-CN" sz="2800" b="1"/>
              <a:t>(</a:t>
            </a:r>
            <a:r>
              <a:rPr lang="zh-CN" altLang="en-US" sz="2800" b="1"/>
              <a:t>艾滋病、</a:t>
            </a:r>
            <a:r>
              <a:rPr lang="en-US" altLang="zh-CN" sz="2800" b="1"/>
              <a:t>SARS</a:t>
            </a:r>
            <a:r>
              <a:rPr lang="zh-CN" altLang="en-US" sz="2800" b="1"/>
              <a:t>、</a:t>
            </a:r>
            <a:r>
              <a:rPr lang="zh-CN" altLang="en-US" sz="2800" b="1">
                <a:sym typeface="Symbol" panose="05050102010706020507" pitchFamily="18" charset="2"/>
              </a:rPr>
              <a:t></a:t>
            </a:r>
            <a:r>
              <a:rPr lang="en-US" altLang="zh-CN" sz="2800" b="1"/>
              <a:t>)</a:t>
            </a:r>
          </a:p>
        </p:txBody>
      </p:sp>
      <p:sp>
        <p:nvSpPr>
          <p:cNvPr id="28686" name="Text Box 14">
            <a:extLst>
              <a:ext uri="{FF2B5EF4-FFF2-40B4-BE49-F238E27FC236}">
                <a16:creationId xmlns:a16="http://schemas.microsoft.com/office/drawing/2014/main" id="{5CD42BA9-A036-4585-8F61-89D6C15B2E7E}"/>
              </a:ext>
            </a:extLst>
          </p:cNvPr>
          <p:cNvSpPr txBox="1">
            <a:spLocks noChangeArrowheads="1"/>
          </p:cNvSpPr>
          <p:nvPr/>
        </p:nvSpPr>
        <p:spPr bwMode="auto">
          <a:xfrm>
            <a:off x="539750" y="4652963"/>
            <a:ext cx="1008063" cy="106680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200" b="1">
                <a:ea typeface="楷体_GB2312" pitchFamily="49" charset="-122"/>
              </a:rPr>
              <a:t>基本方法</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868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4" presetClass="entr" presetSubtype="16" fill="hold" grpId="0" nodeType="clickEffect">
                                  <p:stCondLst>
                                    <p:cond delay="0"/>
                                  </p:stCondLst>
                                  <p:childTnLst>
                                    <p:set>
                                      <p:cBhvr>
                                        <p:cTn id="10" dur="1" fill="hold">
                                          <p:stCondLst>
                                            <p:cond delay="0"/>
                                          </p:stCondLst>
                                        </p:cTn>
                                        <p:tgtEl>
                                          <p:spTgt spid="28685"/>
                                        </p:tgtEl>
                                        <p:attrNameLst>
                                          <p:attrName>style.visibility</p:attrName>
                                        </p:attrNameLst>
                                      </p:cBhvr>
                                      <p:to>
                                        <p:strVal val="visible"/>
                                      </p:to>
                                    </p:set>
                                    <p:animEffect transition="in" filter="box(in)">
                                      <p:cBhvr>
                                        <p:cTn id="11" dur="1000"/>
                                        <p:tgtEl>
                                          <p:spTgt spid="28685"/>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8676"/>
                                        </p:tgtEl>
                                        <p:attrNameLst>
                                          <p:attrName>style.visibility</p:attrName>
                                        </p:attrNameLst>
                                      </p:cBhvr>
                                      <p:to>
                                        <p:strVal val="visible"/>
                                      </p:to>
                                    </p:set>
                                    <p:animEffect transition="in" filter="wipe(left)">
                                      <p:cBhvr>
                                        <p:cTn id="16" dur="1000"/>
                                        <p:tgtEl>
                                          <p:spTgt spid="28676"/>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8677"/>
                                        </p:tgtEl>
                                        <p:attrNameLst>
                                          <p:attrName>style.visibility</p:attrName>
                                        </p:attrNameLst>
                                      </p:cBhvr>
                                      <p:to>
                                        <p:strVal val="visible"/>
                                      </p:to>
                                    </p:set>
                                    <p:animEffect transition="in" filter="wipe(left)">
                                      <p:cBhvr>
                                        <p:cTn id="21" dur="1000"/>
                                        <p:tgtEl>
                                          <p:spTgt spid="28677"/>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28678"/>
                                        </p:tgtEl>
                                        <p:attrNameLst>
                                          <p:attrName>style.visibility</p:attrName>
                                        </p:attrNameLst>
                                      </p:cBhvr>
                                      <p:to>
                                        <p:strVal val="visible"/>
                                      </p:to>
                                    </p:set>
                                    <p:animEffect transition="in" filter="wipe(left)">
                                      <p:cBhvr>
                                        <p:cTn id="26" dur="1000"/>
                                        <p:tgtEl>
                                          <p:spTgt spid="28678"/>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8679"/>
                                        </p:tgtEl>
                                        <p:attrNameLst>
                                          <p:attrName>style.visibility</p:attrName>
                                        </p:attrNameLst>
                                      </p:cBhvr>
                                      <p:to>
                                        <p:strVal val="visible"/>
                                      </p:to>
                                    </p:set>
                                    <p:animEffect transition="in" filter="wipe(left)">
                                      <p:cBhvr>
                                        <p:cTn id="31" dur="1000"/>
                                        <p:tgtEl>
                                          <p:spTgt spid="28679"/>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 presetClass="entr" presetSubtype="0" fill="hold" grpId="0" nodeType="clickEffect">
                                  <p:stCondLst>
                                    <p:cond delay="0"/>
                                  </p:stCondLst>
                                  <p:childTnLst>
                                    <p:set>
                                      <p:cBhvr>
                                        <p:cTn id="35" dur="1" fill="hold">
                                          <p:stCondLst>
                                            <p:cond delay="499"/>
                                          </p:stCondLst>
                                        </p:cTn>
                                        <p:tgtEl>
                                          <p:spTgt spid="28686"/>
                                        </p:tgtEl>
                                        <p:attrNameLst>
                                          <p:attrName>style.visibility</p:attrName>
                                        </p:attrNameLst>
                                      </p:cBhvr>
                                      <p:to>
                                        <p:strVal val="visible"/>
                                      </p:to>
                                    </p:set>
                                  </p:childTnLst>
                                </p:cTn>
                              </p:par>
                            </p:childTnLst>
                          </p:cTn>
                        </p:par>
                      </p:childTnLst>
                    </p:cTn>
                  </p:par>
                  <p:par>
                    <p:cTn id="36" fill="hold" nodeType="clickPar">
                      <p:stCondLst>
                        <p:cond delay="indefinite"/>
                      </p:stCondLst>
                      <p:childTnLst>
                        <p:par>
                          <p:cTn id="37" fill="hold" nodeType="withGroup">
                            <p:stCondLst>
                              <p:cond delay="0"/>
                            </p:stCondLst>
                            <p:childTnLst>
                              <p:par>
                                <p:cTn id="38" presetID="5" presetClass="entr" presetSubtype="10" fill="hold" grpId="0" nodeType="clickEffect">
                                  <p:stCondLst>
                                    <p:cond delay="0"/>
                                  </p:stCondLst>
                                  <p:childTnLst>
                                    <p:set>
                                      <p:cBhvr>
                                        <p:cTn id="39" dur="1" fill="hold">
                                          <p:stCondLst>
                                            <p:cond delay="0"/>
                                          </p:stCondLst>
                                        </p:cTn>
                                        <p:tgtEl>
                                          <p:spTgt spid="28680"/>
                                        </p:tgtEl>
                                        <p:attrNameLst>
                                          <p:attrName>style.visibility</p:attrName>
                                        </p:attrNameLst>
                                      </p:cBhvr>
                                      <p:to>
                                        <p:strVal val="visible"/>
                                      </p:to>
                                    </p:set>
                                    <p:animEffect transition="in" filter="checkerboard(across)">
                                      <p:cBhvr>
                                        <p:cTn id="40" dur="1000"/>
                                        <p:tgtEl>
                                          <p:spTgt spid="286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6" grpId="0" animBg="1" autoUpdateAnimBg="0"/>
      <p:bldP spid="28677" grpId="0" animBg="1" autoUpdateAnimBg="0"/>
      <p:bldP spid="28678" grpId="0" animBg="1" autoUpdateAnimBg="0"/>
      <p:bldP spid="28679" grpId="0" animBg="1" autoUpdateAnimBg="0"/>
      <p:bldP spid="28680" grpId="0" animBg="1" autoUpdateAnimBg="0"/>
      <p:bldP spid="28684" grpId="0" animBg="1" autoUpdateAnimBg="0"/>
      <p:bldP spid="28685" grpId="0" animBg="1" autoUpdateAnimBg="0"/>
      <p:bldP spid="28686" grpId="0" animBg="1"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Text Box 1027">
            <a:extLst>
              <a:ext uri="{FF2B5EF4-FFF2-40B4-BE49-F238E27FC236}">
                <a16:creationId xmlns:a16="http://schemas.microsoft.com/office/drawing/2014/main" id="{F37D3ED1-1312-41D4-A129-E2AA4A04DC53}"/>
              </a:ext>
            </a:extLst>
          </p:cNvPr>
          <p:cNvSpPr txBox="1">
            <a:spLocks noChangeArrowheads="1"/>
          </p:cNvSpPr>
          <p:nvPr/>
        </p:nvSpPr>
        <p:spPr bwMode="auto">
          <a:xfrm>
            <a:off x="2209800" y="533400"/>
            <a:ext cx="40909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a:t> </a:t>
            </a:r>
            <a:r>
              <a:rPr lang="zh-CN" altLang="en-US" sz="2800" b="1"/>
              <a:t>已感染人数 </a:t>
            </a:r>
            <a:r>
              <a:rPr lang="en-US" altLang="zh-CN" sz="2800" b="1"/>
              <a:t>(</a:t>
            </a:r>
            <a:r>
              <a:rPr lang="zh-CN" altLang="en-US" sz="2800" b="1"/>
              <a:t>病人</a:t>
            </a:r>
            <a:r>
              <a:rPr lang="en-US" altLang="zh-CN" sz="2800" b="1"/>
              <a:t>) </a:t>
            </a:r>
            <a:r>
              <a:rPr lang="en-US" altLang="zh-CN" sz="2800" b="1" i="1"/>
              <a:t>i</a:t>
            </a:r>
            <a:r>
              <a:rPr lang="en-US" altLang="zh-CN" sz="2800" b="1"/>
              <a:t>(</a:t>
            </a:r>
            <a:r>
              <a:rPr lang="en-US" altLang="zh-CN" sz="2800" b="1" i="1"/>
              <a:t>t</a:t>
            </a:r>
            <a:r>
              <a:rPr lang="en-US" altLang="zh-CN" sz="2800" b="1"/>
              <a:t>)</a:t>
            </a:r>
          </a:p>
        </p:txBody>
      </p:sp>
      <p:sp>
        <p:nvSpPr>
          <p:cNvPr id="27653" name="Text Box 1029">
            <a:extLst>
              <a:ext uri="{FF2B5EF4-FFF2-40B4-BE49-F238E27FC236}">
                <a16:creationId xmlns:a16="http://schemas.microsoft.com/office/drawing/2014/main" id="{99E21B73-00D2-4717-9C18-DF4592963B9E}"/>
              </a:ext>
            </a:extLst>
          </p:cNvPr>
          <p:cNvSpPr txBox="1">
            <a:spLocks noChangeArrowheads="1"/>
          </p:cNvSpPr>
          <p:nvPr/>
        </p:nvSpPr>
        <p:spPr bwMode="auto">
          <a:xfrm>
            <a:off x="2057400" y="1219200"/>
            <a:ext cx="4114800"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zh-CN" altLang="en-US" sz="2800" b="1"/>
              <a:t>每个病人每天有效接触</a:t>
            </a:r>
            <a:r>
              <a:rPr lang="en-US" altLang="zh-CN" sz="2800" b="1"/>
              <a:t>(</a:t>
            </a:r>
            <a:r>
              <a:rPr lang="zh-CN" altLang="en-US" sz="2800" b="1"/>
              <a:t>足以使人致病</a:t>
            </a:r>
            <a:r>
              <a:rPr lang="en-US" altLang="zh-CN" sz="2800" b="1"/>
              <a:t>)</a:t>
            </a:r>
            <a:r>
              <a:rPr lang="zh-CN" altLang="en-US" sz="2800" b="1"/>
              <a:t>人数为</a:t>
            </a:r>
            <a:r>
              <a:rPr lang="zh-CN" altLang="en-US" sz="2800" b="1" i="1">
                <a:sym typeface="Symbol" panose="05050102010706020507" pitchFamily="18" charset="2"/>
              </a:rPr>
              <a:t></a:t>
            </a:r>
            <a:endParaRPr lang="zh-CN" altLang="en-US" sz="2800" b="1" i="1"/>
          </a:p>
        </p:txBody>
      </p:sp>
      <p:sp>
        <p:nvSpPr>
          <p:cNvPr id="22532" name="Text Box 1030">
            <a:extLst>
              <a:ext uri="{FF2B5EF4-FFF2-40B4-BE49-F238E27FC236}">
                <a16:creationId xmlns:a16="http://schemas.microsoft.com/office/drawing/2014/main" id="{97ECD607-5480-4ACF-854A-83D1294F7C81}"/>
              </a:ext>
            </a:extLst>
          </p:cNvPr>
          <p:cNvSpPr txBox="1">
            <a:spLocks noChangeArrowheads="1"/>
          </p:cNvSpPr>
          <p:nvPr/>
        </p:nvSpPr>
        <p:spPr bwMode="auto">
          <a:xfrm>
            <a:off x="533400" y="533400"/>
            <a:ext cx="1371600" cy="588963"/>
          </a:xfrm>
          <a:prstGeom prst="rect">
            <a:avLst/>
          </a:prstGeom>
          <a:solidFill>
            <a:srgbClr val="FFCCFF"/>
          </a:solidFill>
          <a:ln w="9525">
            <a:solidFill>
              <a:srgbClr val="00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ea typeface="楷体_GB2312" pitchFamily="49" charset="-122"/>
              </a:rPr>
              <a:t>模型</a:t>
            </a:r>
            <a:r>
              <a:rPr lang="en-US" altLang="zh-CN" sz="3200" b="1">
                <a:ea typeface="楷体_GB2312" pitchFamily="49" charset="-122"/>
              </a:rPr>
              <a:t>1</a:t>
            </a:r>
          </a:p>
        </p:txBody>
      </p:sp>
      <p:sp>
        <p:nvSpPr>
          <p:cNvPr id="27655" name="Text Box 1031">
            <a:extLst>
              <a:ext uri="{FF2B5EF4-FFF2-40B4-BE49-F238E27FC236}">
                <a16:creationId xmlns:a16="http://schemas.microsoft.com/office/drawing/2014/main" id="{19713697-F5CD-4042-B403-9B7A74E5F6B5}"/>
              </a:ext>
            </a:extLst>
          </p:cNvPr>
          <p:cNvSpPr txBox="1">
            <a:spLocks noChangeArrowheads="1"/>
          </p:cNvSpPr>
          <p:nvPr/>
        </p:nvSpPr>
        <p:spPr bwMode="auto">
          <a:xfrm>
            <a:off x="609600" y="1371600"/>
            <a:ext cx="990600" cy="519113"/>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b="1">
                <a:ea typeface="楷体_GB2312" pitchFamily="49" charset="-122"/>
              </a:rPr>
              <a:t>假设</a:t>
            </a:r>
          </a:p>
        </p:txBody>
      </p:sp>
      <p:graphicFrame>
        <p:nvGraphicFramePr>
          <p:cNvPr id="27656" name="Object 1032">
            <a:extLst>
              <a:ext uri="{FF2B5EF4-FFF2-40B4-BE49-F238E27FC236}">
                <a16:creationId xmlns:a16="http://schemas.microsoft.com/office/drawing/2014/main" id="{480EA1F0-BC74-4EB4-B169-41DA1420233C}"/>
              </a:ext>
            </a:extLst>
          </p:cNvPr>
          <p:cNvGraphicFramePr>
            <a:graphicFrameLocks noChangeAspect="1"/>
          </p:cNvGraphicFramePr>
          <p:nvPr/>
        </p:nvGraphicFramePr>
        <p:xfrm>
          <a:off x="2133600" y="2438400"/>
          <a:ext cx="4038600" cy="542925"/>
        </p:xfrm>
        <a:graphic>
          <a:graphicData uri="http://schemas.openxmlformats.org/presentationml/2006/ole">
            <mc:AlternateContent xmlns:mc="http://schemas.openxmlformats.org/markup-compatibility/2006">
              <mc:Choice xmlns:v="urn:schemas-microsoft-com:vml" Requires="v">
                <p:oleObj spid="_x0000_s22560" name="公式" r:id="rId3" imgW="1790700" imgH="241300" progId="Equation.3">
                  <p:embed/>
                </p:oleObj>
              </mc:Choice>
              <mc:Fallback>
                <p:oleObj name="公式" r:id="rId3" imgW="1790700" imgH="241300" progId="Equation.3">
                  <p:embed/>
                  <p:pic>
                    <p:nvPicPr>
                      <p:cNvPr id="0" name="Object 103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3600" y="2438400"/>
                        <a:ext cx="4038600" cy="542925"/>
                      </a:xfrm>
                      <a:prstGeom prst="rect">
                        <a:avLst/>
                      </a:prstGeom>
                      <a:noFill/>
                      <a:ln>
                        <a:noFill/>
                      </a:ln>
                      <a:effectLst/>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660" name="Text Box 1036">
            <a:extLst>
              <a:ext uri="{FF2B5EF4-FFF2-40B4-BE49-F238E27FC236}">
                <a16:creationId xmlns:a16="http://schemas.microsoft.com/office/drawing/2014/main" id="{BCDCE2FB-1040-4F7E-A1D9-36F41B7E2E7A}"/>
              </a:ext>
            </a:extLst>
          </p:cNvPr>
          <p:cNvSpPr txBox="1">
            <a:spLocks noChangeArrowheads="1"/>
          </p:cNvSpPr>
          <p:nvPr/>
        </p:nvSpPr>
        <p:spPr bwMode="auto">
          <a:xfrm>
            <a:off x="755650" y="5130800"/>
            <a:ext cx="3600450"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zh-CN" altLang="en-US" sz="2800" b="1"/>
              <a:t>若有效接触的是病人</a:t>
            </a:r>
            <a:r>
              <a:rPr lang="en-US" altLang="zh-CN" sz="2800" b="1"/>
              <a:t>,</a:t>
            </a:r>
            <a:r>
              <a:rPr lang="zh-CN" altLang="en-US" sz="2800" b="1"/>
              <a:t>则不能使病人数增加</a:t>
            </a:r>
          </a:p>
        </p:txBody>
      </p:sp>
      <p:grpSp>
        <p:nvGrpSpPr>
          <p:cNvPr id="2" name="Group 1041">
            <a:extLst>
              <a:ext uri="{FF2B5EF4-FFF2-40B4-BE49-F238E27FC236}">
                <a16:creationId xmlns:a16="http://schemas.microsoft.com/office/drawing/2014/main" id="{7D034C8B-BC30-40F2-B8A1-12BCF3D53201}"/>
              </a:ext>
            </a:extLst>
          </p:cNvPr>
          <p:cNvGrpSpPr>
            <a:grpSpLocks/>
          </p:cNvGrpSpPr>
          <p:nvPr/>
        </p:nvGrpSpPr>
        <p:grpSpPr bwMode="auto">
          <a:xfrm>
            <a:off x="4284663" y="5130800"/>
            <a:ext cx="4621212" cy="1117600"/>
            <a:chOff x="2736" y="3072"/>
            <a:chExt cx="2784" cy="704"/>
          </a:xfrm>
        </p:grpSpPr>
        <p:sp>
          <p:nvSpPr>
            <p:cNvPr id="22549" name="Text Box 1037">
              <a:extLst>
                <a:ext uri="{FF2B5EF4-FFF2-40B4-BE49-F238E27FC236}">
                  <a16:creationId xmlns:a16="http://schemas.microsoft.com/office/drawing/2014/main" id="{31121726-79D5-4FBF-80FC-447AF0886395}"/>
                </a:ext>
              </a:extLst>
            </p:cNvPr>
            <p:cNvSpPr txBox="1">
              <a:spLocks noChangeArrowheads="1"/>
            </p:cNvSpPr>
            <p:nvPr/>
          </p:nvSpPr>
          <p:spPr bwMode="auto">
            <a:xfrm>
              <a:off x="3120" y="3072"/>
              <a:ext cx="2400" cy="704"/>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zh-CN" altLang="en-US" sz="2800" b="1"/>
                <a:t>必须区分已感染者</a:t>
              </a:r>
              <a:r>
                <a:rPr lang="en-US" altLang="zh-CN" sz="2800" b="1"/>
                <a:t>(</a:t>
              </a:r>
              <a:r>
                <a:rPr lang="zh-CN" altLang="en-US" sz="2800" b="1"/>
                <a:t>病人</a:t>
              </a:r>
              <a:r>
                <a:rPr lang="en-US" altLang="zh-CN" sz="2800" b="1"/>
                <a:t>)</a:t>
              </a:r>
              <a:r>
                <a:rPr lang="zh-CN" altLang="en-US" sz="2800" b="1"/>
                <a:t>和未感染者</a:t>
              </a:r>
              <a:r>
                <a:rPr lang="en-US" altLang="zh-CN" sz="2800" b="1"/>
                <a:t>(</a:t>
              </a:r>
              <a:r>
                <a:rPr lang="zh-CN" altLang="en-US" sz="2800" b="1"/>
                <a:t>健康人</a:t>
              </a:r>
              <a:r>
                <a:rPr lang="en-US" altLang="zh-CN" sz="2800" b="1"/>
                <a:t>)</a:t>
              </a:r>
            </a:p>
          </p:txBody>
        </p:sp>
        <p:sp>
          <p:nvSpPr>
            <p:cNvPr id="22550" name="AutoShape 1039">
              <a:extLst>
                <a:ext uri="{FF2B5EF4-FFF2-40B4-BE49-F238E27FC236}">
                  <a16:creationId xmlns:a16="http://schemas.microsoft.com/office/drawing/2014/main" id="{7E6BD6D9-1E1B-4323-BDCC-5697B3CD6EEC}"/>
                </a:ext>
              </a:extLst>
            </p:cNvPr>
            <p:cNvSpPr>
              <a:spLocks noChangeArrowheads="1"/>
            </p:cNvSpPr>
            <p:nvPr/>
          </p:nvSpPr>
          <p:spPr bwMode="auto">
            <a:xfrm>
              <a:off x="2736" y="3294"/>
              <a:ext cx="240" cy="306"/>
            </a:xfrm>
            <a:prstGeom prst="rightArrow">
              <a:avLst>
                <a:gd name="adj1" fmla="val 50000"/>
                <a:gd name="adj2" fmla="val 25000"/>
              </a:avLst>
            </a:prstGeom>
            <a:solidFill>
              <a:schemeClr val="hlink"/>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27666" name="Text Box 1042">
            <a:extLst>
              <a:ext uri="{FF2B5EF4-FFF2-40B4-BE49-F238E27FC236}">
                <a16:creationId xmlns:a16="http://schemas.microsoft.com/office/drawing/2014/main" id="{DD587199-235E-4739-8AD1-C02DCD0551DE}"/>
              </a:ext>
            </a:extLst>
          </p:cNvPr>
          <p:cNvSpPr txBox="1">
            <a:spLocks noChangeArrowheads="1"/>
          </p:cNvSpPr>
          <p:nvPr/>
        </p:nvSpPr>
        <p:spPr bwMode="auto">
          <a:xfrm>
            <a:off x="609600" y="2362200"/>
            <a:ext cx="990600" cy="519113"/>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b="1">
                <a:ea typeface="楷体_GB2312" pitchFamily="49" charset="-122"/>
              </a:rPr>
              <a:t>建模</a:t>
            </a:r>
          </a:p>
        </p:txBody>
      </p:sp>
      <p:grpSp>
        <p:nvGrpSpPr>
          <p:cNvPr id="3" name="Group 1044">
            <a:extLst>
              <a:ext uri="{FF2B5EF4-FFF2-40B4-BE49-F238E27FC236}">
                <a16:creationId xmlns:a16="http://schemas.microsoft.com/office/drawing/2014/main" id="{98FEF490-794C-4BFA-86DD-B0D768260051}"/>
              </a:ext>
            </a:extLst>
          </p:cNvPr>
          <p:cNvGrpSpPr>
            <a:grpSpLocks/>
          </p:cNvGrpSpPr>
          <p:nvPr/>
        </p:nvGrpSpPr>
        <p:grpSpPr bwMode="auto">
          <a:xfrm>
            <a:off x="1676400" y="3124200"/>
            <a:ext cx="2133600" cy="1676400"/>
            <a:chOff x="1056" y="1872"/>
            <a:chExt cx="1344" cy="1056"/>
          </a:xfrm>
        </p:grpSpPr>
        <p:graphicFrame>
          <p:nvGraphicFramePr>
            <p:cNvPr id="22547" name="Object 1033">
              <a:extLst>
                <a:ext uri="{FF2B5EF4-FFF2-40B4-BE49-F238E27FC236}">
                  <a16:creationId xmlns:a16="http://schemas.microsoft.com/office/drawing/2014/main" id="{0AFA2864-C69B-4999-89A4-6E5E582C3BD0}"/>
                </a:ext>
              </a:extLst>
            </p:cNvPr>
            <p:cNvGraphicFramePr>
              <a:graphicFrameLocks noChangeAspect="1"/>
            </p:cNvGraphicFramePr>
            <p:nvPr/>
          </p:nvGraphicFramePr>
          <p:xfrm>
            <a:off x="1344" y="1872"/>
            <a:ext cx="1056" cy="1056"/>
          </p:xfrm>
          <a:graphic>
            <a:graphicData uri="http://schemas.openxmlformats.org/presentationml/2006/ole">
              <mc:AlternateContent xmlns:mc="http://schemas.openxmlformats.org/markup-compatibility/2006">
                <mc:Choice xmlns:v="urn:schemas-microsoft-com:vml" Requires="v">
                  <p:oleObj spid="_x0000_s22561" name="Equation" r:id="rId5" imgW="507780" imgH="634725" progId="Equation.DSMT4">
                    <p:embed/>
                  </p:oleObj>
                </mc:Choice>
                <mc:Fallback>
                  <p:oleObj name="Equation" r:id="rId5" imgW="507780" imgH="634725" progId="Equation.DSMT4">
                    <p:embed/>
                    <p:pic>
                      <p:nvPicPr>
                        <p:cNvPr id="0" name="Object 103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44" y="1872"/>
                          <a:ext cx="1056" cy="1056"/>
                        </a:xfrm>
                        <a:prstGeom prst="rect">
                          <a:avLst/>
                        </a:prstGeom>
                        <a:noFill/>
                        <a:ln>
                          <a:noFill/>
                        </a:ln>
                        <a:effectLst/>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548" name="AutoShape 1043">
              <a:extLst>
                <a:ext uri="{FF2B5EF4-FFF2-40B4-BE49-F238E27FC236}">
                  <a16:creationId xmlns:a16="http://schemas.microsoft.com/office/drawing/2014/main" id="{E95B9E97-2F91-450A-96A4-3A7B5648ECCD}"/>
                </a:ext>
              </a:extLst>
            </p:cNvPr>
            <p:cNvSpPr>
              <a:spLocks noChangeArrowheads="1"/>
            </p:cNvSpPr>
            <p:nvPr/>
          </p:nvSpPr>
          <p:spPr bwMode="auto">
            <a:xfrm>
              <a:off x="1056" y="2208"/>
              <a:ext cx="144" cy="306"/>
            </a:xfrm>
            <a:prstGeom prst="rightArrow">
              <a:avLst>
                <a:gd name="adj1" fmla="val 50000"/>
                <a:gd name="adj2" fmla="val 25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4" name="Group 1049">
            <a:extLst>
              <a:ext uri="{FF2B5EF4-FFF2-40B4-BE49-F238E27FC236}">
                <a16:creationId xmlns:a16="http://schemas.microsoft.com/office/drawing/2014/main" id="{DB16C5DE-7968-4864-A144-AD16DE71C1D8}"/>
              </a:ext>
            </a:extLst>
          </p:cNvPr>
          <p:cNvGrpSpPr>
            <a:grpSpLocks/>
          </p:cNvGrpSpPr>
          <p:nvPr/>
        </p:nvGrpSpPr>
        <p:grpSpPr bwMode="auto">
          <a:xfrm>
            <a:off x="4495800" y="4162425"/>
            <a:ext cx="2819400" cy="561975"/>
            <a:chOff x="2832" y="2526"/>
            <a:chExt cx="1776" cy="357"/>
          </a:xfrm>
        </p:grpSpPr>
        <p:graphicFrame>
          <p:nvGraphicFramePr>
            <p:cNvPr id="22545" name="Object 1035">
              <a:extLst>
                <a:ext uri="{FF2B5EF4-FFF2-40B4-BE49-F238E27FC236}">
                  <a16:creationId xmlns:a16="http://schemas.microsoft.com/office/drawing/2014/main" id="{6E09E8C2-04F8-42BA-86C5-545DF05831F7}"/>
                </a:ext>
              </a:extLst>
            </p:cNvPr>
            <p:cNvGraphicFramePr>
              <a:graphicFrameLocks noChangeAspect="1"/>
            </p:cNvGraphicFramePr>
            <p:nvPr/>
          </p:nvGraphicFramePr>
          <p:xfrm>
            <a:off x="3072" y="2544"/>
            <a:ext cx="1536" cy="339"/>
          </p:xfrm>
          <a:graphic>
            <a:graphicData uri="http://schemas.openxmlformats.org/presentationml/2006/ole">
              <mc:AlternateContent xmlns:mc="http://schemas.openxmlformats.org/markup-compatibility/2006">
                <mc:Choice xmlns:v="urn:schemas-microsoft-com:vml" Requires="v">
                  <p:oleObj spid="_x0000_s22562" name="公式" r:id="rId7" imgW="1040948" imgH="190417" progId="Equation.3">
                    <p:embed/>
                  </p:oleObj>
                </mc:Choice>
                <mc:Fallback>
                  <p:oleObj name="公式" r:id="rId7" imgW="1040948" imgH="190417" progId="Equation.3">
                    <p:embed/>
                    <p:pic>
                      <p:nvPicPr>
                        <p:cNvPr id="0" name="Object 103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72" y="2544"/>
                          <a:ext cx="1536" cy="3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546" name="AutoShape 1045">
              <a:extLst>
                <a:ext uri="{FF2B5EF4-FFF2-40B4-BE49-F238E27FC236}">
                  <a16:creationId xmlns:a16="http://schemas.microsoft.com/office/drawing/2014/main" id="{CA243B01-9071-4E7C-AED5-64D3FF26EA6E}"/>
                </a:ext>
              </a:extLst>
            </p:cNvPr>
            <p:cNvSpPr>
              <a:spLocks noChangeArrowheads="1"/>
            </p:cNvSpPr>
            <p:nvPr/>
          </p:nvSpPr>
          <p:spPr bwMode="auto">
            <a:xfrm>
              <a:off x="2832" y="2526"/>
              <a:ext cx="144" cy="306"/>
            </a:xfrm>
            <a:prstGeom prst="rightArrow">
              <a:avLst>
                <a:gd name="adj1" fmla="val 50000"/>
                <a:gd name="adj2" fmla="val 25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5" name="Group 1047">
            <a:extLst>
              <a:ext uri="{FF2B5EF4-FFF2-40B4-BE49-F238E27FC236}">
                <a16:creationId xmlns:a16="http://schemas.microsoft.com/office/drawing/2014/main" id="{5F4434E4-6526-48BE-AF90-E05E6088091E}"/>
              </a:ext>
            </a:extLst>
          </p:cNvPr>
          <p:cNvGrpSpPr>
            <a:grpSpLocks/>
          </p:cNvGrpSpPr>
          <p:nvPr/>
        </p:nvGrpSpPr>
        <p:grpSpPr bwMode="auto">
          <a:xfrm>
            <a:off x="4495800" y="3308350"/>
            <a:ext cx="2406650" cy="620713"/>
            <a:chOff x="2832" y="1988"/>
            <a:chExt cx="1516" cy="391"/>
          </a:xfrm>
        </p:grpSpPr>
        <p:graphicFrame>
          <p:nvGraphicFramePr>
            <p:cNvPr id="22543" name="Object 1034">
              <a:extLst>
                <a:ext uri="{FF2B5EF4-FFF2-40B4-BE49-F238E27FC236}">
                  <a16:creationId xmlns:a16="http://schemas.microsoft.com/office/drawing/2014/main" id="{2C274791-757C-4E1B-AD33-C153A47B4A07}"/>
                </a:ext>
              </a:extLst>
            </p:cNvPr>
            <p:cNvGraphicFramePr>
              <a:graphicFrameLocks noChangeAspect="1"/>
            </p:cNvGraphicFramePr>
            <p:nvPr/>
          </p:nvGraphicFramePr>
          <p:xfrm>
            <a:off x="3188" y="1988"/>
            <a:ext cx="1160" cy="391"/>
          </p:xfrm>
          <a:graphic>
            <a:graphicData uri="http://schemas.openxmlformats.org/presentationml/2006/ole">
              <mc:AlternateContent xmlns:mc="http://schemas.openxmlformats.org/markup-compatibility/2006">
                <mc:Choice xmlns:v="urn:schemas-microsoft-com:vml" Requires="v">
                  <p:oleObj spid="_x0000_s22563" name="Equation" r:id="rId9" imgW="634725" imgH="241195" progId="Equation.DSMT4">
                    <p:embed/>
                  </p:oleObj>
                </mc:Choice>
                <mc:Fallback>
                  <p:oleObj name="Equation" r:id="rId9" imgW="634725" imgH="241195" progId="Equation.DSMT4">
                    <p:embed/>
                    <p:pic>
                      <p:nvPicPr>
                        <p:cNvPr id="0" name="Object 103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88" y="1988"/>
                          <a:ext cx="1160" cy="391"/>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544" name="AutoShape 1046">
              <a:extLst>
                <a:ext uri="{FF2B5EF4-FFF2-40B4-BE49-F238E27FC236}">
                  <a16:creationId xmlns:a16="http://schemas.microsoft.com/office/drawing/2014/main" id="{7657A489-FB40-471A-827F-FC6CDEA3A36A}"/>
                </a:ext>
              </a:extLst>
            </p:cNvPr>
            <p:cNvSpPr>
              <a:spLocks noChangeArrowheads="1"/>
            </p:cNvSpPr>
            <p:nvPr/>
          </p:nvSpPr>
          <p:spPr bwMode="auto">
            <a:xfrm>
              <a:off x="2832" y="2064"/>
              <a:ext cx="144" cy="306"/>
            </a:xfrm>
            <a:prstGeom prst="rightArrow">
              <a:avLst>
                <a:gd name="adj1" fmla="val 50000"/>
                <a:gd name="adj2" fmla="val 25000"/>
              </a:avLst>
            </a:prstGeom>
            <a:solidFill>
              <a:srgbClr val="FFFF00"/>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27674" name="Text Box 1050">
            <a:extLst>
              <a:ext uri="{FF2B5EF4-FFF2-40B4-BE49-F238E27FC236}">
                <a16:creationId xmlns:a16="http://schemas.microsoft.com/office/drawing/2014/main" id="{31E7BB8B-07BC-43CC-97C3-A6256BD39908}"/>
              </a:ext>
            </a:extLst>
          </p:cNvPr>
          <p:cNvSpPr txBox="1">
            <a:spLocks noChangeArrowheads="1"/>
          </p:cNvSpPr>
          <p:nvPr/>
        </p:nvSpPr>
        <p:spPr bwMode="auto">
          <a:xfrm>
            <a:off x="7235825" y="4149725"/>
            <a:ext cx="5334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600" b="1">
                <a:solidFill>
                  <a:srgbClr val="FF3300"/>
                </a:solidFill>
              </a:rPr>
              <a:t>?</a:t>
            </a:r>
          </a:p>
        </p:txBody>
      </p:sp>
      <p:pic>
        <p:nvPicPr>
          <p:cNvPr id="22542" name="Picture 1055" descr="PE01023_">
            <a:extLst>
              <a:ext uri="{FF2B5EF4-FFF2-40B4-BE49-F238E27FC236}">
                <a16:creationId xmlns:a16="http://schemas.microsoft.com/office/drawing/2014/main" id="{7F3FF0E9-67C4-4EED-BF40-620E550F43CE}"/>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596188" y="596900"/>
            <a:ext cx="996950" cy="1247775"/>
          </a:xfrm>
          <a:prstGeom prst="rect">
            <a:avLst/>
          </a:prstGeom>
          <a:solidFill>
            <a:srgbClr val="FF99CC"/>
          </a:solidFill>
          <a:ln>
            <a:noFill/>
          </a:ln>
          <a:extLs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7651"/>
                                        </p:tgtEl>
                                        <p:attrNameLst>
                                          <p:attrName>style.visibility</p:attrName>
                                        </p:attrNameLst>
                                      </p:cBhvr>
                                      <p:to>
                                        <p:strVal val="visible"/>
                                      </p:to>
                                    </p:set>
                                    <p:animEffect transition="in" filter="box(in)">
                                      <p:cBhvr>
                                        <p:cTn id="7" dur="1000"/>
                                        <p:tgtEl>
                                          <p:spTgt spid="2765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27655"/>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4" presetClass="entr" presetSubtype="16" fill="hold" grpId="0" nodeType="clickEffect">
                                  <p:stCondLst>
                                    <p:cond delay="0"/>
                                  </p:stCondLst>
                                  <p:childTnLst>
                                    <p:set>
                                      <p:cBhvr>
                                        <p:cTn id="15" dur="1" fill="hold">
                                          <p:stCondLst>
                                            <p:cond delay="0"/>
                                          </p:stCondLst>
                                        </p:cTn>
                                        <p:tgtEl>
                                          <p:spTgt spid="27653"/>
                                        </p:tgtEl>
                                        <p:attrNameLst>
                                          <p:attrName>style.visibility</p:attrName>
                                        </p:attrNameLst>
                                      </p:cBhvr>
                                      <p:to>
                                        <p:strVal val="visible"/>
                                      </p:to>
                                    </p:set>
                                    <p:animEffect transition="in" filter="box(in)">
                                      <p:cBhvr>
                                        <p:cTn id="16" dur="1000"/>
                                        <p:tgtEl>
                                          <p:spTgt spid="27653"/>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27666"/>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27656"/>
                                        </p:tgtEl>
                                        <p:attrNameLst>
                                          <p:attrName>style.visibility</p:attrName>
                                        </p:attrNameLst>
                                      </p:cBhvr>
                                      <p:to>
                                        <p:strVal val="visible"/>
                                      </p:to>
                                    </p:set>
                                    <p:animEffect transition="in" filter="wipe(left)">
                                      <p:cBhvr>
                                        <p:cTn id="25" dur="1000"/>
                                        <p:tgtEl>
                                          <p:spTgt spid="27656"/>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wipe(left)">
                                      <p:cBhvr>
                                        <p:cTn id="30" dur="1000"/>
                                        <p:tgtEl>
                                          <p:spTgt spid="3"/>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wipe(left)">
                                      <p:cBhvr>
                                        <p:cTn id="35" dur="1000"/>
                                        <p:tgtEl>
                                          <p:spTgt spid="5"/>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4"/>
                                        </p:tgtEl>
                                        <p:attrNameLst>
                                          <p:attrName>style.visibility</p:attrName>
                                        </p:attrNameLst>
                                      </p:cBhvr>
                                      <p:to>
                                        <p:strVal val="visible"/>
                                      </p:to>
                                    </p:set>
                                    <p:animEffect transition="in" filter="wipe(left)">
                                      <p:cBhvr>
                                        <p:cTn id="40" dur="1000"/>
                                        <p:tgtEl>
                                          <p:spTgt spid="4"/>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3" presetClass="entr" presetSubtype="16" fill="hold" grpId="0" nodeType="clickEffect">
                                  <p:stCondLst>
                                    <p:cond delay="0"/>
                                  </p:stCondLst>
                                  <p:childTnLst>
                                    <p:set>
                                      <p:cBhvr>
                                        <p:cTn id="44" dur="1" fill="hold">
                                          <p:stCondLst>
                                            <p:cond delay="0"/>
                                          </p:stCondLst>
                                        </p:cTn>
                                        <p:tgtEl>
                                          <p:spTgt spid="27674"/>
                                        </p:tgtEl>
                                        <p:attrNameLst>
                                          <p:attrName>style.visibility</p:attrName>
                                        </p:attrNameLst>
                                      </p:cBhvr>
                                      <p:to>
                                        <p:strVal val="visible"/>
                                      </p:to>
                                    </p:set>
                                    <p:anim calcmode="lin" valueType="num">
                                      <p:cBhvr>
                                        <p:cTn id="45" dur="1000" fill="hold"/>
                                        <p:tgtEl>
                                          <p:spTgt spid="27674"/>
                                        </p:tgtEl>
                                        <p:attrNameLst>
                                          <p:attrName>ppt_w</p:attrName>
                                        </p:attrNameLst>
                                      </p:cBhvr>
                                      <p:tavLst>
                                        <p:tav tm="0">
                                          <p:val>
                                            <p:fltVal val="0"/>
                                          </p:val>
                                        </p:tav>
                                        <p:tav tm="100000">
                                          <p:val>
                                            <p:strVal val="#ppt_w"/>
                                          </p:val>
                                        </p:tav>
                                      </p:tavLst>
                                    </p:anim>
                                    <p:anim calcmode="lin" valueType="num">
                                      <p:cBhvr>
                                        <p:cTn id="46" dur="1000" fill="hold"/>
                                        <p:tgtEl>
                                          <p:spTgt spid="27674"/>
                                        </p:tgtEl>
                                        <p:attrNameLst>
                                          <p:attrName>ppt_h</p:attrName>
                                        </p:attrNameLst>
                                      </p:cBhvr>
                                      <p:tavLst>
                                        <p:tav tm="0">
                                          <p:val>
                                            <p:fltVal val="0"/>
                                          </p:val>
                                        </p:tav>
                                        <p:tav tm="100000">
                                          <p:val>
                                            <p:strVal val="#ppt_h"/>
                                          </p:val>
                                        </p:tav>
                                      </p:tavLst>
                                    </p:anim>
                                  </p:childTnLst>
                                </p:cTn>
                              </p:par>
                            </p:childTnLst>
                          </p:cTn>
                        </p:par>
                      </p:childTnLst>
                    </p:cTn>
                  </p:par>
                  <p:par>
                    <p:cTn id="47" fill="hold" nodeType="clickPar">
                      <p:stCondLst>
                        <p:cond delay="indefinite"/>
                      </p:stCondLst>
                      <p:childTnLst>
                        <p:par>
                          <p:cTn id="48" fill="hold" nodeType="withGroup">
                            <p:stCondLst>
                              <p:cond delay="0"/>
                            </p:stCondLst>
                            <p:childTnLst>
                              <p:par>
                                <p:cTn id="49" presetID="5" presetClass="entr" presetSubtype="10" fill="hold" grpId="0" nodeType="clickEffect">
                                  <p:stCondLst>
                                    <p:cond delay="0"/>
                                  </p:stCondLst>
                                  <p:childTnLst>
                                    <p:set>
                                      <p:cBhvr>
                                        <p:cTn id="50" dur="1" fill="hold">
                                          <p:stCondLst>
                                            <p:cond delay="0"/>
                                          </p:stCondLst>
                                        </p:cTn>
                                        <p:tgtEl>
                                          <p:spTgt spid="27660"/>
                                        </p:tgtEl>
                                        <p:attrNameLst>
                                          <p:attrName>style.visibility</p:attrName>
                                        </p:attrNameLst>
                                      </p:cBhvr>
                                      <p:to>
                                        <p:strVal val="visible"/>
                                      </p:to>
                                    </p:set>
                                    <p:animEffect transition="in" filter="checkerboard(across)">
                                      <p:cBhvr>
                                        <p:cTn id="51" dur="1000"/>
                                        <p:tgtEl>
                                          <p:spTgt spid="27660"/>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nodeType="clickEffect">
                                  <p:stCondLst>
                                    <p:cond delay="0"/>
                                  </p:stCondLst>
                                  <p:childTnLst>
                                    <p:set>
                                      <p:cBhvr>
                                        <p:cTn id="55" dur="1" fill="hold">
                                          <p:stCondLst>
                                            <p:cond delay="0"/>
                                          </p:stCondLst>
                                        </p:cTn>
                                        <p:tgtEl>
                                          <p:spTgt spid="2"/>
                                        </p:tgtEl>
                                        <p:attrNameLst>
                                          <p:attrName>style.visibility</p:attrName>
                                        </p:attrNameLst>
                                      </p:cBhvr>
                                      <p:to>
                                        <p:strVal val="visible"/>
                                      </p:to>
                                    </p:set>
                                    <p:animEffect transition="in" filter="wipe(left)">
                                      <p:cBhvr>
                                        <p:cTn id="56"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p:bldP spid="27653" grpId="0" autoUpdateAnimBg="0"/>
      <p:bldP spid="27655" grpId="0" animBg="1" autoUpdateAnimBg="0"/>
      <p:bldP spid="27660" grpId="0"/>
      <p:bldP spid="27666" grpId="0" animBg="1" autoUpdateAnimBg="0"/>
      <p:bldP spid="27674"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50" name="Object 2">
            <a:extLst>
              <a:ext uri="{FF2B5EF4-FFF2-40B4-BE49-F238E27FC236}">
                <a16:creationId xmlns:a16="http://schemas.microsoft.com/office/drawing/2014/main" id="{C9138A8C-CC18-430B-BB68-0DCF520A74FD}"/>
              </a:ext>
            </a:extLst>
          </p:cNvPr>
          <p:cNvGraphicFramePr>
            <a:graphicFrameLocks noChangeAspect="1"/>
          </p:cNvGraphicFramePr>
          <p:nvPr/>
        </p:nvGraphicFramePr>
        <p:xfrm>
          <a:off x="2117725" y="4725988"/>
          <a:ext cx="1477963" cy="806450"/>
        </p:xfrm>
        <a:graphic>
          <a:graphicData uri="http://schemas.openxmlformats.org/presentationml/2006/ole">
            <mc:AlternateContent xmlns:mc="http://schemas.openxmlformats.org/markup-compatibility/2006">
              <mc:Choice xmlns:v="urn:schemas-microsoft-com:vml" Requires="v">
                <p:oleObj spid="_x0000_s23581" name="Equation" r:id="rId3" imgW="545863" imgH="393529" progId="Equation.DSMT4">
                  <p:embed/>
                </p:oleObj>
              </mc:Choice>
              <mc:Fallback>
                <p:oleObj name="Equation" r:id="rId3" imgW="545863" imgH="393529"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7725" y="4725988"/>
                        <a:ext cx="1477963" cy="806450"/>
                      </a:xfrm>
                      <a:prstGeom prst="rect">
                        <a:avLst/>
                      </a:prstGeom>
                      <a:noFill/>
                      <a:ln>
                        <a:noFill/>
                      </a:ln>
                      <a:effectLst/>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1" name="Object 3">
            <a:extLst>
              <a:ext uri="{FF2B5EF4-FFF2-40B4-BE49-F238E27FC236}">
                <a16:creationId xmlns:a16="http://schemas.microsoft.com/office/drawing/2014/main" id="{FDD40C58-CEEE-42E6-B4A0-9438B2585CFB}"/>
              </a:ext>
            </a:extLst>
          </p:cNvPr>
          <p:cNvGraphicFramePr>
            <a:graphicFrameLocks noChangeAspect="1"/>
          </p:cNvGraphicFramePr>
          <p:nvPr/>
        </p:nvGraphicFramePr>
        <p:xfrm>
          <a:off x="1981200" y="5715000"/>
          <a:ext cx="2438400" cy="534988"/>
        </p:xfrm>
        <a:graphic>
          <a:graphicData uri="http://schemas.openxmlformats.org/presentationml/2006/ole">
            <mc:AlternateContent xmlns:mc="http://schemas.openxmlformats.org/markup-compatibility/2006">
              <mc:Choice xmlns:v="urn:schemas-microsoft-com:vml" Requires="v">
                <p:oleObj spid="_x0000_s23582" name="公式" r:id="rId5" imgW="990170" imgH="241195" progId="Equation.3">
                  <p:embed/>
                </p:oleObj>
              </mc:Choice>
              <mc:Fallback>
                <p:oleObj name="公式" r:id="rId5" imgW="990170" imgH="241195"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81200" y="5715000"/>
                        <a:ext cx="2438400" cy="534988"/>
                      </a:xfrm>
                      <a:prstGeom prst="rect">
                        <a:avLst/>
                      </a:prstGeom>
                      <a:noFill/>
                      <a:ln>
                        <a:noFill/>
                      </a:ln>
                      <a:effectLst/>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556" name="Text Box 6">
            <a:extLst>
              <a:ext uri="{FF2B5EF4-FFF2-40B4-BE49-F238E27FC236}">
                <a16:creationId xmlns:a16="http://schemas.microsoft.com/office/drawing/2014/main" id="{2645182E-14F9-4AF7-9189-D6A779211B4E}"/>
              </a:ext>
            </a:extLst>
          </p:cNvPr>
          <p:cNvSpPr txBox="1">
            <a:spLocks noChangeArrowheads="1"/>
          </p:cNvSpPr>
          <p:nvPr/>
        </p:nvSpPr>
        <p:spPr bwMode="auto">
          <a:xfrm>
            <a:off x="228600" y="685800"/>
            <a:ext cx="1371600" cy="588963"/>
          </a:xfrm>
          <a:prstGeom prst="rect">
            <a:avLst/>
          </a:prstGeom>
          <a:solidFill>
            <a:srgbClr val="FFCCFF"/>
          </a:solidFill>
          <a:ln w="9525">
            <a:solidFill>
              <a:srgbClr val="00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ea typeface="楷体_GB2312" pitchFamily="49" charset="-122"/>
              </a:rPr>
              <a:t>模型</a:t>
            </a:r>
            <a:r>
              <a:rPr lang="en-US" altLang="zh-CN" sz="3200" b="1">
                <a:ea typeface="楷体_GB2312" pitchFamily="49" charset="-122"/>
              </a:rPr>
              <a:t>2</a:t>
            </a:r>
          </a:p>
        </p:txBody>
      </p:sp>
      <p:sp>
        <p:nvSpPr>
          <p:cNvPr id="2056" name="Text Box 8">
            <a:extLst>
              <a:ext uri="{FF2B5EF4-FFF2-40B4-BE49-F238E27FC236}">
                <a16:creationId xmlns:a16="http://schemas.microsoft.com/office/drawing/2014/main" id="{F2850B1A-D8E6-434B-97CE-934A6CE578ED}"/>
              </a:ext>
            </a:extLst>
          </p:cNvPr>
          <p:cNvSpPr txBox="1">
            <a:spLocks noChangeArrowheads="1"/>
          </p:cNvSpPr>
          <p:nvPr/>
        </p:nvSpPr>
        <p:spPr bwMode="auto">
          <a:xfrm>
            <a:off x="1905000" y="685800"/>
            <a:ext cx="6400800" cy="604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zh-CN" altLang="en-US" sz="2800" b="1"/>
              <a:t>区分已感染者</a:t>
            </a:r>
            <a:r>
              <a:rPr lang="en-US" altLang="zh-CN" sz="2800" b="1"/>
              <a:t>(</a:t>
            </a:r>
            <a:r>
              <a:rPr lang="zh-CN" altLang="en-US" sz="2800" b="1"/>
              <a:t>病人</a:t>
            </a:r>
            <a:r>
              <a:rPr lang="en-US" altLang="zh-CN" sz="2800" b="1"/>
              <a:t>)</a:t>
            </a:r>
            <a:r>
              <a:rPr lang="zh-CN" altLang="en-US" sz="2800" b="1"/>
              <a:t>和未感染者</a:t>
            </a:r>
            <a:r>
              <a:rPr lang="en-US" altLang="zh-CN" sz="2800" b="1"/>
              <a:t>(</a:t>
            </a:r>
            <a:r>
              <a:rPr lang="zh-CN" altLang="en-US" sz="2800" b="1"/>
              <a:t>健康人</a:t>
            </a:r>
            <a:r>
              <a:rPr lang="en-US" altLang="zh-CN" sz="2800" b="1"/>
              <a:t>)</a:t>
            </a:r>
          </a:p>
        </p:txBody>
      </p:sp>
      <p:sp>
        <p:nvSpPr>
          <p:cNvPr id="2058" name="Text Box 10">
            <a:extLst>
              <a:ext uri="{FF2B5EF4-FFF2-40B4-BE49-F238E27FC236}">
                <a16:creationId xmlns:a16="http://schemas.microsoft.com/office/drawing/2014/main" id="{CF1482EB-4ACC-4081-8574-B8B9B3826B43}"/>
              </a:ext>
            </a:extLst>
          </p:cNvPr>
          <p:cNvSpPr txBox="1">
            <a:spLocks noChangeArrowheads="1"/>
          </p:cNvSpPr>
          <p:nvPr/>
        </p:nvSpPr>
        <p:spPr bwMode="auto">
          <a:xfrm>
            <a:off x="457200" y="1524000"/>
            <a:ext cx="990600" cy="519113"/>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latin typeface="楷体_GB2312" pitchFamily="49" charset="-122"/>
                <a:ea typeface="楷体_GB2312" pitchFamily="49" charset="-122"/>
              </a:rPr>
              <a:t>假设</a:t>
            </a:r>
          </a:p>
        </p:txBody>
      </p:sp>
      <p:grpSp>
        <p:nvGrpSpPr>
          <p:cNvPr id="2" name="Group 21">
            <a:extLst>
              <a:ext uri="{FF2B5EF4-FFF2-40B4-BE49-F238E27FC236}">
                <a16:creationId xmlns:a16="http://schemas.microsoft.com/office/drawing/2014/main" id="{F277DDBB-83DF-4A4B-BD8B-DDEC7E92C992}"/>
              </a:ext>
            </a:extLst>
          </p:cNvPr>
          <p:cNvGrpSpPr>
            <a:grpSpLocks/>
          </p:cNvGrpSpPr>
          <p:nvPr/>
        </p:nvGrpSpPr>
        <p:grpSpPr bwMode="auto">
          <a:xfrm>
            <a:off x="1908175" y="1412875"/>
            <a:ext cx="5257800" cy="1144588"/>
            <a:chOff x="1104" y="720"/>
            <a:chExt cx="3312" cy="721"/>
          </a:xfrm>
        </p:grpSpPr>
        <p:sp>
          <p:nvSpPr>
            <p:cNvPr id="23568" name="Text Box 11">
              <a:extLst>
                <a:ext uri="{FF2B5EF4-FFF2-40B4-BE49-F238E27FC236}">
                  <a16:creationId xmlns:a16="http://schemas.microsoft.com/office/drawing/2014/main" id="{8A4BEBB4-5E11-4E81-A2C1-9AC4EEA6AC54}"/>
                </a:ext>
              </a:extLst>
            </p:cNvPr>
            <p:cNvSpPr txBox="1">
              <a:spLocks noChangeArrowheads="1"/>
            </p:cNvSpPr>
            <p:nvPr/>
          </p:nvSpPr>
          <p:spPr bwMode="auto">
            <a:xfrm>
              <a:off x="1104" y="720"/>
              <a:ext cx="3312" cy="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en-US" altLang="zh-CN" sz="2800" b="1"/>
                <a:t>1</a:t>
              </a:r>
              <a:r>
                <a:rPr lang="zh-CN" altLang="en-US" sz="2800" b="1"/>
                <a:t>）总人数</a:t>
              </a:r>
              <a:r>
                <a:rPr lang="en-US" altLang="zh-CN" sz="2800" b="1" i="1"/>
                <a:t>N</a:t>
              </a:r>
              <a:r>
                <a:rPr lang="zh-CN" altLang="en-US" sz="2800" b="1"/>
                <a:t>不变，病人和健康  人的 </a:t>
              </a:r>
              <a:r>
                <a:rPr lang="zh-CN" altLang="en-US" sz="2800" b="1">
                  <a:solidFill>
                    <a:srgbClr val="FF3300"/>
                  </a:solidFill>
                </a:rPr>
                <a:t>比例</a:t>
              </a:r>
              <a:r>
                <a:rPr lang="zh-CN" altLang="en-US" sz="2800" b="1"/>
                <a:t>分别为                    </a:t>
              </a:r>
              <a:r>
                <a:rPr lang="en-US" altLang="zh-CN" sz="2800" b="1"/>
                <a:t>.</a:t>
              </a:r>
              <a:endParaRPr lang="en-US" altLang="zh-CN" sz="2800" b="1">
                <a:sym typeface="Symbol" panose="05050102010706020507" pitchFamily="18" charset="2"/>
              </a:endParaRPr>
            </a:p>
          </p:txBody>
        </p:sp>
        <p:graphicFrame>
          <p:nvGraphicFramePr>
            <p:cNvPr id="23569" name="Object 12">
              <a:extLst>
                <a:ext uri="{FF2B5EF4-FFF2-40B4-BE49-F238E27FC236}">
                  <a16:creationId xmlns:a16="http://schemas.microsoft.com/office/drawing/2014/main" id="{DF6B30AC-8512-458A-B2EC-ECCB0554111B}"/>
                </a:ext>
              </a:extLst>
            </p:cNvPr>
            <p:cNvGraphicFramePr>
              <a:graphicFrameLocks noChangeAspect="1"/>
            </p:cNvGraphicFramePr>
            <p:nvPr/>
          </p:nvGraphicFramePr>
          <p:xfrm>
            <a:off x="2876" y="1104"/>
            <a:ext cx="1012" cy="337"/>
          </p:xfrm>
          <a:graphic>
            <a:graphicData uri="http://schemas.openxmlformats.org/presentationml/2006/ole">
              <mc:AlternateContent xmlns:mc="http://schemas.openxmlformats.org/markup-compatibility/2006">
                <mc:Choice xmlns:v="urn:schemas-microsoft-com:vml" Requires="v">
                  <p:oleObj spid="_x0000_s23583" name="公式" r:id="rId7" imgW="634725" imgH="241195" progId="Equation.3">
                    <p:embed/>
                  </p:oleObj>
                </mc:Choice>
                <mc:Fallback>
                  <p:oleObj name="公式" r:id="rId7" imgW="634725" imgH="241195" progId="Equation.3">
                    <p:embed/>
                    <p:pic>
                      <p:nvPicPr>
                        <p:cNvPr id="0"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76" y="1104"/>
                          <a:ext cx="1012" cy="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2061" name="Text Box 13">
            <a:extLst>
              <a:ext uri="{FF2B5EF4-FFF2-40B4-BE49-F238E27FC236}">
                <a16:creationId xmlns:a16="http://schemas.microsoft.com/office/drawing/2014/main" id="{78555FF5-9B2A-4C45-9281-AFDD5188FE06}"/>
              </a:ext>
            </a:extLst>
          </p:cNvPr>
          <p:cNvSpPr txBox="1">
            <a:spLocks noChangeArrowheads="1"/>
          </p:cNvSpPr>
          <p:nvPr/>
        </p:nvSpPr>
        <p:spPr bwMode="auto">
          <a:xfrm>
            <a:off x="1905000" y="2667000"/>
            <a:ext cx="5334000"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en-US" altLang="zh-CN" sz="2800" b="1"/>
              <a:t> 2</a:t>
            </a:r>
            <a:r>
              <a:rPr lang="zh-CN" altLang="en-US" sz="2800" b="1"/>
              <a:t>）每个病人每天有效接触人数为</a:t>
            </a:r>
            <a:r>
              <a:rPr lang="zh-CN" altLang="en-US" sz="2800" b="1" i="1">
                <a:sym typeface="Symbol" panose="05050102010706020507" pitchFamily="18" charset="2"/>
              </a:rPr>
              <a:t></a:t>
            </a:r>
            <a:r>
              <a:rPr lang="en-US" altLang="zh-CN" sz="2800" b="1">
                <a:sym typeface="Symbol" panose="05050102010706020507" pitchFamily="18" charset="2"/>
              </a:rPr>
              <a:t>,  </a:t>
            </a:r>
            <a:r>
              <a:rPr lang="zh-CN" altLang="en-US" sz="2800" b="1">
                <a:sym typeface="Symbol" panose="05050102010706020507" pitchFamily="18" charset="2"/>
              </a:rPr>
              <a:t>且</a:t>
            </a:r>
            <a:r>
              <a:rPr lang="zh-CN" altLang="en-US" sz="2800" b="1"/>
              <a:t>使接触的健康人致病</a:t>
            </a:r>
            <a:r>
              <a:rPr lang="en-US" altLang="zh-CN" sz="2800" b="1"/>
              <a:t>.</a:t>
            </a:r>
          </a:p>
        </p:txBody>
      </p:sp>
      <p:sp>
        <p:nvSpPr>
          <p:cNvPr id="2062" name="Text Box 14">
            <a:extLst>
              <a:ext uri="{FF2B5EF4-FFF2-40B4-BE49-F238E27FC236}">
                <a16:creationId xmlns:a16="http://schemas.microsoft.com/office/drawing/2014/main" id="{A900F07D-BD66-4E45-95EF-E3F731FC0B3C}"/>
              </a:ext>
            </a:extLst>
          </p:cNvPr>
          <p:cNvSpPr txBox="1">
            <a:spLocks noChangeArrowheads="1"/>
          </p:cNvSpPr>
          <p:nvPr/>
        </p:nvSpPr>
        <p:spPr bwMode="auto">
          <a:xfrm>
            <a:off x="533400" y="3886200"/>
            <a:ext cx="990600" cy="519113"/>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latin typeface="楷体_GB2312" pitchFamily="49" charset="-122"/>
                <a:ea typeface="楷体_GB2312" pitchFamily="49" charset="-122"/>
              </a:rPr>
              <a:t>建模</a:t>
            </a:r>
          </a:p>
        </p:txBody>
      </p:sp>
      <p:graphicFrame>
        <p:nvGraphicFramePr>
          <p:cNvPr id="2063" name="Object 15">
            <a:extLst>
              <a:ext uri="{FF2B5EF4-FFF2-40B4-BE49-F238E27FC236}">
                <a16:creationId xmlns:a16="http://schemas.microsoft.com/office/drawing/2014/main" id="{79B1C839-A511-45C8-9B7A-F0B72FD3C396}"/>
              </a:ext>
            </a:extLst>
          </p:cNvPr>
          <p:cNvGraphicFramePr>
            <a:graphicFrameLocks noChangeAspect="1"/>
          </p:cNvGraphicFramePr>
          <p:nvPr/>
        </p:nvGraphicFramePr>
        <p:xfrm>
          <a:off x="1981200" y="3962400"/>
          <a:ext cx="5486400" cy="533400"/>
        </p:xfrm>
        <a:graphic>
          <a:graphicData uri="http://schemas.openxmlformats.org/presentationml/2006/ole">
            <mc:AlternateContent xmlns:mc="http://schemas.openxmlformats.org/markup-compatibility/2006">
              <mc:Choice xmlns:v="urn:schemas-microsoft-com:vml" Requires="v">
                <p:oleObj spid="_x0000_s23584" name="公式" r:id="rId9" imgW="2070100" imgH="203200" progId="Equation.3">
                  <p:embed/>
                </p:oleObj>
              </mc:Choice>
              <mc:Fallback>
                <p:oleObj name="公式" r:id="rId9" imgW="2070100" imgH="203200" progId="Equation.3">
                  <p:embed/>
                  <p:pic>
                    <p:nvPicPr>
                      <p:cNvPr id="0" name="Object 1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981200" y="3962400"/>
                        <a:ext cx="5486400" cy="533400"/>
                      </a:xfrm>
                      <a:prstGeom prst="rect">
                        <a:avLst/>
                      </a:prstGeom>
                      <a:noFill/>
                      <a:ln>
                        <a:noFill/>
                      </a:ln>
                      <a:effectLst/>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 name="Group 17">
            <a:extLst>
              <a:ext uri="{FF2B5EF4-FFF2-40B4-BE49-F238E27FC236}">
                <a16:creationId xmlns:a16="http://schemas.microsoft.com/office/drawing/2014/main" id="{E0135E65-99C8-48FE-9512-98B95B613603}"/>
              </a:ext>
            </a:extLst>
          </p:cNvPr>
          <p:cNvGrpSpPr>
            <a:grpSpLocks/>
          </p:cNvGrpSpPr>
          <p:nvPr/>
        </p:nvGrpSpPr>
        <p:grpSpPr bwMode="auto">
          <a:xfrm>
            <a:off x="4876800" y="4794250"/>
            <a:ext cx="3443288" cy="1382713"/>
            <a:chOff x="3216" y="2732"/>
            <a:chExt cx="2169" cy="871"/>
          </a:xfrm>
        </p:grpSpPr>
        <p:graphicFrame>
          <p:nvGraphicFramePr>
            <p:cNvPr id="23566" name="Object 4">
              <a:extLst>
                <a:ext uri="{FF2B5EF4-FFF2-40B4-BE49-F238E27FC236}">
                  <a16:creationId xmlns:a16="http://schemas.microsoft.com/office/drawing/2014/main" id="{8FBCBB80-C226-4F84-A432-8A9490F66F23}"/>
                </a:ext>
              </a:extLst>
            </p:cNvPr>
            <p:cNvGraphicFramePr>
              <a:graphicFrameLocks noChangeAspect="1"/>
            </p:cNvGraphicFramePr>
            <p:nvPr/>
          </p:nvGraphicFramePr>
          <p:xfrm>
            <a:off x="3783" y="2732"/>
            <a:ext cx="1602" cy="871"/>
          </p:xfrm>
          <a:graphic>
            <a:graphicData uri="http://schemas.openxmlformats.org/presentationml/2006/ole">
              <mc:AlternateContent xmlns:mc="http://schemas.openxmlformats.org/markup-compatibility/2006">
                <mc:Choice xmlns:v="urn:schemas-microsoft-com:vml" Requires="v">
                  <p:oleObj spid="_x0000_s23585" name="Equation" r:id="rId11" imgW="889000" imgH="660400" progId="Equation.DSMT4">
                    <p:embed/>
                  </p:oleObj>
                </mc:Choice>
                <mc:Fallback>
                  <p:oleObj name="Equation" r:id="rId11" imgW="889000" imgH="660400" progId="Equation.DSMT4">
                    <p:embed/>
                    <p:pic>
                      <p:nvPicPr>
                        <p:cNvPr id="0" name="Object 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783" y="2732"/>
                          <a:ext cx="1602" cy="871"/>
                        </a:xfrm>
                        <a:prstGeom prst="rect">
                          <a:avLst/>
                        </a:prstGeom>
                        <a:solidFill>
                          <a:srgbClr val="FF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567" name="AutoShape 16">
              <a:extLst>
                <a:ext uri="{FF2B5EF4-FFF2-40B4-BE49-F238E27FC236}">
                  <a16:creationId xmlns:a16="http://schemas.microsoft.com/office/drawing/2014/main" id="{3BF44384-2E44-4CDE-9E71-9A702E368A74}"/>
                </a:ext>
              </a:extLst>
            </p:cNvPr>
            <p:cNvSpPr>
              <a:spLocks noChangeArrowheads="1"/>
            </p:cNvSpPr>
            <p:nvPr/>
          </p:nvSpPr>
          <p:spPr bwMode="auto">
            <a:xfrm>
              <a:off x="3216" y="3024"/>
              <a:ext cx="192" cy="288"/>
            </a:xfrm>
            <a:prstGeom prst="rightArrow">
              <a:avLst>
                <a:gd name="adj1" fmla="val 50000"/>
                <a:gd name="adj2" fmla="val 25000"/>
              </a:avLst>
            </a:prstGeom>
            <a:solidFill>
              <a:srgbClr val="FFCCFF"/>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2067" name="Text Box 19">
            <a:extLst>
              <a:ext uri="{FF2B5EF4-FFF2-40B4-BE49-F238E27FC236}">
                <a16:creationId xmlns:a16="http://schemas.microsoft.com/office/drawing/2014/main" id="{C9231B08-4EE5-4E57-9D7D-D6DF13E8411A}"/>
              </a:ext>
            </a:extLst>
          </p:cNvPr>
          <p:cNvSpPr txBox="1">
            <a:spLocks noChangeArrowheads="1"/>
          </p:cNvSpPr>
          <p:nvPr/>
        </p:nvSpPr>
        <p:spPr bwMode="auto">
          <a:xfrm>
            <a:off x="7315200" y="2743200"/>
            <a:ext cx="1371600" cy="94615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800" b="1" i="1">
                <a:sym typeface="Symbol" panose="05050102010706020507" pitchFamily="18" charset="2"/>
              </a:rPr>
              <a:t> </a:t>
            </a:r>
            <a:r>
              <a:rPr lang="en-US" altLang="zh-CN" sz="2800" b="1">
                <a:sym typeface="Symbol" panose="05050102010706020507" pitchFamily="18" charset="2"/>
              </a:rPr>
              <a:t>~ </a:t>
            </a:r>
            <a:r>
              <a:rPr lang="zh-CN" altLang="en-US" sz="2800" b="1">
                <a:sym typeface="Symbol" panose="05050102010706020507" pitchFamily="18" charset="2"/>
              </a:rPr>
              <a:t>日</a:t>
            </a:r>
          </a:p>
          <a:p>
            <a:pPr eaLnBrk="1" hangingPunct="1"/>
            <a:r>
              <a:rPr lang="zh-CN" altLang="en-US" sz="2800" b="1">
                <a:sym typeface="Symbol" panose="05050102010706020507" pitchFamily="18" charset="2"/>
              </a:rPr>
              <a:t>接触率</a:t>
            </a:r>
          </a:p>
        </p:txBody>
      </p:sp>
      <p:sp>
        <p:nvSpPr>
          <p:cNvPr id="2068" name="Text Box 20">
            <a:extLst>
              <a:ext uri="{FF2B5EF4-FFF2-40B4-BE49-F238E27FC236}">
                <a16:creationId xmlns:a16="http://schemas.microsoft.com/office/drawing/2014/main" id="{F0911181-A476-4865-AB00-43147E051A07}"/>
              </a:ext>
            </a:extLst>
          </p:cNvPr>
          <p:cNvSpPr txBox="1">
            <a:spLocks noChangeArrowheads="1"/>
          </p:cNvSpPr>
          <p:nvPr/>
        </p:nvSpPr>
        <p:spPr bwMode="auto">
          <a:xfrm>
            <a:off x="7391400" y="1752600"/>
            <a:ext cx="1447800" cy="519113"/>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a:t>SI </a:t>
            </a:r>
            <a:r>
              <a:rPr lang="zh-CN" altLang="zh-CN" sz="2800" b="1">
                <a:ea typeface="楷体_GB2312" pitchFamily="49" charset="-122"/>
              </a:rPr>
              <a:t>模型</a:t>
            </a:r>
            <a:endParaRPr lang="zh-CN" altLang="en-US" sz="2800" b="1">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056"/>
                                        </p:tgtEl>
                                        <p:attrNameLst>
                                          <p:attrName>style.visibility</p:attrName>
                                        </p:attrNameLst>
                                      </p:cBhvr>
                                      <p:to>
                                        <p:strVal val="visible"/>
                                      </p:to>
                                    </p:set>
                                    <p:animEffect transition="in" filter="box(in)">
                                      <p:cBhvr>
                                        <p:cTn id="7" dur="1000"/>
                                        <p:tgtEl>
                                          <p:spTgt spid="205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2058"/>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9" presetClass="entr" presetSubtype="0"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dissolve">
                                      <p:cBhvr>
                                        <p:cTn id="16" dur="1000"/>
                                        <p:tgtEl>
                                          <p:spTgt spid="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2068"/>
                                        </p:tgtEl>
                                        <p:attrNameLst>
                                          <p:attrName>style.visibility</p:attrName>
                                        </p:attrNameLst>
                                      </p:cBhvr>
                                      <p:to>
                                        <p:strVal val="visible"/>
                                      </p:to>
                                    </p:set>
                                    <p:animEffect transition="in" filter="wipe(up)">
                                      <p:cBhvr>
                                        <p:cTn id="21" dur="1000"/>
                                        <p:tgtEl>
                                          <p:spTgt spid="2068"/>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4" presetClass="entr" presetSubtype="16" fill="hold" grpId="0" nodeType="clickEffect">
                                  <p:stCondLst>
                                    <p:cond delay="0"/>
                                  </p:stCondLst>
                                  <p:childTnLst>
                                    <p:set>
                                      <p:cBhvr>
                                        <p:cTn id="25" dur="1" fill="hold">
                                          <p:stCondLst>
                                            <p:cond delay="0"/>
                                          </p:stCondLst>
                                        </p:cTn>
                                        <p:tgtEl>
                                          <p:spTgt spid="2061"/>
                                        </p:tgtEl>
                                        <p:attrNameLst>
                                          <p:attrName>style.visibility</p:attrName>
                                        </p:attrNameLst>
                                      </p:cBhvr>
                                      <p:to>
                                        <p:strVal val="visible"/>
                                      </p:to>
                                    </p:set>
                                    <p:animEffect transition="in" filter="box(in)">
                                      <p:cBhvr>
                                        <p:cTn id="26" dur="1000"/>
                                        <p:tgtEl>
                                          <p:spTgt spid="2061"/>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7" presetClass="entr" presetSubtype="10" fill="hold" grpId="0" nodeType="clickEffect">
                                  <p:stCondLst>
                                    <p:cond delay="0"/>
                                  </p:stCondLst>
                                  <p:childTnLst>
                                    <p:set>
                                      <p:cBhvr>
                                        <p:cTn id="30" dur="1" fill="hold">
                                          <p:stCondLst>
                                            <p:cond delay="0"/>
                                          </p:stCondLst>
                                        </p:cTn>
                                        <p:tgtEl>
                                          <p:spTgt spid="2067"/>
                                        </p:tgtEl>
                                        <p:attrNameLst>
                                          <p:attrName>style.visibility</p:attrName>
                                        </p:attrNameLst>
                                      </p:cBhvr>
                                      <p:to>
                                        <p:strVal val="visible"/>
                                      </p:to>
                                    </p:set>
                                    <p:anim calcmode="lin" valueType="num">
                                      <p:cBhvr>
                                        <p:cTn id="31" dur="1000" fill="hold"/>
                                        <p:tgtEl>
                                          <p:spTgt spid="2067"/>
                                        </p:tgtEl>
                                        <p:attrNameLst>
                                          <p:attrName>ppt_w</p:attrName>
                                        </p:attrNameLst>
                                      </p:cBhvr>
                                      <p:tavLst>
                                        <p:tav tm="0">
                                          <p:val>
                                            <p:fltVal val="0"/>
                                          </p:val>
                                        </p:tav>
                                        <p:tav tm="100000">
                                          <p:val>
                                            <p:strVal val="#ppt_w"/>
                                          </p:val>
                                        </p:tav>
                                      </p:tavLst>
                                    </p:anim>
                                    <p:anim calcmode="lin" valueType="num">
                                      <p:cBhvr>
                                        <p:cTn id="32" dur="1000" fill="hold"/>
                                        <p:tgtEl>
                                          <p:spTgt spid="2067"/>
                                        </p:tgtEl>
                                        <p:attrNameLst>
                                          <p:attrName>ppt_h</p:attrName>
                                        </p:attrNameLst>
                                      </p:cBhvr>
                                      <p:tavLst>
                                        <p:tav tm="0">
                                          <p:val>
                                            <p:strVal val="#ppt_h"/>
                                          </p:val>
                                        </p:tav>
                                        <p:tav tm="100000">
                                          <p:val>
                                            <p:strVal val="#ppt_h"/>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499"/>
                                          </p:stCondLst>
                                        </p:cTn>
                                        <p:tgtEl>
                                          <p:spTgt spid="2062"/>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2063"/>
                                        </p:tgtEl>
                                        <p:attrNameLst>
                                          <p:attrName>style.visibility</p:attrName>
                                        </p:attrNameLst>
                                      </p:cBhvr>
                                      <p:to>
                                        <p:strVal val="visible"/>
                                      </p:to>
                                    </p:set>
                                    <p:animEffect transition="in" filter="wipe(left)">
                                      <p:cBhvr>
                                        <p:cTn id="41" dur="1000"/>
                                        <p:tgtEl>
                                          <p:spTgt spid="2063"/>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2050"/>
                                        </p:tgtEl>
                                        <p:attrNameLst>
                                          <p:attrName>style.visibility</p:attrName>
                                        </p:attrNameLst>
                                      </p:cBhvr>
                                      <p:to>
                                        <p:strVal val="visible"/>
                                      </p:to>
                                    </p:set>
                                    <p:animEffect transition="in" filter="wipe(left)">
                                      <p:cBhvr>
                                        <p:cTn id="46" dur="1000"/>
                                        <p:tgtEl>
                                          <p:spTgt spid="2050"/>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2051"/>
                                        </p:tgtEl>
                                        <p:attrNameLst>
                                          <p:attrName>style.visibility</p:attrName>
                                        </p:attrNameLst>
                                      </p:cBhvr>
                                      <p:to>
                                        <p:strVal val="visible"/>
                                      </p:to>
                                    </p:set>
                                    <p:animEffect transition="in" filter="wipe(left)">
                                      <p:cBhvr>
                                        <p:cTn id="51" dur="1000"/>
                                        <p:tgtEl>
                                          <p:spTgt spid="2051"/>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nodeType="clickEffect">
                                  <p:stCondLst>
                                    <p:cond delay="0"/>
                                  </p:stCondLst>
                                  <p:childTnLst>
                                    <p:set>
                                      <p:cBhvr>
                                        <p:cTn id="55" dur="1" fill="hold">
                                          <p:stCondLst>
                                            <p:cond delay="0"/>
                                          </p:stCondLst>
                                        </p:cTn>
                                        <p:tgtEl>
                                          <p:spTgt spid="3"/>
                                        </p:tgtEl>
                                        <p:attrNameLst>
                                          <p:attrName>style.visibility</p:attrName>
                                        </p:attrNameLst>
                                      </p:cBhvr>
                                      <p:to>
                                        <p:strVal val="visible"/>
                                      </p:to>
                                    </p:set>
                                    <p:animEffect transition="in" filter="wipe(left)">
                                      <p:cBhvr>
                                        <p:cTn id="56"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6" grpId="0" autoUpdateAnimBg="0"/>
      <p:bldP spid="2058" grpId="0" animBg="1" autoUpdateAnimBg="0"/>
      <p:bldP spid="2061" grpId="0" autoUpdateAnimBg="0"/>
      <p:bldP spid="2062" grpId="0" animBg="1" autoUpdateAnimBg="0"/>
      <p:bldP spid="2067" grpId="0" animBg="1" autoUpdateAnimBg="0"/>
      <p:bldP spid="2068" grpId="0" animBg="1"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107" name="Object 35">
            <a:extLst>
              <a:ext uri="{FF2B5EF4-FFF2-40B4-BE49-F238E27FC236}">
                <a16:creationId xmlns:a16="http://schemas.microsoft.com/office/drawing/2014/main" id="{508A03F0-7572-4AA4-918F-02FC59AAB883}"/>
              </a:ext>
            </a:extLst>
          </p:cNvPr>
          <p:cNvGraphicFramePr>
            <a:graphicFrameLocks noChangeAspect="1"/>
          </p:cNvGraphicFramePr>
          <p:nvPr/>
        </p:nvGraphicFramePr>
        <p:xfrm>
          <a:off x="5129213" y="1981200"/>
          <a:ext cx="3533775" cy="1468438"/>
        </p:xfrm>
        <a:graphic>
          <a:graphicData uri="http://schemas.openxmlformats.org/presentationml/2006/ole">
            <mc:AlternateContent xmlns:mc="http://schemas.openxmlformats.org/markup-compatibility/2006">
              <mc:Choice xmlns:v="urn:schemas-microsoft-com:vml" Requires="v">
                <p:oleObj spid="_x0000_s24616" name="Equation" r:id="rId3" imgW="1295400" imgH="673100" progId="Equation.DSMT4">
                  <p:embed/>
                </p:oleObj>
              </mc:Choice>
              <mc:Fallback>
                <p:oleObj name="Equation" r:id="rId3" imgW="1295400" imgH="673100" progId="Equation.DSMT4">
                  <p:embed/>
                  <p:pic>
                    <p:nvPicPr>
                      <p:cNvPr id="0" name="Object 3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29213" y="1981200"/>
                        <a:ext cx="3533775" cy="1468438"/>
                      </a:xfrm>
                      <a:prstGeom prst="rect">
                        <a:avLst/>
                      </a:prstGeom>
                      <a:solidFill>
                        <a:srgbClr val="CC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09" name="Object 37">
            <a:extLst>
              <a:ext uri="{FF2B5EF4-FFF2-40B4-BE49-F238E27FC236}">
                <a16:creationId xmlns:a16="http://schemas.microsoft.com/office/drawing/2014/main" id="{344CDD95-0C08-4ED2-ABDF-FFB8B2621C71}"/>
              </a:ext>
            </a:extLst>
          </p:cNvPr>
          <p:cNvGraphicFramePr>
            <a:graphicFrameLocks noChangeAspect="1"/>
          </p:cNvGraphicFramePr>
          <p:nvPr/>
        </p:nvGraphicFramePr>
        <p:xfrm>
          <a:off x="2881313" y="450850"/>
          <a:ext cx="2543175" cy="1382713"/>
        </p:xfrm>
        <a:graphic>
          <a:graphicData uri="http://schemas.openxmlformats.org/presentationml/2006/ole">
            <mc:AlternateContent xmlns:mc="http://schemas.openxmlformats.org/markup-compatibility/2006">
              <mc:Choice xmlns:v="urn:schemas-microsoft-com:vml" Requires="v">
                <p:oleObj spid="_x0000_s24617" name="Equation" r:id="rId5" imgW="889000" imgH="660400" progId="Equation.DSMT4">
                  <p:embed/>
                </p:oleObj>
              </mc:Choice>
              <mc:Fallback>
                <p:oleObj name="Equation" r:id="rId5" imgW="889000" imgH="660400" progId="Equation.DSMT4">
                  <p:embed/>
                  <p:pic>
                    <p:nvPicPr>
                      <p:cNvPr id="0" name="Object 3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81313" y="450850"/>
                        <a:ext cx="2543175" cy="1382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580" name="Text Box 39">
            <a:extLst>
              <a:ext uri="{FF2B5EF4-FFF2-40B4-BE49-F238E27FC236}">
                <a16:creationId xmlns:a16="http://schemas.microsoft.com/office/drawing/2014/main" id="{AAF0C1A2-FC2F-4B11-A4A9-0F2F3591B8E6}"/>
              </a:ext>
            </a:extLst>
          </p:cNvPr>
          <p:cNvSpPr txBox="1">
            <a:spLocks noChangeArrowheads="1"/>
          </p:cNvSpPr>
          <p:nvPr/>
        </p:nvSpPr>
        <p:spPr bwMode="auto">
          <a:xfrm>
            <a:off x="533400" y="617538"/>
            <a:ext cx="1371600" cy="588962"/>
          </a:xfrm>
          <a:prstGeom prst="rect">
            <a:avLst/>
          </a:prstGeom>
          <a:solidFill>
            <a:srgbClr val="FFCCFF"/>
          </a:solidFill>
          <a:ln w="9525">
            <a:solidFill>
              <a:srgbClr val="00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ea typeface="楷体_GB2312" pitchFamily="49" charset="-122"/>
              </a:rPr>
              <a:t>模型</a:t>
            </a:r>
            <a:r>
              <a:rPr lang="en-US" altLang="zh-CN" sz="3200" b="1"/>
              <a:t>2</a:t>
            </a:r>
          </a:p>
        </p:txBody>
      </p:sp>
      <p:grpSp>
        <p:nvGrpSpPr>
          <p:cNvPr id="2" name="Group 54">
            <a:extLst>
              <a:ext uri="{FF2B5EF4-FFF2-40B4-BE49-F238E27FC236}">
                <a16:creationId xmlns:a16="http://schemas.microsoft.com/office/drawing/2014/main" id="{B2ED057B-C11B-4968-84C5-8E36759262C4}"/>
              </a:ext>
            </a:extLst>
          </p:cNvPr>
          <p:cNvGrpSpPr>
            <a:grpSpLocks/>
          </p:cNvGrpSpPr>
          <p:nvPr/>
        </p:nvGrpSpPr>
        <p:grpSpPr bwMode="auto">
          <a:xfrm>
            <a:off x="533400" y="2922588"/>
            <a:ext cx="1663700" cy="1573212"/>
            <a:chOff x="336" y="1841"/>
            <a:chExt cx="1048" cy="991"/>
          </a:xfrm>
        </p:grpSpPr>
        <p:sp>
          <p:nvSpPr>
            <p:cNvPr id="24603" name="Line 5">
              <a:extLst>
                <a:ext uri="{FF2B5EF4-FFF2-40B4-BE49-F238E27FC236}">
                  <a16:creationId xmlns:a16="http://schemas.microsoft.com/office/drawing/2014/main" id="{F6D732C6-81E7-4A3A-942F-049A48515AD8}"/>
                </a:ext>
              </a:extLst>
            </p:cNvPr>
            <p:cNvSpPr>
              <a:spLocks noChangeShapeType="1"/>
            </p:cNvSpPr>
            <p:nvPr/>
          </p:nvSpPr>
          <p:spPr bwMode="auto">
            <a:xfrm>
              <a:off x="635" y="1950"/>
              <a:ext cx="499"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604" name="Line 6">
              <a:extLst>
                <a:ext uri="{FF2B5EF4-FFF2-40B4-BE49-F238E27FC236}">
                  <a16:creationId xmlns:a16="http://schemas.microsoft.com/office/drawing/2014/main" id="{083CAEE0-F5E4-4F91-9CE7-83124C6C7726}"/>
                </a:ext>
              </a:extLst>
            </p:cNvPr>
            <p:cNvSpPr>
              <a:spLocks noChangeShapeType="1"/>
            </p:cNvSpPr>
            <p:nvPr/>
          </p:nvSpPr>
          <p:spPr bwMode="auto">
            <a:xfrm>
              <a:off x="1134" y="1950"/>
              <a:ext cx="0" cy="644"/>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605" name="Text Box 12">
              <a:extLst>
                <a:ext uri="{FF2B5EF4-FFF2-40B4-BE49-F238E27FC236}">
                  <a16:creationId xmlns:a16="http://schemas.microsoft.com/office/drawing/2014/main" id="{9E105474-3CF4-4EFA-9C80-407CD24C5608}"/>
                </a:ext>
              </a:extLst>
            </p:cNvPr>
            <p:cNvSpPr txBox="1">
              <a:spLocks noChangeArrowheads="1"/>
            </p:cNvSpPr>
            <p:nvPr/>
          </p:nvSpPr>
          <p:spPr bwMode="auto">
            <a:xfrm>
              <a:off x="336" y="1841"/>
              <a:ext cx="39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t>1/2</a:t>
              </a:r>
            </a:p>
          </p:txBody>
        </p:sp>
        <p:sp>
          <p:nvSpPr>
            <p:cNvPr id="24606" name="Text Box 16">
              <a:extLst>
                <a:ext uri="{FF2B5EF4-FFF2-40B4-BE49-F238E27FC236}">
                  <a16:creationId xmlns:a16="http://schemas.microsoft.com/office/drawing/2014/main" id="{94495FE3-234F-4D4F-B8B1-7BC198C73857}"/>
                </a:ext>
              </a:extLst>
            </p:cNvPr>
            <p:cNvSpPr txBox="1">
              <a:spLocks noChangeArrowheads="1"/>
            </p:cNvSpPr>
            <p:nvPr/>
          </p:nvSpPr>
          <p:spPr bwMode="auto">
            <a:xfrm>
              <a:off x="1034" y="2544"/>
              <a:ext cx="35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i="1"/>
                <a:t>t</a:t>
              </a:r>
              <a:r>
                <a:rPr lang="en-US" altLang="zh-CN" b="1" i="1" baseline="-25000"/>
                <a:t>m</a:t>
              </a:r>
              <a:endParaRPr lang="en-US" altLang="zh-CN" b="1" i="1"/>
            </a:p>
          </p:txBody>
        </p:sp>
      </p:grpSp>
      <p:grpSp>
        <p:nvGrpSpPr>
          <p:cNvPr id="3" name="Group 55">
            <a:extLst>
              <a:ext uri="{FF2B5EF4-FFF2-40B4-BE49-F238E27FC236}">
                <a16:creationId xmlns:a16="http://schemas.microsoft.com/office/drawing/2014/main" id="{135E8109-3AFA-4424-85D8-EE7FEF9117FE}"/>
              </a:ext>
            </a:extLst>
          </p:cNvPr>
          <p:cNvGrpSpPr>
            <a:grpSpLocks/>
          </p:cNvGrpSpPr>
          <p:nvPr/>
        </p:nvGrpSpPr>
        <p:grpSpPr bwMode="auto">
          <a:xfrm>
            <a:off x="692150" y="1524000"/>
            <a:ext cx="3879850" cy="3033713"/>
            <a:chOff x="436" y="960"/>
            <a:chExt cx="2444" cy="1911"/>
          </a:xfrm>
        </p:grpSpPr>
        <p:sp>
          <p:nvSpPr>
            <p:cNvPr id="24593" name="Line 3">
              <a:extLst>
                <a:ext uri="{FF2B5EF4-FFF2-40B4-BE49-F238E27FC236}">
                  <a16:creationId xmlns:a16="http://schemas.microsoft.com/office/drawing/2014/main" id="{07D4E192-FACF-4DDC-80D7-463E9F4A8071}"/>
                </a:ext>
              </a:extLst>
            </p:cNvPr>
            <p:cNvSpPr>
              <a:spLocks noChangeShapeType="1"/>
            </p:cNvSpPr>
            <p:nvPr/>
          </p:nvSpPr>
          <p:spPr bwMode="auto">
            <a:xfrm>
              <a:off x="635" y="2594"/>
              <a:ext cx="194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594" name="Line 4">
              <a:extLst>
                <a:ext uri="{FF2B5EF4-FFF2-40B4-BE49-F238E27FC236}">
                  <a16:creationId xmlns:a16="http://schemas.microsoft.com/office/drawing/2014/main" id="{26AB7AC8-6E1E-4025-AB8E-DF0D03100E57}"/>
                </a:ext>
              </a:extLst>
            </p:cNvPr>
            <p:cNvSpPr>
              <a:spLocks noChangeShapeType="1"/>
            </p:cNvSpPr>
            <p:nvPr/>
          </p:nvSpPr>
          <p:spPr bwMode="auto">
            <a:xfrm flipV="1">
              <a:off x="635" y="1059"/>
              <a:ext cx="0" cy="153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595" name="Arc 8">
              <a:extLst>
                <a:ext uri="{FF2B5EF4-FFF2-40B4-BE49-F238E27FC236}">
                  <a16:creationId xmlns:a16="http://schemas.microsoft.com/office/drawing/2014/main" id="{B1E15EFF-1EF8-4925-B8BE-9AEED766095A}"/>
                </a:ext>
              </a:extLst>
            </p:cNvPr>
            <p:cNvSpPr>
              <a:spLocks/>
            </p:cNvSpPr>
            <p:nvPr/>
          </p:nvSpPr>
          <p:spPr bwMode="auto">
            <a:xfrm flipV="1">
              <a:off x="635" y="1920"/>
              <a:ext cx="499" cy="377"/>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596" name="Arc 9">
              <a:extLst>
                <a:ext uri="{FF2B5EF4-FFF2-40B4-BE49-F238E27FC236}">
                  <a16:creationId xmlns:a16="http://schemas.microsoft.com/office/drawing/2014/main" id="{F316B555-BAC9-45E5-9C5F-5401B9704680}"/>
                </a:ext>
              </a:extLst>
            </p:cNvPr>
            <p:cNvSpPr>
              <a:spLocks/>
            </p:cNvSpPr>
            <p:nvPr/>
          </p:nvSpPr>
          <p:spPr bwMode="auto">
            <a:xfrm flipH="1">
              <a:off x="1132" y="1356"/>
              <a:ext cx="932" cy="737"/>
            </a:xfrm>
            <a:custGeom>
              <a:avLst/>
              <a:gdLst>
                <a:gd name="T0" fmla="*/ 0 w 21226"/>
                <a:gd name="T1" fmla="*/ 0 h 21448"/>
                <a:gd name="T2" fmla="*/ 2 w 21226"/>
                <a:gd name="T3" fmla="*/ 1 h 21448"/>
                <a:gd name="T4" fmla="*/ 0 w 21226"/>
                <a:gd name="T5" fmla="*/ 1 h 21448"/>
                <a:gd name="T6" fmla="*/ 0 60000 65536"/>
                <a:gd name="T7" fmla="*/ 0 60000 65536"/>
                <a:gd name="T8" fmla="*/ 0 60000 65536"/>
                <a:gd name="T9" fmla="*/ 0 w 21226"/>
                <a:gd name="T10" fmla="*/ 0 h 21448"/>
                <a:gd name="T11" fmla="*/ 21226 w 21226"/>
                <a:gd name="T12" fmla="*/ 21448 h 21448"/>
              </a:gdLst>
              <a:ahLst/>
              <a:cxnLst>
                <a:cxn ang="T6">
                  <a:pos x="T0" y="T1"/>
                </a:cxn>
                <a:cxn ang="T7">
                  <a:pos x="T2" y="T3"/>
                </a:cxn>
                <a:cxn ang="T8">
                  <a:pos x="T4" y="T5"/>
                </a:cxn>
              </a:cxnLst>
              <a:rect l="T9" t="T10" r="T11" b="T12"/>
              <a:pathLst>
                <a:path w="21226" h="21448" fill="none" extrusionOk="0">
                  <a:moveTo>
                    <a:pt x="2555" y="-1"/>
                  </a:moveTo>
                  <a:cubicBezTo>
                    <a:pt x="11919" y="1115"/>
                    <a:pt x="19478" y="8177"/>
                    <a:pt x="21225" y="17445"/>
                  </a:cubicBezTo>
                </a:path>
                <a:path w="21226" h="21448" stroke="0" extrusionOk="0">
                  <a:moveTo>
                    <a:pt x="2555" y="-1"/>
                  </a:moveTo>
                  <a:cubicBezTo>
                    <a:pt x="11919" y="1115"/>
                    <a:pt x="19478" y="8177"/>
                    <a:pt x="21225" y="17445"/>
                  </a:cubicBezTo>
                  <a:lnTo>
                    <a:pt x="0" y="21448"/>
                  </a:lnTo>
                  <a:lnTo>
                    <a:pt x="2555" y="-1"/>
                  </a:lnTo>
                  <a:close/>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597" name="Text Box 10">
              <a:extLst>
                <a:ext uri="{FF2B5EF4-FFF2-40B4-BE49-F238E27FC236}">
                  <a16:creationId xmlns:a16="http://schemas.microsoft.com/office/drawing/2014/main" id="{9FC5D3D7-5A72-48A1-8048-A744646D4619}"/>
                </a:ext>
              </a:extLst>
            </p:cNvPr>
            <p:cNvSpPr txBox="1">
              <a:spLocks noChangeArrowheads="1"/>
            </p:cNvSpPr>
            <p:nvPr/>
          </p:nvSpPr>
          <p:spPr bwMode="auto">
            <a:xfrm>
              <a:off x="685" y="960"/>
              <a:ext cx="34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i="1"/>
                <a:t>i</a:t>
              </a:r>
            </a:p>
          </p:txBody>
        </p:sp>
        <p:sp>
          <p:nvSpPr>
            <p:cNvPr id="24598" name="Text Box 11">
              <a:extLst>
                <a:ext uri="{FF2B5EF4-FFF2-40B4-BE49-F238E27FC236}">
                  <a16:creationId xmlns:a16="http://schemas.microsoft.com/office/drawing/2014/main" id="{4BB02241-63D8-44A0-AEC4-2B8D5B607FBC}"/>
                </a:ext>
              </a:extLst>
            </p:cNvPr>
            <p:cNvSpPr txBox="1">
              <a:spLocks noChangeArrowheads="1"/>
            </p:cNvSpPr>
            <p:nvPr/>
          </p:nvSpPr>
          <p:spPr bwMode="auto">
            <a:xfrm>
              <a:off x="436" y="2148"/>
              <a:ext cx="49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i="1"/>
                <a:t>i</a:t>
              </a:r>
              <a:r>
                <a:rPr lang="en-US" altLang="zh-CN" b="1" baseline="-25000"/>
                <a:t>0</a:t>
              </a:r>
              <a:endParaRPr lang="en-US" altLang="zh-CN" b="1"/>
            </a:p>
          </p:txBody>
        </p:sp>
        <p:sp>
          <p:nvSpPr>
            <p:cNvPr id="24599" name="Text Box 14">
              <a:extLst>
                <a:ext uri="{FF2B5EF4-FFF2-40B4-BE49-F238E27FC236}">
                  <a16:creationId xmlns:a16="http://schemas.microsoft.com/office/drawing/2014/main" id="{D231D47A-8C04-4263-AC5D-E614AFB2DE25}"/>
                </a:ext>
              </a:extLst>
            </p:cNvPr>
            <p:cNvSpPr txBox="1">
              <a:spLocks noChangeArrowheads="1"/>
            </p:cNvSpPr>
            <p:nvPr/>
          </p:nvSpPr>
          <p:spPr bwMode="auto">
            <a:xfrm>
              <a:off x="486" y="1208"/>
              <a:ext cx="29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t>1</a:t>
              </a:r>
            </a:p>
          </p:txBody>
        </p:sp>
        <p:sp>
          <p:nvSpPr>
            <p:cNvPr id="24600" name="Text Box 15">
              <a:extLst>
                <a:ext uri="{FF2B5EF4-FFF2-40B4-BE49-F238E27FC236}">
                  <a16:creationId xmlns:a16="http://schemas.microsoft.com/office/drawing/2014/main" id="{781D88E5-D1DD-40B1-8FC0-CB181830F7EF}"/>
                </a:ext>
              </a:extLst>
            </p:cNvPr>
            <p:cNvSpPr txBox="1">
              <a:spLocks noChangeArrowheads="1"/>
            </p:cNvSpPr>
            <p:nvPr/>
          </p:nvSpPr>
          <p:spPr bwMode="auto">
            <a:xfrm>
              <a:off x="486" y="2534"/>
              <a:ext cx="34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t>0</a:t>
              </a:r>
            </a:p>
          </p:txBody>
        </p:sp>
        <p:sp>
          <p:nvSpPr>
            <p:cNvPr id="24601" name="Text Box 17">
              <a:extLst>
                <a:ext uri="{FF2B5EF4-FFF2-40B4-BE49-F238E27FC236}">
                  <a16:creationId xmlns:a16="http://schemas.microsoft.com/office/drawing/2014/main" id="{A9E7BB43-825C-418D-A2A9-14297CBA1D75}"/>
                </a:ext>
              </a:extLst>
            </p:cNvPr>
            <p:cNvSpPr txBox="1">
              <a:spLocks noChangeArrowheads="1"/>
            </p:cNvSpPr>
            <p:nvPr/>
          </p:nvSpPr>
          <p:spPr bwMode="auto">
            <a:xfrm>
              <a:off x="2431" y="2583"/>
              <a:ext cx="44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i="1"/>
                <a:t>t</a:t>
              </a:r>
            </a:p>
          </p:txBody>
        </p:sp>
        <p:sp>
          <p:nvSpPr>
            <p:cNvPr id="24602" name="Line 41">
              <a:extLst>
                <a:ext uri="{FF2B5EF4-FFF2-40B4-BE49-F238E27FC236}">
                  <a16:creationId xmlns:a16="http://schemas.microsoft.com/office/drawing/2014/main" id="{D0D221D6-DF93-4CD5-A0F5-B6B9CA1C25CD}"/>
                </a:ext>
              </a:extLst>
            </p:cNvPr>
            <p:cNvSpPr>
              <a:spLocks noChangeShapeType="1"/>
            </p:cNvSpPr>
            <p:nvPr/>
          </p:nvSpPr>
          <p:spPr bwMode="auto">
            <a:xfrm flipH="1">
              <a:off x="635" y="1307"/>
              <a:ext cx="1497"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aphicFrame>
        <p:nvGraphicFramePr>
          <p:cNvPr id="3115" name="Object 43">
            <a:extLst>
              <a:ext uri="{FF2B5EF4-FFF2-40B4-BE49-F238E27FC236}">
                <a16:creationId xmlns:a16="http://schemas.microsoft.com/office/drawing/2014/main" id="{1ECC52CF-AF69-4FEC-9ECE-BF9DDF8F08B5}"/>
              </a:ext>
            </a:extLst>
          </p:cNvPr>
          <p:cNvGraphicFramePr>
            <a:graphicFrameLocks noChangeAspect="1"/>
          </p:cNvGraphicFramePr>
          <p:nvPr/>
        </p:nvGraphicFramePr>
        <p:xfrm>
          <a:off x="4800600" y="3733800"/>
          <a:ext cx="3352800" cy="1211263"/>
        </p:xfrm>
        <a:graphic>
          <a:graphicData uri="http://schemas.openxmlformats.org/presentationml/2006/ole">
            <mc:AlternateContent xmlns:mc="http://schemas.openxmlformats.org/markup-compatibility/2006">
              <mc:Choice xmlns:v="urn:schemas-microsoft-com:vml" Requires="v">
                <p:oleObj spid="_x0000_s24618" name="公式" r:id="rId7" imgW="1308100" imgH="571500" progId="Equation.3">
                  <p:embed/>
                </p:oleObj>
              </mc:Choice>
              <mc:Fallback>
                <p:oleObj name="公式" r:id="rId7" imgW="1308100" imgH="571500" progId="Equation.3">
                  <p:embed/>
                  <p:pic>
                    <p:nvPicPr>
                      <p:cNvPr id="0" name="Object 4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00600" y="3733800"/>
                        <a:ext cx="3352800" cy="1211263"/>
                      </a:xfrm>
                      <a:prstGeom prst="rect">
                        <a:avLst/>
                      </a:prstGeom>
                      <a:solidFill>
                        <a:srgbClr val="CC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16" name="Text Box 44">
            <a:extLst>
              <a:ext uri="{FF2B5EF4-FFF2-40B4-BE49-F238E27FC236}">
                <a16:creationId xmlns:a16="http://schemas.microsoft.com/office/drawing/2014/main" id="{AA9DC105-C504-47B1-9A05-6616DC3DDBD6}"/>
              </a:ext>
            </a:extLst>
          </p:cNvPr>
          <p:cNvSpPr txBox="1">
            <a:spLocks noChangeArrowheads="1"/>
          </p:cNvSpPr>
          <p:nvPr/>
        </p:nvSpPr>
        <p:spPr bwMode="auto">
          <a:xfrm>
            <a:off x="609600" y="5195888"/>
            <a:ext cx="4038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t>t</a:t>
            </a:r>
            <a:r>
              <a:rPr lang="en-US" altLang="zh-CN" sz="2800" b="1" i="1" baseline="-25000"/>
              <a:t>m</a:t>
            </a:r>
            <a:r>
              <a:rPr lang="en-US" altLang="zh-CN" sz="2800" b="1"/>
              <a:t>~</a:t>
            </a:r>
            <a:r>
              <a:rPr lang="zh-CN" altLang="en-US" sz="2800" b="1"/>
              <a:t>传染病高潮到来时刻</a:t>
            </a:r>
          </a:p>
        </p:txBody>
      </p:sp>
      <p:sp>
        <p:nvSpPr>
          <p:cNvPr id="3118" name="Text Box 46">
            <a:extLst>
              <a:ext uri="{FF2B5EF4-FFF2-40B4-BE49-F238E27FC236}">
                <a16:creationId xmlns:a16="http://schemas.microsoft.com/office/drawing/2014/main" id="{A82E8515-CC98-4471-B60C-65694523CE1C}"/>
              </a:ext>
            </a:extLst>
          </p:cNvPr>
          <p:cNvSpPr txBox="1">
            <a:spLocks noChangeArrowheads="1"/>
          </p:cNvSpPr>
          <p:nvPr/>
        </p:nvSpPr>
        <p:spPr bwMode="auto">
          <a:xfrm>
            <a:off x="609600" y="5867400"/>
            <a:ext cx="3962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sym typeface="Symbol" panose="05050102010706020507" pitchFamily="18" charset="2"/>
              </a:rPr>
              <a:t></a:t>
            </a:r>
            <a:r>
              <a:rPr lang="en-US" altLang="zh-CN" sz="2800" b="1">
                <a:sym typeface="Symbol" panose="05050102010706020507" pitchFamily="18" charset="2"/>
              </a:rPr>
              <a:t> (</a:t>
            </a:r>
            <a:r>
              <a:rPr lang="zh-CN" altLang="en-US" sz="2800" b="1">
                <a:sym typeface="Symbol" panose="05050102010706020507" pitchFamily="18" charset="2"/>
              </a:rPr>
              <a:t>日接触率</a:t>
            </a:r>
            <a:r>
              <a:rPr lang="en-US" altLang="zh-CN" sz="2800" b="1">
                <a:sym typeface="Symbol" panose="05050102010706020507" pitchFamily="18" charset="2"/>
              </a:rPr>
              <a:t>)    </a:t>
            </a:r>
            <a:r>
              <a:rPr lang="en-US" altLang="zh-CN" sz="2800" b="1" i="1"/>
              <a:t>t</a:t>
            </a:r>
            <a:r>
              <a:rPr lang="en-US" altLang="zh-CN" sz="2800" b="1" i="1" baseline="-25000"/>
              <a:t>m</a:t>
            </a:r>
            <a:r>
              <a:rPr lang="en-US" altLang="zh-CN" sz="2800" b="1">
                <a:sym typeface="Symbol" panose="05050102010706020507" pitchFamily="18" charset="2"/>
              </a:rPr>
              <a:t></a:t>
            </a:r>
          </a:p>
        </p:txBody>
      </p:sp>
      <p:graphicFrame>
        <p:nvGraphicFramePr>
          <p:cNvPr id="3120" name="Object 48">
            <a:extLst>
              <a:ext uri="{FF2B5EF4-FFF2-40B4-BE49-F238E27FC236}">
                <a16:creationId xmlns:a16="http://schemas.microsoft.com/office/drawing/2014/main" id="{759A8A97-5ECD-4597-8A31-07BE98604973}"/>
              </a:ext>
            </a:extLst>
          </p:cNvPr>
          <p:cNvGraphicFramePr>
            <a:graphicFrameLocks noChangeAspect="1"/>
          </p:cNvGraphicFramePr>
          <p:nvPr/>
        </p:nvGraphicFramePr>
        <p:xfrm>
          <a:off x="4876800" y="5076825"/>
          <a:ext cx="2746375" cy="552450"/>
        </p:xfrm>
        <a:graphic>
          <a:graphicData uri="http://schemas.openxmlformats.org/presentationml/2006/ole">
            <mc:AlternateContent xmlns:mc="http://schemas.openxmlformats.org/markup-compatibility/2006">
              <mc:Choice xmlns:v="urn:schemas-microsoft-com:vml" Requires="v">
                <p:oleObj spid="_x0000_s24619" name="公式" r:id="rId9" imgW="977476" imgH="203112" progId="Equation.3">
                  <p:embed/>
                </p:oleObj>
              </mc:Choice>
              <mc:Fallback>
                <p:oleObj name="公式" r:id="rId9" imgW="977476" imgH="203112" progId="Equation.3">
                  <p:embed/>
                  <p:pic>
                    <p:nvPicPr>
                      <p:cNvPr id="0" name="Object 4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76800" y="5076825"/>
                        <a:ext cx="2746375" cy="552450"/>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 name="Group 50">
            <a:extLst>
              <a:ext uri="{FF2B5EF4-FFF2-40B4-BE49-F238E27FC236}">
                <a16:creationId xmlns:a16="http://schemas.microsoft.com/office/drawing/2014/main" id="{6DBFED7C-0A48-4B8A-B299-87D8BCCE90C4}"/>
              </a:ext>
            </a:extLst>
          </p:cNvPr>
          <p:cNvGrpSpPr>
            <a:grpSpLocks/>
          </p:cNvGrpSpPr>
          <p:nvPr/>
        </p:nvGrpSpPr>
        <p:grpSpPr bwMode="auto">
          <a:xfrm>
            <a:off x="5943600" y="685800"/>
            <a:ext cx="2590800" cy="519113"/>
            <a:chOff x="3744" y="345"/>
            <a:chExt cx="1632" cy="327"/>
          </a:xfrm>
        </p:grpSpPr>
        <p:sp>
          <p:nvSpPr>
            <p:cNvPr id="24591" name="Text Box 40">
              <a:extLst>
                <a:ext uri="{FF2B5EF4-FFF2-40B4-BE49-F238E27FC236}">
                  <a16:creationId xmlns:a16="http://schemas.microsoft.com/office/drawing/2014/main" id="{255D7DC0-5F99-4181-870B-B44F7398F769}"/>
                </a:ext>
              </a:extLst>
            </p:cNvPr>
            <p:cNvSpPr txBox="1">
              <a:spLocks noChangeArrowheads="1"/>
            </p:cNvSpPr>
            <p:nvPr/>
          </p:nvSpPr>
          <p:spPr bwMode="auto">
            <a:xfrm>
              <a:off x="3984" y="345"/>
              <a:ext cx="139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a:t>Logistic </a:t>
              </a:r>
              <a:r>
                <a:rPr lang="zh-CN" altLang="en-US" sz="2800"/>
                <a:t>模型</a:t>
              </a:r>
            </a:p>
          </p:txBody>
        </p:sp>
        <p:sp>
          <p:nvSpPr>
            <p:cNvPr id="24592" name="AutoShape 49">
              <a:extLst>
                <a:ext uri="{FF2B5EF4-FFF2-40B4-BE49-F238E27FC236}">
                  <a16:creationId xmlns:a16="http://schemas.microsoft.com/office/drawing/2014/main" id="{F96E4C86-A743-435A-A318-3B5D20823E96}"/>
                </a:ext>
              </a:extLst>
            </p:cNvPr>
            <p:cNvSpPr>
              <a:spLocks noChangeArrowheads="1"/>
            </p:cNvSpPr>
            <p:nvPr/>
          </p:nvSpPr>
          <p:spPr bwMode="auto">
            <a:xfrm>
              <a:off x="3744" y="384"/>
              <a:ext cx="144" cy="288"/>
            </a:xfrm>
            <a:prstGeom prst="rightArrow">
              <a:avLst>
                <a:gd name="adj1" fmla="val 50000"/>
                <a:gd name="adj2" fmla="val 25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3123" name="Text Box 51">
            <a:extLst>
              <a:ext uri="{FF2B5EF4-FFF2-40B4-BE49-F238E27FC236}">
                <a16:creationId xmlns:a16="http://schemas.microsoft.com/office/drawing/2014/main" id="{0BAD0EE5-1313-4AE8-A69A-B84FAA029F37}"/>
              </a:ext>
            </a:extLst>
          </p:cNvPr>
          <p:cNvSpPr txBox="1">
            <a:spLocks noChangeArrowheads="1"/>
          </p:cNvSpPr>
          <p:nvPr/>
        </p:nvSpPr>
        <p:spPr bwMode="auto">
          <a:xfrm>
            <a:off x="4876800" y="5795963"/>
            <a:ext cx="2743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solidFill>
                  <a:srgbClr val="FF0000"/>
                </a:solidFill>
              </a:rPr>
              <a:t>病人可以治愈！</a:t>
            </a:r>
          </a:p>
        </p:txBody>
      </p:sp>
      <p:sp>
        <p:nvSpPr>
          <p:cNvPr id="3124" name="Text Box 52">
            <a:extLst>
              <a:ext uri="{FF2B5EF4-FFF2-40B4-BE49-F238E27FC236}">
                <a16:creationId xmlns:a16="http://schemas.microsoft.com/office/drawing/2014/main" id="{ACBB1691-288C-4E1D-87CC-39A0A94A8F51}"/>
              </a:ext>
            </a:extLst>
          </p:cNvPr>
          <p:cNvSpPr txBox="1">
            <a:spLocks noChangeArrowheads="1"/>
          </p:cNvSpPr>
          <p:nvPr/>
        </p:nvSpPr>
        <p:spPr bwMode="auto">
          <a:xfrm>
            <a:off x="7620000" y="5029200"/>
            <a:ext cx="533400" cy="579438"/>
          </a:xfrm>
          <a:prstGeom prst="rect">
            <a:avLst/>
          </a:prstGeom>
          <a:solidFill>
            <a:srgbClr val="FF99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b="1"/>
              <a:t>?</a:t>
            </a:r>
          </a:p>
        </p:txBody>
      </p:sp>
      <p:sp>
        <p:nvSpPr>
          <p:cNvPr id="3128" name="Text Box 56">
            <a:extLst>
              <a:ext uri="{FF2B5EF4-FFF2-40B4-BE49-F238E27FC236}">
                <a16:creationId xmlns:a16="http://schemas.microsoft.com/office/drawing/2014/main" id="{C48DA409-761A-4358-B7E5-0C47A6A95CF8}"/>
              </a:ext>
            </a:extLst>
          </p:cNvPr>
          <p:cNvSpPr txBox="1">
            <a:spLocks noChangeArrowheads="1"/>
          </p:cNvSpPr>
          <p:nvPr/>
        </p:nvSpPr>
        <p:spPr bwMode="auto">
          <a:xfrm>
            <a:off x="609600" y="4572000"/>
            <a:ext cx="28098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t>t=t</a:t>
            </a:r>
            <a:r>
              <a:rPr lang="en-US" altLang="zh-CN" sz="2800" b="1" i="1" baseline="-25000"/>
              <a:t>m</a:t>
            </a:r>
            <a:r>
              <a:rPr lang="en-US" altLang="zh-CN" sz="2800" b="1"/>
              <a:t>, d</a:t>
            </a:r>
            <a:r>
              <a:rPr lang="en-US" altLang="zh-CN" sz="2800" b="1" i="1"/>
              <a:t>i</a:t>
            </a:r>
            <a:r>
              <a:rPr lang="en-US" altLang="zh-CN" sz="2800" b="1"/>
              <a:t>/d</a:t>
            </a:r>
            <a:r>
              <a:rPr lang="en-US" altLang="zh-CN" sz="2800" b="1" i="1"/>
              <a:t>t </a:t>
            </a:r>
            <a:r>
              <a:rPr lang="zh-CN" altLang="zh-CN" sz="2800" b="1"/>
              <a:t>最大</a:t>
            </a:r>
            <a:endParaRPr lang="zh-CN" altLang="en-US" sz="2800" b="1"/>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310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1"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1000" fill="hold"/>
                                        <p:tgtEl>
                                          <p:spTgt spid="4"/>
                                        </p:tgtEl>
                                        <p:attrNameLst>
                                          <p:attrName>ppt_x</p:attrName>
                                        </p:attrNameLst>
                                      </p:cBhvr>
                                      <p:tavLst>
                                        <p:tav tm="0">
                                          <p:val>
                                            <p:strVal val="#ppt_x"/>
                                          </p:val>
                                        </p:tav>
                                        <p:tav tm="100000">
                                          <p:val>
                                            <p:strVal val="#ppt_x"/>
                                          </p:val>
                                        </p:tav>
                                      </p:tavLst>
                                    </p:anim>
                                    <p:anim calcmode="lin" valueType="num">
                                      <p:cBhvr additive="base">
                                        <p:cTn id="12" dur="1000" fill="hold"/>
                                        <p:tgtEl>
                                          <p:spTgt spid="4"/>
                                        </p:tgtEl>
                                        <p:attrNameLst>
                                          <p:attrName>ppt_y</p:attrName>
                                        </p:attrNameLst>
                                      </p:cBhvr>
                                      <p:tavLst>
                                        <p:tav tm="0">
                                          <p:val>
                                            <p:strVal val="0-#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ox(out)">
                                      <p:cBhvr>
                                        <p:cTn id="17" dur="1000"/>
                                        <p:tgtEl>
                                          <p:spTgt spid="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nodeType="clickEffect">
                                  <p:stCondLst>
                                    <p:cond delay="0"/>
                                  </p:stCondLst>
                                  <p:childTnLst>
                                    <p:set>
                                      <p:cBhvr>
                                        <p:cTn id="21" dur="1" fill="hold">
                                          <p:stCondLst>
                                            <p:cond delay="0"/>
                                          </p:stCondLst>
                                        </p:cTn>
                                        <p:tgtEl>
                                          <p:spTgt spid="3107"/>
                                        </p:tgtEl>
                                        <p:attrNameLst>
                                          <p:attrName>style.visibility</p:attrName>
                                        </p:attrNameLst>
                                      </p:cBhvr>
                                      <p:to>
                                        <p:strVal val="visible"/>
                                      </p:to>
                                    </p:set>
                                    <p:animEffect transition="in" filter="box(out)">
                                      <p:cBhvr>
                                        <p:cTn id="22" dur="1000"/>
                                        <p:tgtEl>
                                          <p:spTgt spid="310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box(in)">
                                      <p:cBhvr>
                                        <p:cTn id="27" dur="1000"/>
                                        <p:tgtEl>
                                          <p:spTgt spid="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 presetClass="entr" presetSubtype="5" fill="hold" grpId="0" nodeType="clickEffect">
                                  <p:stCondLst>
                                    <p:cond delay="0"/>
                                  </p:stCondLst>
                                  <p:childTnLst>
                                    <p:set>
                                      <p:cBhvr>
                                        <p:cTn id="31" dur="1" fill="hold">
                                          <p:stCondLst>
                                            <p:cond delay="0"/>
                                          </p:stCondLst>
                                        </p:cTn>
                                        <p:tgtEl>
                                          <p:spTgt spid="3128"/>
                                        </p:tgtEl>
                                        <p:attrNameLst>
                                          <p:attrName>style.visibility</p:attrName>
                                        </p:attrNameLst>
                                      </p:cBhvr>
                                      <p:to>
                                        <p:strVal val="visible"/>
                                      </p:to>
                                    </p:set>
                                    <p:animEffect transition="in" filter="checkerboard(down)">
                                      <p:cBhvr>
                                        <p:cTn id="32" dur="1000"/>
                                        <p:tgtEl>
                                          <p:spTgt spid="312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3116"/>
                                        </p:tgtEl>
                                        <p:attrNameLst>
                                          <p:attrName>style.visibility</p:attrName>
                                        </p:attrNameLst>
                                      </p:cBhvr>
                                      <p:to>
                                        <p:strVal val="visible"/>
                                      </p:to>
                                    </p:set>
                                    <p:animEffect transition="in" filter="box(in)">
                                      <p:cBhvr>
                                        <p:cTn id="37" dur="1000"/>
                                        <p:tgtEl>
                                          <p:spTgt spid="3116"/>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3115"/>
                                        </p:tgtEl>
                                        <p:attrNameLst>
                                          <p:attrName>style.visibility</p:attrName>
                                        </p:attrNameLst>
                                      </p:cBhvr>
                                      <p:to>
                                        <p:strVal val="visible"/>
                                      </p:to>
                                    </p:set>
                                    <p:animEffect transition="in" filter="blinds(horizontal)">
                                      <p:cBhvr>
                                        <p:cTn id="42" dur="1000"/>
                                        <p:tgtEl>
                                          <p:spTgt spid="311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7" presetClass="entr" presetSubtype="10" fill="hold" grpId="0" nodeType="clickEffect">
                                  <p:stCondLst>
                                    <p:cond delay="0"/>
                                  </p:stCondLst>
                                  <p:childTnLst>
                                    <p:set>
                                      <p:cBhvr>
                                        <p:cTn id="46" dur="1" fill="hold">
                                          <p:stCondLst>
                                            <p:cond delay="0"/>
                                          </p:stCondLst>
                                        </p:cTn>
                                        <p:tgtEl>
                                          <p:spTgt spid="3118"/>
                                        </p:tgtEl>
                                        <p:attrNameLst>
                                          <p:attrName>style.visibility</p:attrName>
                                        </p:attrNameLst>
                                      </p:cBhvr>
                                      <p:to>
                                        <p:strVal val="visible"/>
                                      </p:to>
                                    </p:set>
                                    <p:anim calcmode="lin" valueType="num">
                                      <p:cBhvr>
                                        <p:cTn id="47" dur="1000" fill="hold"/>
                                        <p:tgtEl>
                                          <p:spTgt spid="3118"/>
                                        </p:tgtEl>
                                        <p:attrNameLst>
                                          <p:attrName>ppt_w</p:attrName>
                                        </p:attrNameLst>
                                      </p:cBhvr>
                                      <p:tavLst>
                                        <p:tav tm="0">
                                          <p:val>
                                            <p:fltVal val="0"/>
                                          </p:val>
                                        </p:tav>
                                        <p:tav tm="100000">
                                          <p:val>
                                            <p:strVal val="#ppt_w"/>
                                          </p:val>
                                        </p:tav>
                                      </p:tavLst>
                                    </p:anim>
                                    <p:anim calcmode="lin" valueType="num">
                                      <p:cBhvr>
                                        <p:cTn id="48" dur="1000" fill="hold"/>
                                        <p:tgtEl>
                                          <p:spTgt spid="3118"/>
                                        </p:tgtEl>
                                        <p:attrNameLst>
                                          <p:attrName>ppt_h</p:attrName>
                                        </p:attrNameLst>
                                      </p:cBhvr>
                                      <p:tavLst>
                                        <p:tav tm="0">
                                          <p:val>
                                            <p:strVal val="#ppt_h"/>
                                          </p:val>
                                        </p:tav>
                                        <p:tav tm="100000">
                                          <p:val>
                                            <p:strVal val="#ppt_h"/>
                                          </p:val>
                                        </p:tav>
                                      </p:tavLst>
                                    </p:anim>
                                  </p:childTnLst>
                                </p:cTn>
                              </p:par>
                            </p:childTnLst>
                          </p:cTn>
                        </p:par>
                      </p:childTnLst>
                    </p:cTn>
                  </p:par>
                  <p:par>
                    <p:cTn id="49" fill="hold" nodeType="clickPar">
                      <p:stCondLst>
                        <p:cond delay="indefinite"/>
                      </p:stCondLst>
                      <p:childTnLst>
                        <p:par>
                          <p:cTn id="50" fill="hold" nodeType="withGroup">
                            <p:stCondLst>
                              <p:cond delay="0"/>
                            </p:stCondLst>
                            <p:childTnLst>
                              <p:par>
                                <p:cTn id="51" presetID="4" presetClass="entr" presetSubtype="16" fill="hold" nodeType="clickEffect">
                                  <p:stCondLst>
                                    <p:cond delay="0"/>
                                  </p:stCondLst>
                                  <p:childTnLst>
                                    <p:set>
                                      <p:cBhvr>
                                        <p:cTn id="52" dur="1" fill="hold">
                                          <p:stCondLst>
                                            <p:cond delay="0"/>
                                          </p:stCondLst>
                                        </p:cTn>
                                        <p:tgtEl>
                                          <p:spTgt spid="3120"/>
                                        </p:tgtEl>
                                        <p:attrNameLst>
                                          <p:attrName>style.visibility</p:attrName>
                                        </p:attrNameLst>
                                      </p:cBhvr>
                                      <p:to>
                                        <p:strVal val="visible"/>
                                      </p:to>
                                    </p:set>
                                    <p:animEffect transition="in" filter="box(in)">
                                      <p:cBhvr>
                                        <p:cTn id="53" dur="1000"/>
                                        <p:tgtEl>
                                          <p:spTgt spid="3120"/>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3" presetClass="entr" presetSubtype="16" fill="hold" grpId="0" nodeType="clickEffect">
                                  <p:stCondLst>
                                    <p:cond delay="0"/>
                                  </p:stCondLst>
                                  <p:childTnLst>
                                    <p:set>
                                      <p:cBhvr>
                                        <p:cTn id="57" dur="1" fill="hold">
                                          <p:stCondLst>
                                            <p:cond delay="0"/>
                                          </p:stCondLst>
                                        </p:cTn>
                                        <p:tgtEl>
                                          <p:spTgt spid="3124"/>
                                        </p:tgtEl>
                                        <p:attrNameLst>
                                          <p:attrName>style.visibility</p:attrName>
                                        </p:attrNameLst>
                                      </p:cBhvr>
                                      <p:to>
                                        <p:strVal val="visible"/>
                                      </p:to>
                                    </p:set>
                                    <p:anim calcmode="lin" valueType="num">
                                      <p:cBhvr>
                                        <p:cTn id="58" dur="1000" fill="hold"/>
                                        <p:tgtEl>
                                          <p:spTgt spid="3124"/>
                                        </p:tgtEl>
                                        <p:attrNameLst>
                                          <p:attrName>ppt_w</p:attrName>
                                        </p:attrNameLst>
                                      </p:cBhvr>
                                      <p:tavLst>
                                        <p:tav tm="0">
                                          <p:val>
                                            <p:fltVal val="0"/>
                                          </p:val>
                                        </p:tav>
                                        <p:tav tm="100000">
                                          <p:val>
                                            <p:strVal val="#ppt_w"/>
                                          </p:val>
                                        </p:tav>
                                      </p:tavLst>
                                    </p:anim>
                                    <p:anim calcmode="lin" valueType="num">
                                      <p:cBhvr>
                                        <p:cTn id="59" dur="1000" fill="hold"/>
                                        <p:tgtEl>
                                          <p:spTgt spid="3124"/>
                                        </p:tgtEl>
                                        <p:attrNameLst>
                                          <p:attrName>ppt_h</p:attrName>
                                        </p:attrNameLst>
                                      </p:cBhvr>
                                      <p:tavLst>
                                        <p:tav tm="0">
                                          <p:val>
                                            <p:fltVal val="0"/>
                                          </p:val>
                                        </p:tav>
                                        <p:tav tm="100000">
                                          <p:val>
                                            <p:strVal val="#ppt_h"/>
                                          </p:val>
                                        </p:tav>
                                      </p:tavLst>
                                    </p:anim>
                                  </p:childTnLst>
                                </p:cTn>
                              </p:par>
                            </p:childTnLst>
                          </p:cTn>
                        </p:par>
                      </p:childTnLst>
                    </p:cTn>
                  </p:par>
                  <p:par>
                    <p:cTn id="60" fill="hold" nodeType="clickPar">
                      <p:stCondLst>
                        <p:cond delay="indefinite"/>
                      </p:stCondLst>
                      <p:childTnLst>
                        <p:par>
                          <p:cTn id="61" fill="hold" nodeType="withGroup">
                            <p:stCondLst>
                              <p:cond delay="0"/>
                            </p:stCondLst>
                            <p:childTnLst>
                              <p:par>
                                <p:cTn id="62" presetID="16" presetClass="entr" presetSubtype="26" fill="hold" grpId="0" nodeType="clickEffect">
                                  <p:stCondLst>
                                    <p:cond delay="0"/>
                                  </p:stCondLst>
                                  <p:childTnLst>
                                    <p:set>
                                      <p:cBhvr>
                                        <p:cTn id="63" dur="1" fill="hold">
                                          <p:stCondLst>
                                            <p:cond delay="0"/>
                                          </p:stCondLst>
                                        </p:cTn>
                                        <p:tgtEl>
                                          <p:spTgt spid="3123"/>
                                        </p:tgtEl>
                                        <p:attrNameLst>
                                          <p:attrName>style.visibility</p:attrName>
                                        </p:attrNameLst>
                                      </p:cBhvr>
                                      <p:to>
                                        <p:strVal val="visible"/>
                                      </p:to>
                                    </p:set>
                                    <p:animEffect transition="in" filter="barn(inHorizontal)">
                                      <p:cBhvr>
                                        <p:cTn id="64" dur="1000"/>
                                        <p:tgtEl>
                                          <p:spTgt spid="31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16" grpId="0" autoUpdateAnimBg="0"/>
      <p:bldP spid="3118" grpId="0" autoUpdateAnimBg="0"/>
      <p:bldP spid="3123" grpId="0" autoUpdateAnimBg="0"/>
      <p:bldP spid="3124" grpId="0" animBg="1" autoUpdateAnimBg="0"/>
      <p:bldP spid="3128"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 Box 5">
            <a:extLst>
              <a:ext uri="{FF2B5EF4-FFF2-40B4-BE49-F238E27FC236}">
                <a16:creationId xmlns:a16="http://schemas.microsoft.com/office/drawing/2014/main" id="{C595F105-1C05-42DB-9091-F14A2357FB16}"/>
              </a:ext>
            </a:extLst>
          </p:cNvPr>
          <p:cNvSpPr txBox="1">
            <a:spLocks noChangeArrowheads="1"/>
          </p:cNvSpPr>
          <p:nvPr/>
        </p:nvSpPr>
        <p:spPr bwMode="auto">
          <a:xfrm>
            <a:off x="381000" y="730250"/>
            <a:ext cx="1371600" cy="588963"/>
          </a:xfrm>
          <a:prstGeom prst="rect">
            <a:avLst/>
          </a:prstGeom>
          <a:solidFill>
            <a:srgbClr val="FFCCFF"/>
          </a:solidFill>
          <a:ln w="9525">
            <a:solidFill>
              <a:srgbClr val="00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ea typeface="楷体_GB2312" pitchFamily="49" charset="-122"/>
              </a:rPr>
              <a:t>模型</a:t>
            </a:r>
            <a:r>
              <a:rPr lang="en-US" altLang="zh-CN" sz="3200" b="1"/>
              <a:t>3</a:t>
            </a:r>
          </a:p>
        </p:txBody>
      </p:sp>
      <p:sp>
        <p:nvSpPr>
          <p:cNvPr id="4102" name="Text Box 6">
            <a:extLst>
              <a:ext uri="{FF2B5EF4-FFF2-40B4-BE49-F238E27FC236}">
                <a16:creationId xmlns:a16="http://schemas.microsoft.com/office/drawing/2014/main" id="{B700BC76-91CC-4A71-A051-A55F13F63CFE}"/>
              </a:ext>
            </a:extLst>
          </p:cNvPr>
          <p:cNvSpPr txBox="1">
            <a:spLocks noChangeArrowheads="1"/>
          </p:cNvSpPr>
          <p:nvPr/>
        </p:nvSpPr>
        <p:spPr bwMode="auto">
          <a:xfrm>
            <a:off x="1979613" y="620713"/>
            <a:ext cx="5257800"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zh-CN" altLang="en-US" sz="2800" b="1"/>
              <a:t>传染病无免疫性</a:t>
            </a:r>
            <a:r>
              <a:rPr lang="en-US" altLang="zh-CN" sz="2800" b="1"/>
              <a:t>——</a:t>
            </a:r>
            <a:r>
              <a:rPr lang="zh-CN" altLang="en-US" sz="2800" b="1"/>
              <a:t>病人治愈成为健康人，健康人可再次被感染</a:t>
            </a:r>
            <a:r>
              <a:rPr lang="en-US" altLang="zh-CN" sz="2800" b="1"/>
              <a:t>.</a:t>
            </a:r>
          </a:p>
        </p:txBody>
      </p:sp>
      <p:sp>
        <p:nvSpPr>
          <p:cNvPr id="4103" name="Text Box 7">
            <a:extLst>
              <a:ext uri="{FF2B5EF4-FFF2-40B4-BE49-F238E27FC236}">
                <a16:creationId xmlns:a16="http://schemas.microsoft.com/office/drawing/2014/main" id="{6F332C5B-A51A-4AF1-AFDB-BCD5A0EC9FA9}"/>
              </a:ext>
            </a:extLst>
          </p:cNvPr>
          <p:cNvSpPr txBox="1">
            <a:spLocks noChangeArrowheads="1"/>
          </p:cNvSpPr>
          <p:nvPr/>
        </p:nvSpPr>
        <p:spPr bwMode="auto">
          <a:xfrm>
            <a:off x="152400" y="1963738"/>
            <a:ext cx="1752600" cy="519112"/>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ea typeface="楷体_GB2312" pitchFamily="49" charset="-122"/>
              </a:rPr>
              <a:t>增加假设</a:t>
            </a:r>
          </a:p>
        </p:txBody>
      </p:sp>
      <p:sp>
        <p:nvSpPr>
          <p:cNvPr id="4104" name="Text Box 8">
            <a:extLst>
              <a:ext uri="{FF2B5EF4-FFF2-40B4-BE49-F238E27FC236}">
                <a16:creationId xmlns:a16="http://schemas.microsoft.com/office/drawing/2014/main" id="{D162CE3B-FADC-4DF8-8821-87CE40DDDFCF}"/>
              </a:ext>
            </a:extLst>
          </p:cNvPr>
          <p:cNvSpPr txBox="1">
            <a:spLocks noChangeArrowheads="1"/>
          </p:cNvSpPr>
          <p:nvPr/>
        </p:nvSpPr>
        <p:spPr bwMode="auto">
          <a:xfrm>
            <a:off x="7315200" y="1035050"/>
            <a:ext cx="1676400" cy="519113"/>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a:t>SIS </a:t>
            </a:r>
            <a:r>
              <a:rPr lang="zh-CN" altLang="zh-CN" sz="2800" b="1">
                <a:ea typeface="楷体_GB2312" pitchFamily="49" charset="-122"/>
              </a:rPr>
              <a:t>模型</a:t>
            </a:r>
            <a:endParaRPr lang="zh-CN" altLang="en-US" sz="2800" b="1">
              <a:ea typeface="楷体_GB2312" pitchFamily="49" charset="-122"/>
            </a:endParaRPr>
          </a:p>
        </p:txBody>
      </p:sp>
      <p:sp>
        <p:nvSpPr>
          <p:cNvPr id="4105" name="Text Box 9">
            <a:extLst>
              <a:ext uri="{FF2B5EF4-FFF2-40B4-BE49-F238E27FC236}">
                <a16:creationId xmlns:a16="http://schemas.microsoft.com/office/drawing/2014/main" id="{5E59CA5F-7697-4E3C-8FA5-DA1DF3C7D677}"/>
              </a:ext>
            </a:extLst>
          </p:cNvPr>
          <p:cNvSpPr txBox="1">
            <a:spLocks noChangeArrowheads="1"/>
          </p:cNvSpPr>
          <p:nvPr/>
        </p:nvSpPr>
        <p:spPr bwMode="auto">
          <a:xfrm>
            <a:off x="2057400" y="1873250"/>
            <a:ext cx="4572000" cy="604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en-US" altLang="zh-CN" sz="2800" b="1"/>
              <a:t>3</a:t>
            </a:r>
            <a:r>
              <a:rPr lang="zh-CN" altLang="en-US" sz="2800" b="1"/>
              <a:t>）病人每天治愈的比例为</a:t>
            </a:r>
            <a:r>
              <a:rPr lang="zh-CN" altLang="en-US" sz="2800" b="1" i="1">
                <a:sym typeface="Symbol" panose="05050102010706020507" pitchFamily="18" charset="2"/>
              </a:rPr>
              <a:t></a:t>
            </a:r>
            <a:endParaRPr lang="zh-CN" altLang="en-US" sz="2800" b="1" i="1"/>
          </a:p>
        </p:txBody>
      </p:sp>
      <p:sp>
        <p:nvSpPr>
          <p:cNvPr id="4106" name="Text Box 10">
            <a:extLst>
              <a:ext uri="{FF2B5EF4-FFF2-40B4-BE49-F238E27FC236}">
                <a16:creationId xmlns:a16="http://schemas.microsoft.com/office/drawing/2014/main" id="{144E0316-D8A8-45E4-8203-6069214DC3D4}"/>
              </a:ext>
            </a:extLst>
          </p:cNvPr>
          <p:cNvSpPr txBox="1">
            <a:spLocks noChangeArrowheads="1"/>
          </p:cNvSpPr>
          <p:nvPr/>
        </p:nvSpPr>
        <p:spPr bwMode="auto">
          <a:xfrm>
            <a:off x="6781800" y="1887538"/>
            <a:ext cx="2209800" cy="519112"/>
          </a:xfrm>
          <a:prstGeom prst="rect">
            <a:avLst/>
          </a:prstGeom>
          <a:solidFill>
            <a:srgbClr val="66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sym typeface="Symbol" panose="05050102010706020507" pitchFamily="18" charset="2"/>
              </a:rPr>
              <a:t> </a:t>
            </a:r>
            <a:r>
              <a:rPr lang="en-US" altLang="zh-CN" sz="2800" b="1">
                <a:sym typeface="Symbol" panose="05050102010706020507" pitchFamily="18" charset="2"/>
              </a:rPr>
              <a:t>~</a:t>
            </a:r>
            <a:r>
              <a:rPr lang="zh-CN" altLang="en-US" sz="2800" b="1">
                <a:sym typeface="Symbol" panose="05050102010706020507" pitchFamily="18" charset="2"/>
              </a:rPr>
              <a:t>日</a:t>
            </a:r>
            <a:r>
              <a:rPr lang="zh-CN" altLang="en-US" sz="2800" b="1"/>
              <a:t>治愈率</a:t>
            </a:r>
          </a:p>
        </p:txBody>
      </p:sp>
      <p:graphicFrame>
        <p:nvGraphicFramePr>
          <p:cNvPr id="4107" name="Object 11">
            <a:extLst>
              <a:ext uri="{FF2B5EF4-FFF2-40B4-BE49-F238E27FC236}">
                <a16:creationId xmlns:a16="http://schemas.microsoft.com/office/drawing/2014/main" id="{FFA5B520-14AE-4477-89E2-35024EDB90D1}"/>
              </a:ext>
            </a:extLst>
          </p:cNvPr>
          <p:cNvGraphicFramePr>
            <a:graphicFrameLocks noChangeAspect="1"/>
          </p:cNvGraphicFramePr>
          <p:nvPr/>
        </p:nvGraphicFramePr>
        <p:xfrm>
          <a:off x="1219200" y="2787650"/>
          <a:ext cx="7689850" cy="533400"/>
        </p:xfrm>
        <a:graphic>
          <a:graphicData uri="http://schemas.openxmlformats.org/presentationml/2006/ole">
            <mc:AlternateContent xmlns:mc="http://schemas.openxmlformats.org/markup-compatibility/2006">
              <mc:Choice xmlns:v="urn:schemas-microsoft-com:vml" Requires="v">
                <p:oleObj spid="_x0000_s25633" name="公式" r:id="rId3" imgW="3302000" imgH="241300" progId="Equation.3">
                  <p:embed/>
                </p:oleObj>
              </mc:Choice>
              <mc:Fallback>
                <p:oleObj name="公式" r:id="rId3" imgW="3302000" imgH="241300" progId="Equation.3">
                  <p:embed/>
                  <p:pic>
                    <p:nvPicPr>
                      <p:cNvPr id="0"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9200" y="2787650"/>
                        <a:ext cx="7689850" cy="533400"/>
                      </a:xfrm>
                      <a:prstGeom prst="rect">
                        <a:avLst/>
                      </a:prstGeom>
                      <a:noFill/>
                      <a:ln>
                        <a:noFill/>
                      </a:ln>
                      <a:effectLst/>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08" name="Text Box 12">
            <a:extLst>
              <a:ext uri="{FF2B5EF4-FFF2-40B4-BE49-F238E27FC236}">
                <a16:creationId xmlns:a16="http://schemas.microsoft.com/office/drawing/2014/main" id="{FD8CE8CA-1988-49BD-BC0E-2837F595F63F}"/>
              </a:ext>
            </a:extLst>
          </p:cNvPr>
          <p:cNvSpPr txBox="1">
            <a:spLocks noChangeArrowheads="1"/>
          </p:cNvSpPr>
          <p:nvPr/>
        </p:nvSpPr>
        <p:spPr bwMode="auto">
          <a:xfrm>
            <a:off x="152400" y="2787650"/>
            <a:ext cx="990600" cy="519113"/>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ea typeface="楷体_GB2312" pitchFamily="49" charset="-122"/>
              </a:rPr>
              <a:t>建模</a:t>
            </a:r>
          </a:p>
        </p:txBody>
      </p:sp>
      <p:sp>
        <p:nvSpPr>
          <p:cNvPr id="4111" name="Text Box 15">
            <a:extLst>
              <a:ext uri="{FF2B5EF4-FFF2-40B4-BE49-F238E27FC236}">
                <a16:creationId xmlns:a16="http://schemas.microsoft.com/office/drawing/2014/main" id="{F4F1ACCA-DF2B-4985-82C3-AFA9A580E3B9}"/>
              </a:ext>
            </a:extLst>
          </p:cNvPr>
          <p:cNvSpPr txBox="1">
            <a:spLocks noChangeArrowheads="1"/>
          </p:cNvSpPr>
          <p:nvPr/>
        </p:nvSpPr>
        <p:spPr bwMode="auto">
          <a:xfrm>
            <a:off x="773113" y="5157788"/>
            <a:ext cx="2286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sym typeface="Symbol" panose="05050102010706020507" pitchFamily="18" charset="2"/>
              </a:rPr>
              <a:t> </a:t>
            </a:r>
            <a:r>
              <a:rPr lang="en-US" altLang="zh-CN" sz="2800" b="1">
                <a:sym typeface="Symbol" panose="05050102010706020507" pitchFamily="18" charset="2"/>
              </a:rPr>
              <a:t>~ </a:t>
            </a:r>
            <a:r>
              <a:rPr lang="zh-CN" altLang="en-US" sz="2800" b="1">
                <a:sym typeface="Symbol" panose="05050102010706020507" pitchFamily="18" charset="2"/>
              </a:rPr>
              <a:t>日接触率</a:t>
            </a:r>
          </a:p>
        </p:txBody>
      </p:sp>
      <p:sp>
        <p:nvSpPr>
          <p:cNvPr id="4112" name="Text Box 16">
            <a:extLst>
              <a:ext uri="{FF2B5EF4-FFF2-40B4-BE49-F238E27FC236}">
                <a16:creationId xmlns:a16="http://schemas.microsoft.com/office/drawing/2014/main" id="{7331DCF6-8FC0-4B1B-AE82-14857BBC592C}"/>
              </a:ext>
            </a:extLst>
          </p:cNvPr>
          <p:cNvSpPr txBox="1">
            <a:spLocks noChangeArrowheads="1"/>
          </p:cNvSpPr>
          <p:nvPr/>
        </p:nvSpPr>
        <p:spPr bwMode="auto">
          <a:xfrm>
            <a:off x="773113" y="5734050"/>
            <a:ext cx="2209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a:sym typeface="Symbol" panose="05050102010706020507" pitchFamily="18" charset="2"/>
              </a:rPr>
              <a:t>1/</a:t>
            </a:r>
            <a:r>
              <a:rPr lang="en-US" altLang="zh-CN" sz="2800" b="1" i="1">
                <a:sym typeface="Symbol" panose="05050102010706020507" pitchFamily="18" charset="2"/>
              </a:rPr>
              <a:t> </a:t>
            </a:r>
            <a:r>
              <a:rPr lang="en-US" altLang="zh-CN" sz="2800" b="1">
                <a:sym typeface="Symbol" panose="05050102010706020507" pitchFamily="18" charset="2"/>
              </a:rPr>
              <a:t>~</a:t>
            </a:r>
            <a:r>
              <a:rPr lang="zh-CN" altLang="en-US" sz="2800" b="1">
                <a:sym typeface="Symbol" panose="05050102010706020507" pitchFamily="18" charset="2"/>
              </a:rPr>
              <a:t>感染期</a:t>
            </a:r>
            <a:endParaRPr lang="zh-CN" altLang="en-US" sz="2800" b="1"/>
          </a:p>
        </p:txBody>
      </p:sp>
      <p:sp>
        <p:nvSpPr>
          <p:cNvPr id="4113" name="Text Box 17">
            <a:extLst>
              <a:ext uri="{FF2B5EF4-FFF2-40B4-BE49-F238E27FC236}">
                <a16:creationId xmlns:a16="http://schemas.microsoft.com/office/drawing/2014/main" id="{9EAC0715-EF60-4B1A-9EC8-378B3FE7CA99}"/>
              </a:ext>
            </a:extLst>
          </p:cNvPr>
          <p:cNvSpPr txBox="1">
            <a:spLocks noChangeArrowheads="1"/>
          </p:cNvSpPr>
          <p:nvPr/>
        </p:nvSpPr>
        <p:spPr bwMode="auto">
          <a:xfrm>
            <a:off x="3779838" y="5300663"/>
            <a:ext cx="5013325" cy="94615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solidFill>
                  <a:srgbClr val="FF3300"/>
                </a:solidFill>
                <a:sym typeface="Symbol" panose="05050102010706020507" pitchFamily="18" charset="2"/>
              </a:rPr>
              <a:t> </a:t>
            </a:r>
            <a:r>
              <a:rPr lang="en-US" altLang="zh-CN" sz="2800" b="1">
                <a:sym typeface="Symbol" panose="05050102010706020507" pitchFamily="18" charset="2"/>
              </a:rPr>
              <a:t> ~ </a:t>
            </a:r>
            <a:r>
              <a:rPr lang="zh-CN" altLang="en-US" sz="2800" b="1">
                <a:sym typeface="Symbol" panose="05050102010706020507" pitchFamily="18" charset="2"/>
              </a:rPr>
              <a:t>一个感染期内</a:t>
            </a:r>
            <a:r>
              <a:rPr lang="zh-CN" altLang="en-US" sz="2800" b="1"/>
              <a:t>每个病人的有效接触人数，称为</a:t>
            </a:r>
            <a:r>
              <a:rPr lang="zh-CN" altLang="en-US" sz="2800" b="1">
                <a:solidFill>
                  <a:srgbClr val="FF3300"/>
                </a:solidFill>
              </a:rPr>
              <a:t>接触数</a:t>
            </a:r>
            <a:r>
              <a:rPr lang="en-US" altLang="zh-CN" sz="2800" b="1"/>
              <a:t>.</a:t>
            </a:r>
          </a:p>
        </p:txBody>
      </p:sp>
      <p:grpSp>
        <p:nvGrpSpPr>
          <p:cNvPr id="2" name="Group 2065">
            <a:extLst>
              <a:ext uri="{FF2B5EF4-FFF2-40B4-BE49-F238E27FC236}">
                <a16:creationId xmlns:a16="http://schemas.microsoft.com/office/drawing/2014/main" id="{F262E6CE-46EB-44FF-B8DD-8926523C9C01}"/>
              </a:ext>
            </a:extLst>
          </p:cNvPr>
          <p:cNvGrpSpPr>
            <a:grpSpLocks/>
          </p:cNvGrpSpPr>
          <p:nvPr/>
        </p:nvGrpSpPr>
        <p:grpSpPr bwMode="auto">
          <a:xfrm>
            <a:off x="539750" y="3568700"/>
            <a:ext cx="3636963" cy="1330325"/>
            <a:chOff x="340" y="2248"/>
            <a:chExt cx="2291" cy="838"/>
          </a:xfrm>
        </p:grpSpPr>
        <p:graphicFrame>
          <p:nvGraphicFramePr>
            <p:cNvPr id="25624" name="Object 4">
              <a:extLst>
                <a:ext uri="{FF2B5EF4-FFF2-40B4-BE49-F238E27FC236}">
                  <a16:creationId xmlns:a16="http://schemas.microsoft.com/office/drawing/2014/main" id="{149F80EF-7953-48E6-9143-C1173581DA28}"/>
                </a:ext>
              </a:extLst>
            </p:cNvPr>
            <p:cNvGraphicFramePr>
              <a:graphicFrameLocks noChangeAspect="1"/>
            </p:cNvGraphicFramePr>
            <p:nvPr/>
          </p:nvGraphicFramePr>
          <p:xfrm>
            <a:off x="836" y="2248"/>
            <a:ext cx="1795" cy="838"/>
          </p:xfrm>
          <a:graphic>
            <a:graphicData uri="http://schemas.openxmlformats.org/presentationml/2006/ole">
              <mc:AlternateContent xmlns:mc="http://schemas.openxmlformats.org/markup-compatibility/2006">
                <mc:Choice xmlns:v="urn:schemas-microsoft-com:vml" Requires="v">
                  <p:oleObj spid="_x0000_s25634" name="Equation" r:id="rId5" imgW="1168400" imgH="660400" progId="Equation.DSMT4">
                    <p:embed/>
                  </p:oleObj>
                </mc:Choice>
                <mc:Fallback>
                  <p:oleObj name="Equation" r:id="rId5" imgW="1168400" imgH="6604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6" y="2248"/>
                          <a:ext cx="1795" cy="838"/>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625" name="AutoShape 18">
              <a:extLst>
                <a:ext uri="{FF2B5EF4-FFF2-40B4-BE49-F238E27FC236}">
                  <a16:creationId xmlns:a16="http://schemas.microsoft.com/office/drawing/2014/main" id="{5FB3649D-67AA-4B8B-979A-814B486DD312}"/>
                </a:ext>
              </a:extLst>
            </p:cNvPr>
            <p:cNvSpPr>
              <a:spLocks noChangeArrowheads="1"/>
            </p:cNvSpPr>
            <p:nvPr/>
          </p:nvSpPr>
          <p:spPr bwMode="auto">
            <a:xfrm>
              <a:off x="340" y="2529"/>
              <a:ext cx="125" cy="294"/>
            </a:xfrm>
            <a:prstGeom prst="rightArrow">
              <a:avLst>
                <a:gd name="adj1" fmla="val 50000"/>
                <a:gd name="adj2" fmla="val 25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aphicFrame>
        <p:nvGraphicFramePr>
          <p:cNvPr id="53256" name="Object 2056">
            <a:extLst>
              <a:ext uri="{FF2B5EF4-FFF2-40B4-BE49-F238E27FC236}">
                <a16:creationId xmlns:a16="http://schemas.microsoft.com/office/drawing/2014/main" id="{B751769B-C829-4E73-BF24-1BAFBE4E85E0}"/>
              </a:ext>
            </a:extLst>
          </p:cNvPr>
          <p:cNvGraphicFramePr>
            <a:graphicFrameLocks noChangeAspect="1"/>
          </p:cNvGraphicFramePr>
          <p:nvPr/>
        </p:nvGraphicFramePr>
        <p:xfrm>
          <a:off x="4433888" y="3517900"/>
          <a:ext cx="2730500" cy="955675"/>
        </p:xfrm>
        <a:graphic>
          <a:graphicData uri="http://schemas.openxmlformats.org/presentationml/2006/ole">
            <mc:AlternateContent xmlns:mc="http://schemas.openxmlformats.org/markup-compatibility/2006">
              <mc:Choice xmlns:v="urn:schemas-microsoft-com:vml" Requires="v">
                <p:oleObj spid="_x0000_s25635" name="公式" r:id="rId7" imgW="1066337" imgH="393529" progId="Equation.3">
                  <p:embed/>
                </p:oleObj>
              </mc:Choice>
              <mc:Fallback>
                <p:oleObj name="公式" r:id="rId7" imgW="1066337" imgH="393529" progId="Equation.3">
                  <p:embed/>
                  <p:pic>
                    <p:nvPicPr>
                      <p:cNvPr id="0" name="Object 205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33888" y="3517900"/>
                        <a:ext cx="2730500" cy="95567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 name="Group 2066">
            <a:extLst>
              <a:ext uri="{FF2B5EF4-FFF2-40B4-BE49-F238E27FC236}">
                <a16:creationId xmlns:a16="http://schemas.microsoft.com/office/drawing/2014/main" id="{5495B6E9-7A6E-42FC-9C71-5C19FDCFA7E7}"/>
              </a:ext>
            </a:extLst>
          </p:cNvPr>
          <p:cNvGrpSpPr>
            <a:grpSpLocks/>
          </p:cNvGrpSpPr>
          <p:nvPr/>
        </p:nvGrpSpPr>
        <p:grpSpPr bwMode="auto">
          <a:xfrm>
            <a:off x="3995738" y="4292600"/>
            <a:ext cx="1296987" cy="750888"/>
            <a:chOff x="2517" y="2704"/>
            <a:chExt cx="817" cy="473"/>
          </a:xfrm>
        </p:grpSpPr>
        <p:sp>
          <p:nvSpPr>
            <p:cNvPr id="25616" name="AutoShape 2057">
              <a:extLst>
                <a:ext uri="{FF2B5EF4-FFF2-40B4-BE49-F238E27FC236}">
                  <a16:creationId xmlns:a16="http://schemas.microsoft.com/office/drawing/2014/main" id="{59E69511-343A-4A48-9658-C7DBBC827A53}"/>
                </a:ext>
              </a:extLst>
            </p:cNvPr>
            <p:cNvSpPr>
              <a:spLocks noChangeArrowheads="1"/>
            </p:cNvSpPr>
            <p:nvPr/>
          </p:nvSpPr>
          <p:spPr bwMode="auto">
            <a:xfrm>
              <a:off x="2744" y="2704"/>
              <a:ext cx="227" cy="136"/>
            </a:xfrm>
            <a:prstGeom prst="upArrow">
              <a:avLst>
                <a:gd name="adj1" fmla="val 50000"/>
                <a:gd name="adj2" fmla="val 25000"/>
              </a:avLst>
            </a:prstGeom>
            <a:noFill/>
            <a:ln w="9525">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25617" name="Group 2059">
              <a:extLst>
                <a:ext uri="{FF2B5EF4-FFF2-40B4-BE49-F238E27FC236}">
                  <a16:creationId xmlns:a16="http://schemas.microsoft.com/office/drawing/2014/main" id="{07647534-D702-4035-A529-6725E7FB967D}"/>
                </a:ext>
              </a:extLst>
            </p:cNvPr>
            <p:cNvGrpSpPr>
              <a:grpSpLocks noChangeAspect="1"/>
            </p:cNvGrpSpPr>
            <p:nvPr/>
          </p:nvGrpSpPr>
          <p:grpSpPr bwMode="auto">
            <a:xfrm>
              <a:off x="2517" y="2854"/>
              <a:ext cx="817" cy="323"/>
              <a:chOff x="2517" y="2854"/>
              <a:chExt cx="817" cy="323"/>
            </a:xfrm>
          </p:grpSpPr>
          <p:sp>
            <p:nvSpPr>
              <p:cNvPr id="25618" name="AutoShape 2058">
                <a:extLst>
                  <a:ext uri="{FF2B5EF4-FFF2-40B4-BE49-F238E27FC236}">
                    <a16:creationId xmlns:a16="http://schemas.microsoft.com/office/drawing/2014/main" id="{F91E5F54-BD68-4B6C-A588-8D4B1F047710}"/>
                  </a:ext>
                </a:extLst>
              </p:cNvPr>
              <p:cNvSpPr>
                <a:spLocks noChangeAspect="1" noChangeArrowheads="1" noTextEdit="1"/>
              </p:cNvSpPr>
              <p:nvPr/>
            </p:nvSpPr>
            <p:spPr bwMode="auto">
              <a:xfrm>
                <a:off x="2517" y="2886"/>
                <a:ext cx="81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5619" name="Rectangle 2060">
                <a:extLst>
                  <a:ext uri="{FF2B5EF4-FFF2-40B4-BE49-F238E27FC236}">
                    <a16:creationId xmlns:a16="http://schemas.microsoft.com/office/drawing/2014/main" id="{2A5FF859-C1FA-49F3-ADB4-E4BB3F0839CF}"/>
                  </a:ext>
                </a:extLst>
              </p:cNvPr>
              <p:cNvSpPr>
                <a:spLocks noChangeArrowheads="1"/>
              </p:cNvSpPr>
              <p:nvPr/>
            </p:nvSpPr>
            <p:spPr bwMode="auto">
              <a:xfrm>
                <a:off x="3170" y="2854"/>
                <a:ext cx="134"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900" b="1" i="1">
                    <a:solidFill>
                      <a:srgbClr val="FF3300"/>
                    </a:solidFill>
                    <a:latin typeface="Symbol" panose="05050102010706020507" pitchFamily="18" charset="2"/>
                  </a:rPr>
                  <a:t>m</a:t>
                </a:r>
                <a:endParaRPr lang="en-US" altLang="zh-CN" b="1">
                  <a:solidFill>
                    <a:srgbClr val="FF3300"/>
                  </a:solidFill>
                </a:endParaRPr>
              </a:p>
            </p:txBody>
          </p:sp>
          <p:sp>
            <p:nvSpPr>
              <p:cNvPr id="25620" name="Rectangle 2061">
                <a:extLst>
                  <a:ext uri="{FF2B5EF4-FFF2-40B4-BE49-F238E27FC236}">
                    <a16:creationId xmlns:a16="http://schemas.microsoft.com/office/drawing/2014/main" id="{64F33E6E-E75D-4C8A-8844-7FB6980D7809}"/>
                  </a:ext>
                </a:extLst>
              </p:cNvPr>
              <p:cNvSpPr>
                <a:spLocks noChangeArrowheads="1"/>
              </p:cNvSpPr>
              <p:nvPr/>
            </p:nvSpPr>
            <p:spPr bwMode="auto">
              <a:xfrm>
                <a:off x="2906" y="2854"/>
                <a:ext cx="127"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900" b="1" i="1">
                    <a:solidFill>
                      <a:srgbClr val="FF3300"/>
                    </a:solidFill>
                    <a:latin typeface="Symbol" panose="05050102010706020507" pitchFamily="18" charset="2"/>
                  </a:rPr>
                  <a:t>l</a:t>
                </a:r>
                <a:endParaRPr lang="en-US" altLang="zh-CN" b="1">
                  <a:solidFill>
                    <a:srgbClr val="FF3300"/>
                  </a:solidFill>
                </a:endParaRPr>
              </a:p>
            </p:txBody>
          </p:sp>
          <p:sp>
            <p:nvSpPr>
              <p:cNvPr id="25621" name="Rectangle 2062">
                <a:extLst>
                  <a:ext uri="{FF2B5EF4-FFF2-40B4-BE49-F238E27FC236}">
                    <a16:creationId xmlns:a16="http://schemas.microsoft.com/office/drawing/2014/main" id="{D65F7682-29B8-41C9-AE44-E6F927C73B7C}"/>
                  </a:ext>
                </a:extLst>
              </p:cNvPr>
              <p:cNvSpPr>
                <a:spLocks noChangeArrowheads="1"/>
              </p:cNvSpPr>
              <p:nvPr/>
            </p:nvSpPr>
            <p:spPr bwMode="auto">
              <a:xfrm>
                <a:off x="2526" y="2854"/>
                <a:ext cx="140"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900" b="1" i="1">
                    <a:solidFill>
                      <a:srgbClr val="FF3300"/>
                    </a:solidFill>
                    <a:latin typeface="Symbol" panose="05050102010706020507" pitchFamily="18" charset="2"/>
                  </a:rPr>
                  <a:t>s</a:t>
                </a:r>
                <a:endParaRPr lang="en-US" altLang="zh-CN" b="1">
                  <a:solidFill>
                    <a:srgbClr val="FF3300"/>
                  </a:solidFill>
                </a:endParaRPr>
              </a:p>
            </p:txBody>
          </p:sp>
          <p:sp>
            <p:nvSpPr>
              <p:cNvPr id="25622" name="Rectangle 2063">
                <a:extLst>
                  <a:ext uri="{FF2B5EF4-FFF2-40B4-BE49-F238E27FC236}">
                    <a16:creationId xmlns:a16="http://schemas.microsoft.com/office/drawing/2014/main" id="{43054A87-F9BD-44FA-98B7-E6C61D7343B5}"/>
                  </a:ext>
                </a:extLst>
              </p:cNvPr>
              <p:cNvSpPr>
                <a:spLocks noChangeArrowheads="1"/>
              </p:cNvSpPr>
              <p:nvPr/>
            </p:nvSpPr>
            <p:spPr bwMode="auto">
              <a:xfrm>
                <a:off x="3070" y="2880"/>
                <a:ext cx="64"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900" b="1">
                    <a:solidFill>
                      <a:srgbClr val="FF3300"/>
                    </a:solidFill>
                  </a:rPr>
                  <a:t>/</a:t>
                </a:r>
                <a:endParaRPr lang="en-US" altLang="zh-CN" b="1">
                  <a:solidFill>
                    <a:srgbClr val="FF3300"/>
                  </a:solidFill>
                </a:endParaRPr>
              </a:p>
            </p:txBody>
          </p:sp>
          <p:sp>
            <p:nvSpPr>
              <p:cNvPr id="25623" name="Rectangle 2064">
                <a:extLst>
                  <a:ext uri="{FF2B5EF4-FFF2-40B4-BE49-F238E27FC236}">
                    <a16:creationId xmlns:a16="http://schemas.microsoft.com/office/drawing/2014/main" id="{79D2C45B-7C2C-4FCC-B57B-06566E744FFC}"/>
                  </a:ext>
                </a:extLst>
              </p:cNvPr>
              <p:cNvSpPr>
                <a:spLocks noChangeArrowheads="1"/>
              </p:cNvSpPr>
              <p:nvPr/>
            </p:nvSpPr>
            <p:spPr bwMode="auto">
              <a:xfrm>
                <a:off x="2740" y="2854"/>
                <a:ext cx="127"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900" b="1">
                    <a:solidFill>
                      <a:srgbClr val="FF3300"/>
                    </a:solidFill>
                    <a:latin typeface="Symbol" panose="05050102010706020507" pitchFamily="18" charset="2"/>
                  </a:rPr>
                  <a:t>=</a:t>
                </a:r>
                <a:endParaRPr lang="en-US" altLang="zh-CN" b="1">
                  <a:solidFill>
                    <a:srgbClr val="FF3300"/>
                  </a:solidFill>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102"/>
                                        </p:tgtEl>
                                        <p:attrNameLst>
                                          <p:attrName>style.visibility</p:attrName>
                                        </p:attrNameLst>
                                      </p:cBhvr>
                                      <p:to>
                                        <p:strVal val="visible"/>
                                      </p:to>
                                    </p:set>
                                    <p:animEffect transition="in" filter="blinds(horizontal)">
                                      <p:cBhvr>
                                        <p:cTn id="7" dur="1000"/>
                                        <p:tgtEl>
                                          <p:spTgt spid="410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3" presetClass="entr" presetSubtype="16" fill="hold" grpId="0" nodeType="clickEffect">
                                  <p:stCondLst>
                                    <p:cond delay="0"/>
                                  </p:stCondLst>
                                  <p:childTnLst>
                                    <p:set>
                                      <p:cBhvr>
                                        <p:cTn id="11" dur="1" fill="hold">
                                          <p:stCondLst>
                                            <p:cond delay="0"/>
                                          </p:stCondLst>
                                        </p:cTn>
                                        <p:tgtEl>
                                          <p:spTgt spid="4104"/>
                                        </p:tgtEl>
                                        <p:attrNameLst>
                                          <p:attrName>style.visibility</p:attrName>
                                        </p:attrNameLst>
                                      </p:cBhvr>
                                      <p:to>
                                        <p:strVal val="visible"/>
                                      </p:to>
                                    </p:set>
                                    <p:anim calcmode="lin" valueType="num">
                                      <p:cBhvr>
                                        <p:cTn id="12" dur="1000" fill="hold"/>
                                        <p:tgtEl>
                                          <p:spTgt spid="4104"/>
                                        </p:tgtEl>
                                        <p:attrNameLst>
                                          <p:attrName>ppt_w</p:attrName>
                                        </p:attrNameLst>
                                      </p:cBhvr>
                                      <p:tavLst>
                                        <p:tav tm="0">
                                          <p:val>
                                            <p:fltVal val="0"/>
                                          </p:val>
                                        </p:tav>
                                        <p:tav tm="100000">
                                          <p:val>
                                            <p:strVal val="#ppt_w"/>
                                          </p:val>
                                        </p:tav>
                                      </p:tavLst>
                                    </p:anim>
                                    <p:anim calcmode="lin" valueType="num">
                                      <p:cBhvr>
                                        <p:cTn id="13" dur="1000" fill="hold"/>
                                        <p:tgtEl>
                                          <p:spTgt spid="4104"/>
                                        </p:tgtEl>
                                        <p:attrNameLst>
                                          <p:attrName>ppt_h</p:attrName>
                                        </p:attrNameLst>
                                      </p:cBhvr>
                                      <p:tavLst>
                                        <p:tav tm="0">
                                          <p:val>
                                            <p:fltVal val="0"/>
                                          </p:val>
                                        </p:tav>
                                        <p:tav tm="100000">
                                          <p:val>
                                            <p:strVal val="#ppt_h"/>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grpId="0" nodeType="clickEffect">
                                  <p:stCondLst>
                                    <p:cond delay="0"/>
                                  </p:stCondLst>
                                  <p:childTnLst>
                                    <p:set>
                                      <p:cBhvr>
                                        <p:cTn id="17" dur="1" fill="hold">
                                          <p:stCondLst>
                                            <p:cond delay="499"/>
                                          </p:stCondLst>
                                        </p:cTn>
                                        <p:tgtEl>
                                          <p:spTgt spid="4103"/>
                                        </p:tgtEl>
                                        <p:attrNameLst>
                                          <p:attrName>style.visibility</p:attrName>
                                        </p:attrNameLst>
                                      </p:cBhvr>
                                      <p:to>
                                        <p:strVal val="visible"/>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4105"/>
                                        </p:tgtEl>
                                        <p:attrNameLst>
                                          <p:attrName>style.visibility</p:attrName>
                                        </p:attrNameLst>
                                      </p:cBhvr>
                                      <p:to>
                                        <p:strVal val="visible"/>
                                      </p:to>
                                    </p:set>
                                    <p:animEffect transition="in" filter="box(in)">
                                      <p:cBhvr>
                                        <p:cTn id="22" dur="1000"/>
                                        <p:tgtEl>
                                          <p:spTgt spid="410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6" presetClass="entr" presetSubtype="42" fill="hold" grpId="0" nodeType="clickEffect">
                                  <p:stCondLst>
                                    <p:cond delay="0"/>
                                  </p:stCondLst>
                                  <p:childTnLst>
                                    <p:set>
                                      <p:cBhvr>
                                        <p:cTn id="26" dur="1" fill="hold">
                                          <p:stCondLst>
                                            <p:cond delay="0"/>
                                          </p:stCondLst>
                                        </p:cTn>
                                        <p:tgtEl>
                                          <p:spTgt spid="4106"/>
                                        </p:tgtEl>
                                        <p:attrNameLst>
                                          <p:attrName>style.visibility</p:attrName>
                                        </p:attrNameLst>
                                      </p:cBhvr>
                                      <p:to>
                                        <p:strVal val="visible"/>
                                      </p:to>
                                    </p:set>
                                    <p:animEffect transition="in" filter="barn(outHorizontal)">
                                      <p:cBhvr>
                                        <p:cTn id="27" dur="1000"/>
                                        <p:tgtEl>
                                          <p:spTgt spid="410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 presetClass="entr" presetSubtype="0" fill="hold" grpId="0" nodeType="clickEffect">
                                  <p:stCondLst>
                                    <p:cond delay="0"/>
                                  </p:stCondLst>
                                  <p:childTnLst>
                                    <p:set>
                                      <p:cBhvr>
                                        <p:cTn id="31" dur="1" fill="hold">
                                          <p:stCondLst>
                                            <p:cond delay="499"/>
                                          </p:stCondLst>
                                        </p:cTn>
                                        <p:tgtEl>
                                          <p:spTgt spid="4108"/>
                                        </p:tgtEl>
                                        <p:attrNameLst>
                                          <p:attrName>style.visibility</p:attrName>
                                        </p:attrNameLst>
                                      </p:cBhvr>
                                      <p:to>
                                        <p:strVal val="visible"/>
                                      </p:to>
                                    </p:se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4107"/>
                                        </p:tgtEl>
                                        <p:attrNameLst>
                                          <p:attrName>style.visibility</p:attrName>
                                        </p:attrNameLst>
                                      </p:cBhvr>
                                      <p:to>
                                        <p:strVal val="visible"/>
                                      </p:to>
                                    </p:set>
                                    <p:animEffect transition="in" filter="wipe(left)">
                                      <p:cBhvr>
                                        <p:cTn id="36" dur="1000"/>
                                        <p:tgtEl>
                                          <p:spTgt spid="4107"/>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9" presetClass="entr" presetSubtype="0" fill="hold" nodeType="clickEffect">
                                  <p:stCondLst>
                                    <p:cond delay="0"/>
                                  </p:stCondLst>
                                  <p:childTnLst>
                                    <p:set>
                                      <p:cBhvr>
                                        <p:cTn id="40" dur="1" fill="hold">
                                          <p:stCondLst>
                                            <p:cond delay="0"/>
                                          </p:stCondLst>
                                        </p:cTn>
                                        <p:tgtEl>
                                          <p:spTgt spid="2"/>
                                        </p:tgtEl>
                                        <p:attrNameLst>
                                          <p:attrName>style.visibility</p:attrName>
                                        </p:attrNameLst>
                                      </p:cBhvr>
                                      <p:to>
                                        <p:strVal val="visible"/>
                                      </p:to>
                                    </p:set>
                                    <p:animEffect transition="in" filter="dissolve">
                                      <p:cBhvr>
                                        <p:cTn id="41" dur="1000"/>
                                        <p:tgtEl>
                                          <p:spTgt spid="2"/>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5" presetClass="entr" presetSubtype="1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animEffect transition="in" filter="checkerboard(across)">
                                      <p:cBhvr>
                                        <p:cTn id="46" dur="1000"/>
                                        <p:tgtEl>
                                          <p:spTgt spid="3"/>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4" presetClass="entr" presetSubtype="32" fill="hold" nodeType="clickEffect">
                                  <p:stCondLst>
                                    <p:cond delay="0"/>
                                  </p:stCondLst>
                                  <p:childTnLst>
                                    <p:set>
                                      <p:cBhvr>
                                        <p:cTn id="50" dur="1" fill="hold">
                                          <p:stCondLst>
                                            <p:cond delay="0"/>
                                          </p:stCondLst>
                                        </p:cTn>
                                        <p:tgtEl>
                                          <p:spTgt spid="53256"/>
                                        </p:tgtEl>
                                        <p:attrNameLst>
                                          <p:attrName>style.visibility</p:attrName>
                                        </p:attrNameLst>
                                      </p:cBhvr>
                                      <p:to>
                                        <p:strVal val="visible"/>
                                      </p:to>
                                    </p:set>
                                    <p:animEffect transition="in" filter="box(out)">
                                      <p:cBhvr>
                                        <p:cTn id="51" dur="1000"/>
                                        <p:tgtEl>
                                          <p:spTgt spid="53256"/>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3" presetClass="entr" presetSubtype="272" fill="hold" grpId="0" nodeType="clickEffect">
                                  <p:stCondLst>
                                    <p:cond delay="0"/>
                                  </p:stCondLst>
                                  <p:childTnLst>
                                    <p:set>
                                      <p:cBhvr>
                                        <p:cTn id="55" dur="1" fill="hold">
                                          <p:stCondLst>
                                            <p:cond delay="0"/>
                                          </p:stCondLst>
                                        </p:cTn>
                                        <p:tgtEl>
                                          <p:spTgt spid="4111"/>
                                        </p:tgtEl>
                                        <p:attrNameLst>
                                          <p:attrName>style.visibility</p:attrName>
                                        </p:attrNameLst>
                                      </p:cBhvr>
                                      <p:to>
                                        <p:strVal val="visible"/>
                                      </p:to>
                                    </p:set>
                                    <p:anim calcmode="lin" valueType="num">
                                      <p:cBhvr>
                                        <p:cTn id="56" dur="1000" fill="hold"/>
                                        <p:tgtEl>
                                          <p:spTgt spid="4111"/>
                                        </p:tgtEl>
                                        <p:attrNameLst>
                                          <p:attrName>ppt_w</p:attrName>
                                        </p:attrNameLst>
                                      </p:cBhvr>
                                      <p:tavLst>
                                        <p:tav tm="0">
                                          <p:val>
                                            <p:strVal val="2/3*#ppt_w"/>
                                          </p:val>
                                        </p:tav>
                                        <p:tav tm="100000">
                                          <p:val>
                                            <p:strVal val="#ppt_w"/>
                                          </p:val>
                                        </p:tav>
                                      </p:tavLst>
                                    </p:anim>
                                    <p:anim calcmode="lin" valueType="num">
                                      <p:cBhvr>
                                        <p:cTn id="57" dur="1000" fill="hold"/>
                                        <p:tgtEl>
                                          <p:spTgt spid="4111"/>
                                        </p:tgtEl>
                                        <p:attrNameLst>
                                          <p:attrName>ppt_h</p:attrName>
                                        </p:attrNameLst>
                                      </p:cBhvr>
                                      <p:tavLst>
                                        <p:tav tm="0">
                                          <p:val>
                                            <p:strVal val="2/3*#ppt_h"/>
                                          </p:val>
                                        </p:tav>
                                        <p:tav tm="100000">
                                          <p:val>
                                            <p:strVal val="#ppt_h"/>
                                          </p:val>
                                        </p:tav>
                                      </p:tavLst>
                                    </p:anim>
                                  </p:childTnLst>
                                </p:cTn>
                              </p:par>
                            </p:childTnLst>
                          </p:cTn>
                        </p:par>
                      </p:childTnLst>
                    </p:cTn>
                  </p:par>
                  <p:par>
                    <p:cTn id="58" fill="hold" nodeType="clickPar">
                      <p:stCondLst>
                        <p:cond delay="indefinite"/>
                      </p:stCondLst>
                      <p:childTnLst>
                        <p:par>
                          <p:cTn id="59" fill="hold" nodeType="withGroup">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4112"/>
                                        </p:tgtEl>
                                        <p:attrNameLst>
                                          <p:attrName>style.visibility</p:attrName>
                                        </p:attrNameLst>
                                      </p:cBhvr>
                                      <p:to>
                                        <p:strVal val="visible"/>
                                      </p:to>
                                    </p:set>
                                    <p:animEffect transition="in" filter="blinds(horizontal)">
                                      <p:cBhvr>
                                        <p:cTn id="62" dur="1000"/>
                                        <p:tgtEl>
                                          <p:spTgt spid="4112"/>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9" presetClass="entr" presetSubtype="0" fill="hold" grpId="0" nodeType="clickEffect">
                                  <p:stCondLst>
                                    <p:cond delay="0"/>
                                  </p:stCondLst>
                                  <p:childTnLst>
                                    <p:set>
                                      <p:cBhvr>
                                        <p:cTn id="66" dur="1" fill="hold">
                                          <p:stCondLst>
                                            <p:cond delay="0"/>
                                          </p:stCondLst>
                                        </p:cTn>
                                        <p:tgtEl>
                                          <p:spTgt spid="4113"/>
                                        </p:tgtEl>
                                        <p:attrNameLst>
                                          <p:attrName>style.visibility</p:attrName>
                                        </p:attrNameLst>
                                      </p:cBhvr>
                                      <p:to>
                                        <p:strVal val="visible"/>
                                      </p:to>
                                    </p:set>
                                    <p:animEffect transition="in" filter="dissolve">
                                      <p:cBhvr>
                                        <p:cTn id="67" dur="1000"/>
                                        <p:tgtEl>
                                          <p:spTgt spid="41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2" grpId="0" autoUpdateAnimBg="0"/>
      <p:bldP spid="4103" grpId="0" animBg="1" autoUpdateAnimBg="0"/>
      <p:bldP spid="4104" grpId="0" animBg="1" autoUpdateAnimBg="0"/>
      <p:bldP spid="4105" grpId="0" autoUpdateAnimBg="0"/>
      <p:bldP spid="4106" grpId="0" animBg="1" autoUpdateAnimBg="0"/>
      <p:bldP spid="4108" grpId="0" animBg="1" autoUpdateAnimBg="0"/>
      <p:bldP spid="4111" grpId="0" autoUpdateAnimBg="0"/>
      <p:bldP spid="4112" grpId="0" autoUpdateAnimBg="0"/>
      <p:bldP spid="4113" grpId="0" animBg="1"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123" name="Object 3">
            <a:extLst>
              <a:ext uri="{FF2B5EF4-FFF2-40B4-BE49-F238E27FC236}">
                <a16:creationId xmlns:a16="http://schemas.microsoft.com/office/drawing/2014/main" id="{18654245-7077-4772-9BB9-526799E66201}"/>
              </a:ext>
            </a:extLst>
          </p:cNvPr>
          <p:cNvGraphicFramePr>
            <a:graphicFrameLocks noChangeAspect="1"/>
          </p:cNvGraphicFramePr>
          <p:nvPr/>
        </p:nvGraphicFramePr>
        <p:xfrm>
          <a:off x="395288" y="3500438"/>
          <a:ext cx="3313112" cy="1304925"/>
        </p:xfrm>
        <a:graphic>
          <a:graphicData uri="http://schemas.openxmlformats.org/presentationml/2006/ole">
            <mc:AlternateContent xmlns:mc="http://schemas.openxmlformats.org/markup-compatibility/2006">
              <mc:Choice xmlns:v="urn:schemas-microsoft-com:vml" Requires="v">
                <p:oleObj spid="_x0000_s26690" name="公式" r:id="rId3" imgW="1587500" imgH="787400" progId="Equation.3">
                  <p:embed/>
                </p:oleObj>
              </mc:Choice>
              <mc:Fallback>
                <p:oleObj name="公式" r:id="rId3" imgW="1587500" imgH="7874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288" y="3500438"/>
                        <a:ext cx="3313112" cy="1304925"/>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24" name="Object 4">
            <a:extLst>
              <a:ext uri="{FF2B5EF4-FFF2-40B4-BE49-F238E27FC236}">
                <a16:creationId xmlns:a16="http://schemas.microsoft.com/office/drawing/2014/main" id="{42F12AF4-4D8D-43D6-8DAE-15544B7112A8}"/>
              </a:ext>
            </a:extLst>
          </p:cNvPr>
          <p:cNvGraphicFramePr>
            <a:graphicFrameLocks noChangeAspect="1"/>
          </p:cNvGraphicFramePr>
          <p:nvPr/>
        </p:nvGraphicFramePr>
        <p:xfrm>
          <a:off x="1763713" y="333375"/>
          <a:ext cx="3095625" cy="915988"/>
        </p:xfrm>
        <a:graphic>
          <a:graphicData uri="http://schemas.openxmlformats.org/presentationml/2006/ole">
            <mc:AlternateContent xmlns:mc="http://schemas.openxmlformats.org/markup-compatibility/2006">
              <mc:Choice xmlns:v="urn:schemas-microsoft-com:vml" Requires="v">
                <p:oleObj spid="_x0000_s26691" name="Equation" r:id="rId5" imgW="1244600" imgH="393700" progId="Equation.DSMT4">
                  <p:embed/>
                </p:oleObj>
              </mc:Choice>
              <mc:Fallback>
                <p:oleObj name="Equation" r:id="rId5" imgW="1244600" imgH="3937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63713" y="333375"/>
                        <a:ext cx="3095625" cy="915988"/>
                      </a:xfrm>
                      <a:prstGeom prst="rect">
                        <a:avLst/>
                      </a:prstGeom>
                      <a:solidFill>
                        <a:srgbClr val="FF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628" name="Text Box 5">
            <a:extLst>
              <a:ext uri="{FF2B5EF4-FFF2-40B4-BE49-F238E27FC236}">
                <a16:creationId xmlns:a16="http://schemas.microsoft.com/office/drawing/2014/main" id="{8E817CD2-CFED-4235-86B9-3634C53FD429}"/>
              </a:ext>
            </a:extLst>
          </p:cNvPr>
          <p:cNvSpPr txBox="1">
            <a:spLocks noChangeArrowheads="1"/>
          </p:cNvSpPr>
          <p:nvPr/>
        </p:nvSpPr>
        <p:spPr bwMode="auto">
          <a:xfrm>
            <a:off x="228600" y="457200"/>
            <a:ext cx="1371600" cy="588963"/>
          </a:xfrm>
          <a:prstGeom prst="rect">
            <a:avLst/>
          </a:prstGeom>
          <a:solidFill>
            <a:srgbClr val="FFCCFF"/>
          </a:solidFill>
          <a:ln w="9525">
            <a:solidFill>
              <a:srgbClr val="00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ea typeface="楷体_GB2312" pitchFamily="49" charset="-122"/>
              </a:rPr>
              <a:t>模型</a:t>
            </a:r>
            <a:r>
              <a:rPr lang="en-US" altLang="zh-CN" sz="3200" b="1"/>
              <a:t>3</a:t>
            </a:r>
          </a:p>
        </p:txBody>
      </p:sp>
      <p:grpSp>
        <p:nvGrpSpPr>
          <p:cNvPr id="2" name="Group 91">
            <a:extLst>
              <a:ext uri="{FF2B5EF4-FFF2-40B4-BE49-F238E27FC236}">
                <a16:creationId xmlns:a16="http://schemas.microsoft.com/office/drawing/2014/main" id="{9EE6DFA2-3ECD-4097-9906-15858B1EF83A}"/>
              </a:ext>
            </a:extLst>
          </p:cNvPr>
          <p:cNvGrpSpPr>
            <a:grpSpLocks/>
          </p:cNvGrpSpPr>
          <p:nvPr/>
        </p:nvGrpSpPr>
        <p:grpSpPr bwMode="auto">
          <a:xfrm>
            <a:off x="3487738" y="2376488"/>
            <a:ext cx="2098675" cy="914400"/>
            <a:chOff x="2197" y="1440"/>
            <a:chExt cx="1322" cy="576"/>
          </a:xfrm>
        </p:grpSpPr>
        <p:sp>
          <p:nvSpPr>
            <p:cNvPr id="26678" name="Line 9">
              <a:extLst>
                <a:ext uri="{FF2B5EF4-FFF2-40B4-BE49-F238E27FC236}">
                  <a16:creationId xmlns:a16="http://schemas.microsoft.com/office/drawing/2014/main" id="{B11E712E-F763-4FAD-8D15-BA5E7676487C}"/>
                </a:ext>
              </a:extLst>
            </p:cNvPr>
            <p:cNvSpPr>
              <a:spLocks noChangeShapeType="1"/>
            </p:cNvSpPr>
            <p:nvPr/>
          </p:nvSpPr>
          <p:spPr bwMode="auto">
            <a:xfrm>
              <a:off x="2352" y="1440"/>
              <a:ext cx="1167" cy="4"/>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26679" name="Group 84">
              <a:extLst>
                <a:ext uri="{FF2B5EF4-FFF2-40B4-BE49-F238E27FC236}">
                  <a16:creationId xmlns:a16="http://schemas.microsoft.com/office/drawing/2014/main" id="{4902A62D-52C4-459F-9F4F-5F580AF7A687}"/>
                </a:ext>
              </a:extLst>
            </p:cNvPr>
            <p:cNvGrpSpPr>
              <a:grpSpLocks/>
            </p:cNvGrpSpPr>
            <p:nvPr/>
          </p:nvGrpSpPr>
          <p:grpSpPr bwMode="auto">
            <a:xfrm>
              <a:off x="2352" y="1536"/>
              <a:ext cx="975" cy="322"/>
              <a:chOff x="2385" y="1592"/>
              <a:chExt cx="975" cy="322"/>
            </a:xfrm>
          </p:grpSpPr>
          <p:sp>
            <p:nvSpPr>
              <p:cNvPr id="26681" name="Arc 10">
                <a:extLst>
                  <a:ext uri="{FF2B5EF4-FFF2-40B4-BE49-F238E27FC236}">
                    <a16:creationId xmlns:a16="http://schemas.microsoft.com/office/drawing/2014/main" id="{F8896F9E-B454-433F-BF82-62D8379954DC}"/>
                  </a:ext>
                </a:extLst>
              </p:cNvPr>
              <p:cNvSpPr>
                <a:spLocks/>
              </p:cNvSpPr>
              <p:nvPr/>
            </p:nvSpPr>
            <p:spPr bwMode="auto">
              <a:xfrm rot="21213641" flipH="1">
                <a:off x="2612" y="1592"/>
                <a:ext cx="748" cy="215"/>
              </a:xfrm>
              <a:custGeom>
                <a:avLst/>
                <a:gdLst>
                  <a:gd name="T0" fmla="*/ 0 w 21529"/>
                  <a:gd name="T1" fmla="*/ 0 h 21600"/>
                  <a:gd name="T2" fmla="*/ 1 w 21529"/>
                  <a:gd name="T3" fmla="*/ 0 h 21600"/>
                  <a:gd name="T4" fmla="*/ 0 w 21529"/>
                  <a:gd name="T5" fmla="*/ 0 h 21600"/>
                  <a:gd name="T6" fmla="*/ 0 60000 65536"/>
                  <a:gd name="T7" fmla="*/ 0 60000 65536"/>
                  <a:gd name="T8" fmla="*/ 0 60000 65536"/>
                  <a:gd name="T9" fmla="*/ 0 w 21529"/>
                  <a:gd name="T10" fmla="*/ 0 h 21600"/>
                  <a:gd name="T11" fmla="*/ 21529 w 21529"/>
                  <a:gd name="T12" fmla="*/ 21600 h 21600"/>
                </a:gdLst>
                <a:ahLst/>
                <a:cxnLst>
                  <a:cxn ang="T6">
                    <a:pos x="T0" y="T1"/>
                  </a:cxn>
                  <a:cxn ang="T7">
                    <a:pos x="T2" y="T3"/>
                  </a:cxn>
                  <a:cxn ang="T8">
                    <a:pos x="T4" y="T5"/>
                  </a:cxn>
                </a:cxnLst>
                <a:rect l="T9" t="T10" r="T11" b="T12"/>
                <a:pathLst>
                  <a:path w="21529" h="21600" fill="none" extrusionOk="0">
                    <a:moveTo>
                      <a:pt x="-1" y="0"/>
                    </a:moveTo>
                    <a:cubicBezTo>
                      <a:pt x="11253" y="0"/>
                      <a:pt x="20620" y="8639"/>
                      <a:pt x="21529" y="19855"/>
                    </a:cubicBezTo>
                  </a:path>
                  <a:path w="21529" h="21600" stroke="0" extrusionOk="0">
                    <a:moveTo>
                      <a:pt x="-1" y="0"/>
                    </a:moveTo>
                    <a:cubicBezTo>
                      <a:pt x="11253" y="0"/>
                      <a:pt x="20620" y="8639"/>
                      <a:pt x="21529" y="19855"/>
                    </a:cubicBezTo>
                    <a:lnTo>
                      <a:pt x="0" y="21600"/>
                    </a:lnTo>
                    <a:lnTo>
                      <a:pt x="-1" y="0"/>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6682" name="Arc 11">
                <a:extLst>
                  <a:ext uri="{FF2B5EF4-FFF2-40B4-BE49-F238E27FC236}">
                    <a16:creationId xmlns:a16="http://schemas.microsoft.com/office/drawing/2014/main" id="{D27BF1ED-83D4-4BCF-94DB-198780853745}"/>
                  </a:ext>
                </a:extLst>
              </p:cNvPr>
              <p:cNvSpPr>
                <a:spLocks/>
              </p:cNvSpPr>
              <p:nvPr/>
            </p:nvSpPr>
            <p:spPr bwMode="auto">
              <a:xfrm flipV="1">
                <a:off x="2385" y="1776"/>
                <a:ext cx="255" cy="138"/>
              </a:xfrm>
              <a:custGeom>
                <a:avLst/>
                <a:gdLst>
                  <a:gd name="T0" fmla="*/ 0 w 21191"/>
                  <a:gd name="T1" fmla="*/ 0 h 21600"/>
                  <a:gd name="T2" fmla="*/ 0 w 21191"/>
                  <a:gd name="T3" fmla="*/ 0 h 21600"/>
                  <a:gd name="T4" fmla="*/ 0 w 21191"/>
                  <a:gd name="T5" fmla="*/ 0 h 21600"/>
                  <a:gd name="T6" fmla="*/ 0 60000 65536"/>
                  <a:gd name="T7" fmla="*/ 0 60000 65536"/>
                  <a:gd name="T8" fmla="*/ 0 60000 65536"/>
                  <a:gd name="T9" fmla="*/ 0 w 21191"/>
                  <a:gd name="T10" fmla="*/ 0 h 21600"/>
                  <a:gd name="T11" fmla="*/ 21191 w 21191"/>
                  <a:gd name="T12" fmla="*/ 21600 h 21600"/>
                </a:gdLst>
                <a:ahLst/>
                <a:cxnLst>
                  <a:cxn ang="T6">
                    <a:pos x="T0" y="T1"/>
                  </a:cxn>
                  <a:cxn ang="T7">
                    <a:pos x="T2" y="T3"/>
                  </a:cxn>
                  <a:cxn ang="T8">
                    <a:pos x="T4" y="T5"/>
                  </a:cxn>
                </a:cxnLst>
                <a:rect l="T9" t="T10" r="T11" b="T12"/>
                <a:pathLst>
                  <a:path w="21191" h="21600" fill="none" extrusionOk="0">
                    <a:moveTo>
                      <a:pt x="-1" y="0"/>
                    </a:moveTo>
                    <a:cubicBezTo>
                      <a:pt x="10317" y="0"/>
                      <a:pt x="19193" y="7296"/>
                      <a:pt x="21191" y="17417"/>
                    </a:cubicBezTo>
                  </a:path>
                  <a:path w="21191" h="21600" stroke="0" extrusionOk="0">
                    <a:moveTo>
                      <a:pt x="-1" y="0"/>
                    </a:moveTo>
                    <a:cubicBezTo>
                      <a:pt x="10317" y="0"/>
                      <a:pt x="19193" y="7296"/>
                      <a:pt x="21191" y="17417"/>
                    </a:cubicBezTo>
                    <a:lnTo>
                      <a:pt x="0" y="21600"/>
                    </a:lnTo>
                    <a:lnTo>
                      <a:pt x="-1" y="0"/>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26680" name="Text Box 15">
              <a:extLst>
                <a:ext uri="{FF2B5EF4-FFF2-40B4-BE49-F238E27FC236}">
                  <a16:creationId xmlns:a16="http://schemas.microsoft.com/office/drawing/2014/main" id="{DC0245C1-4857-4A99-B330-9F84EA37B212}"/>
                </a:ext>
              </a:extLst>
            </p:cNvPr>
            <p:cNvSpPr txBox="1">
              <a:spLocks noChangeArrowheads="1"/>
            </p:cNvSpPr>
            <p:nvPr/>
          </p:nvSpPr>
          <p:spPr bwMode="auto">
            <a:xfrm>
              <a:off x="2197" y="1728"/>
              <a:ext cx="29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i="1"/>
                <a:t>i</a:t>
              </a:r>
              <a:r>
                <a:rPr lang="en-US" altLang="zh-CN" sz="2000" b="1" baseline="-25000"/>
                <a:t>0</a:t>
              </a:r>
              <a:endParaRPr lang="en-US" altLang="zh-CN" b="1"/>
            </a:p>
          </p:txBody>
        </p:sp>
      </p:grpSp>
      <p:grpSp>
        <p:nvGrpSpPr>
          <p:cNvPr id="4" name="Group 92">
            <a:extLst>
              <a:ext uri="{FF2B5EF4-FFF2-40B4-BE49-F238E27FC236}">
                <a16:creationId xmlns:a16="http://schemas.microsoft.com/office/drawing/2014/main" id="{FC137F79-DF48-40C8-9F80-87253C5CAD5A}"/>
              </a:ext>
            </a:extLst>
          </p:cNvPr>
          <p:cNvGrpSpPr>
            <a:grpSpLocks/>
          </p:cNvGrpSpPr>
          <p:nvPr/>
        </p:nvGrpSpPr>
        <p:grpSpPr bwMode="auto">
          <a:xfrm>
            <a:off x="3429000" y="1462088"/>
            <a:ext cx="1755775" cy="854075"/>
            <a:chOff x="2160" y="864"/>
            <a:chExt cx="1106" cy="538"/>
          </a:xfrm>
        </p:grpSpPr>
        <p:sp>
          <p:nvSpPr>
            <p:cNvPr id="26676" name="Text Box 14">
              <a:extLst>
                <a:ext uri="{FF2B5EF4-FFF2-40B4-BE49-F238E27FC236}">
                  <a16:creationId xmlns:a16="http://schemas.microsoft.com/office/drawing/2014/main" id="{C4366D57-E2A5-4B99-A12A-48ED69B5936C}"/>
                </a:ext>
              </a:extLst>
            </p:cNvPr>
            <p:cNvSpPr txBox="1">
              <a:spLocks noChangeArrowheads="1"/>
            </p:cNvSpPr>
            <p:nvPr/>
          </p:nvSpPr>
          <p:spPr bwMode="auto">
            <a:xfrm>
              <a:off x="2160" y="864"/>
              <a:ext cx="2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i="1">
                  <a:solidFill>
                    <a:srgbClr val="FF3300"/>
                  </a:solidFill>
                </a:rPr>
                <a:t>i</a:t>
              </a:r>
              <a:r>
                <a:rPr lang="en-US" altLang="zh-CN" sz="2000" b="1" baseline="-25000">
                  <a:solidFill>
                    <a:srgbClr val="FF3300"/>
                  </a:solidFill>
                </a:rPr>
                <a:t>0</a:t>
              </a:r>
              <a:endParaRPr lang="en-US" altLang="zh-CN" b="1">
                <a:solidFill>
                  <a:srgbClr val="FF3300"/>
                </a:solidFill>
              </a:endParaRPr>
            </a:p>
          </p:txBody>
        </p:sp>
        <p:sp>
          <p:nvSpPr>
            <p:cNvPr id="26677" name="Arc 19">
              <a:extLst>
                <a:ext uri="{FF2B5EF4-FFF2-40B4-BE49-F238E27FC236}">
                  <a16:creationId xmlns:a16="http://schemas.microsoft.com/office/drawing/2014/main" id="{9E979628-6CBD-469E-89F7-B2C09AB8BA42}"/>
                </a:ext>
              </a:extLst>
            </p:cNvPr>
            <p:cNvSpPr>
              <a:spLocks/>
            </p:cNvSpPr>
            <p:nvPr/>
          </p:nvSpPr>
          <p:spPr bwMode="auto">
            <a:xfrm flipH="1" flipV="1">
              <a:off x="2400" y="864"/>
              <a:ext cx="866" cy="538"/>
            </a:xfrm>
            <a:custGeom>
              <a:avLst/>
              <a:gdLst>
                <a:gd name="T0" fmla="*/ 0 w 22988"/>
                <a:gd name="T1" fmla="*/ 0 h 21600"/>
                <a:gd name="T2" fmla="*/ 1 w 22988"/>
                <a:gd name="T3" fmla="*/ 0 h 21600"/>
                <a:gd name="T4" fmla="*/ 0 w 22988"/>
                <a:gd name="T5" fmla="*/ 0 h 21600"/>
                <a:gd name="T6" fmla="*/ 0 60000 65536"/>
                <a:gd name="T7" fmla="*/ 0 60000 65536"/>
                <a:gd name="T8" fmla="*/ 0 60000 65536"/>
                <a:gd name="T9" fmla="*/ 0 w 22988"/>
                <a:gd name="T10" fmla="*/ 0 h 21600"/>
                <a:gd name="T11" fmla="*/ 22988 w 22988"/>
                <a:gd name="T12" fmla="*/ 21600 h 21600"/>
              </a:gdLst>
              <a:ahLst/>
              <a:cxnLst>
                <a:cxn ang="T6">
                  <a:pos x="T0" y="T1"/>
                </a:cxn>
                <a:cxn ang="T7">
                  <a:pos x="T2" y="T3"/>
                </a:cxn>
                <a:cxn ang="T8">
                  <a:pos x="T4" y="T5"/>
                </a:cxn>
              </a:cxnLst>
              <a:rect l="T9" t="T10" r="T11" b="T12"/>
              <a:pathLst>
                <a:path w="22988" h="21600" fill="none" extrusionOk="0">
                  <a:moveTo>
                    <a:pt x="-1" y="102"/>
                  </a:moveTo>
                  <a:cubicBezTo>
                    <a:pt x="698" y="34"/>
                    <a:pt x="1400" y="-1"/>
                    <a:pt x="2103" y="0"/>
                  </a:cubicBezTo>
                  <a:cubicBezTo>
                    <a:pt x="11909" y="0"/>
                    <a:pt x="20485" y="6606"/>
                    <a:pt x="22987" y="16088"/>
                  </a:cubicBezTo>
                </a:path>
                <a:path w="22988" h="21600" stroke="0" extrusionOk="0">
                  <a:moveTo>
                    <a:pt x="-1" y="102"/>
                  </a:moveTo>
                  <a:cubicBezTo>
                    <a:pt x="698" y="34"/>
                    <a:pt x="1400" y="-1"/>
                    <a:pt x="2103" y="0"/>
                  </a:cubicBezTo>
                  <a:cubicBezTo>
                    <a:pt x="11909" y="0"/>
                    <a:pt x="20485" y="6606"/>
                    <a:pt x="22987" y="16088"/>
                  </a:cubicBezTo>
                  <a:lnTo>
                    <a:pt x="2103" y="21600"/>
                  </a:lnTo>
                  <a:lnTo>
                    <a:pt x="-1" y="102"/>
                  </a:lnTo>
                  <a:close/>
                </a:path>
              </a:pathLst>
            </a:custGeom>
            <a:noFill/>
            <a:ln w="19050">
              <a:solidFill>
                <a:srgbClr val="FF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5166" name="Text Box 46">
            <a:extLst>
              <a:ext uri="{FF2B5EF4-FFF2-40B4-BE49-F238E27FC236}">
                <a16:creationId xmlns:a16="http://schemas.microsoft.com/office/drawing/2014/main" id="{3517AC98-EE93-456C-BA3B-3AAD68A9CE82}"/>
              </a:ext>
            </a:extLst>
          </p:cNvPr>
          <p:cNvSpPr txBox="1">
            <a:spLocks noChangeArrowheads="1"/>
          </p:cNvSpPr>
          <p:nvPr/>
        </p:nvSpPr>
        <p:spPr bwMode="auto">
          <a:xfrm>
            <a:off x="4859338" y="5373688"/>
            <a:ext cx="304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solidFill>
                  <a:srgbClr val="FF3300"/>
                </a:solidFill>
              </a:rPr>
              <a:t>接触数</a:t>
            </a:r>
            <a:r>
              <a:rPr lang="zh-CN" altLang="en-US" sz="2800" b="1" i="1">
                <a:solidFill>
                  <a:srgbClr val="FF3300"/>
                </a:solidFill>
                <a:sym typeface="Symbol" panose="05050102010706020507" pitchFamily="18" charset="2"/>
              </a:rPr>
              <a:t> </a:t>
            </a:r>
            <a:r>
              <a:rPr lang="en-US" altLang="zh-CN" sz="2800" b="1">
                <a:solidFill>
                  <a:srgbClr val="FF3300"/>
                </a:solidFill>
                <a:sym typeface="Symbol" panose="05050102010706020507" pitchFamily="18" charset="2"/>
              </a:rPr>
              <a:t>=1 </a:t>
            </a:r>
            <a:r>
              <a:rPr lang="en-US" altLang="zh-CN" sz="2800" b="1">
                <a:solidFill>
                  <a:srgbClr val="FF3300"/>
                </a:solidFill>
              </a:rPr>
              <a:t>~ </a:t>
            </a:r>
            <a:r>
              <a:rPr lang="zh-CN" altLang="en-US" sz="2800" b="1">
                <a:solidFill>
                  <a:srgbClr val="FF3300"/>
                </a:solidFill>
              </a:rPr>
              <a:t>阈值</a:t>
            </a:r>
          </a:p>
        </p:txBody>
      </p:sp>
      <p:graphicFrame>
        <p:nvGraphicFramePr>
          <p:cNvPr id="5169" name="Object 49">
            <a:extLst>
              <a:ext uri="{FF2B5EF4-FFF2-40B4-BE49-F238E27FC236}">
                <a16:creationId xmlns:a16="http://schemas.microsoft.com/office/drawing/2014/main" id="{B0E6FC93-29BA-4C49-A83F-C295181DBCA3}"/>
              </a:ext>
            </a:extLst>
          </p:cNvPr>
          <p:cNvGraphicFramePr>
            <a:graphicFrameLocks noChangeAspect="1"/>
          </p:cNvGraphicFramePr>
          <p:nvPr/>
        </p:nvGraphicFramePr>
        <p:xfrm>
          <a:off x="4643438" y="3789363"/>
          <a:ext cx="936625" cy="455612"/>
        </p:xfrm>
        <a:graphic>
          <a:graphicData uri="http://schemas.openxmlformats.org/presentationml/2006/ole">
            <mc:AlternateContent xmlns:mc="http://schemas.openxmlformats.org/markup-compatibility/2006">
              <mc:Choice xmlns:v="urn:schemas-microsoft-com:vml" Requires="v">
                <p:oleObj spid="_x0000_s26692" name="公式" r:id="rId7" imgW="418918" imgH="203112" progId="Equation.3">
                  <p:embed/>
                </p:oleObj>
              </mc:Choice>
              <mc:Fallback>
                <p:oleObj name="公式" r:id="rId7" imgW="418918" imgH="203112" progId="Equation.3">
                  <p:embed/>
                  <p:pic>
                    <p:nvPicPr>
                      <p:cNvPr id="0" name="Object 4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43438" y="3789363"/>
                        <a:ext cx="936625" cy="455612"/>
                      </a:xfrm>
                      <a:prstGeom prst="rect">
                        <a:avLst/>
                      </a:prstGeom>
                      <a:solidFill>
                        <a:srgbClr val="99FF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75" name="Text Box 55">
            <a:extLst>
              <a:ext uri="{FF2B5EF4-FFF2-40B4-BE49-F238E27FC236}">
                <a16:creationId xmlns:a16="http://schemas.microsoft.com/office/drawing/2014/main" id="{51F5C8FE-FA1C-44CE-BD76-F99960BDAE9B}"/>
              </a:ext>
            </a:extLst>
          </p:cNvPr>
          <p:cNvSpPr txBox="1">
            <a:spLocks noChangeArrowheads="1"/>
          </p:cNvSpPr>
          <p:nvPr/>
        </p:nvSpPr>
        <p:spPr bwMode="auto">
          <a:xfrm>
            <a:off x="4067175" y="4365625"/>
            <a:ext cx="4897438" cy="946150"/>
          </a:xfrm>
          <a:prstGeom prst="rect">
            <a:avLst/>
          </a:prstGeom>
          <a:solidFill>
            <a:srgbClr val="99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sym typeface="Symbol" panose="05050102010706020507" pitchFamily="18" charset="2"/>
              </a:rPr>
              <a:t>感染期内</a:t>
            </a:r>
            <a:r>
              <a:rPr lang="zh-CN" altLang="en-US" sz="2800" b="1"/>
              <a:t>有效接触使健康者感染的人数不超过原有的病人数</a:t>
            </a:r>
          </a:p>
        </p:txBody>
      </p:sp>
      <p:grpSp>
        <p:nvGrpSpPr>
          <p:cNvPr id="5" name="Group 125">
            <a:extLst>
              <a:ext uri="{FF2B5EF4-FFF2-40B4-BE49-F238E27FC236}">
                <a16:creationId xmlns:a16="http://schemas.microsoft.com/office/drawing/2014/main" id="{C17FBF11-5282-4511-B655-8E9849DEFECF}"/>
              </a:ext>
            </a:extLst>
          </p:cNvPr>
          <p:cNvGrpSpPr>
            <a:grpSpLocks/>
          </p:cNvGrpSpPr>
          <p:nvPr/>
        </p:nvGrpSpPr>
        <p:grpSpPr bwMode="auto">
          <a:xfrm>
            <a:off x="762000" y="2197100"/>
            <a:ext cx="1676400" cy="1376363"/>
            <a:chOff x="480" y="1384"/>
            <a:chExt cx="1056" cy="867"/>
          </a:xfrm>
        </p:grpSpPr>
        <p:sp>
          <p:nvSpPr>
            <p:cNvPr id="26673" name="Arc 59">
              <a:extLst>
                <a:ext uri="{FF2B5EF4-FFF2-40B4-BE49-F238E27FC236}">
                  <a16:creationId xmlns:a16="http://schemas.microsoft.com/office/drawing/2014/main" id="{717E63E5-BE0D-4426-BF93-6FECE33A606E}"/>
                </a:ext>
              </a:extLst>
            </p:cNvPr>
            <p:cNvSpPr>
              <a:spLocks/>
            </p:cNvSpPr>
            <p:nvPr/>
          </p:nvSpPr>
          <p:spPr bwMode="auto">
            <a:xfrm flipH="1">
              <a:off x="480" y="1384"/>
              <a:ext cx="576" cy="547"/>
            </a:xfrm>
            <a:custGeom>
              <a:avLst/>
              <a:gdLst>
                <a:gd name="T0" fmla="*/ 0 w 21600"/>
                <a:gd name="T1" fmla="*/ 0 h 20514"/>
                <a:gd name="T2" fmla="*/ 0 w 21600"/>
                <a:gd name="T3" fmla="*/ 0 h 20514"/>
                <a:gd name="T4" fmla="*/ 0 w 21600"/>
                <a:gd name="T5" fmla="*/ 0 h 20514"/>
                <a:gd name="T6" fmla="*/ 0 60000 65536"/>
                <a:gd name="T7" fmla="*/ 0 60000 65536"/>
                <a:gd name="T8" fmla="*/ 0 60000 65536"/>
                <a:gd name="T9" fmla="*/ 0 w 21600"/>
                <a:gd name="T10" fmla="*/ 0 h 20514"/>
                <a:gd name="T11" fmla="*/ 21600 w 21600"/>
                <a:gd name="T12" fmla="*/ 20514 h 20514"/>
              </a:gdLst>
              <a:ahLst/>
              <a:cxnLst>
                <a:cxn ang="T6">
                  <a:pos x="T0" y="T1"/>
                </a:cxn>
                <a:cxn ang="T7">
                  <a:pos x="T2" y="T3"/>
                </a:cxn>
                <a:cxn ang="T8">
                  <a:pos x="T4" y="T5"/>
                </a:cxn>
              </a:cxnLst>
              <a:rect l="T9" t="T10" r="T11" b="T12"/>
              <a:pathLst>
                <a:path w="21600" h="20514" fill="none" extrusionOk="0">
                  <a:moveTo>
                    <a:pt x="6763" y="0"/>
                  </a:moveTo>
                  <a:cubicBezTo>
                    <a:pt x="15618" y="2919"/>
                    <a:pt x="21600" y="11190"/>
                    <a:pt x="21600" y="20514"/>
                  </a:cubicBezTo>
                </a:path>
                <a:path w="21600" h="20514" stroke="0" extrusionOk="0">
                  <a:moveTo>
                    <a:pt x="6763" y="0"/>
                  </a:moveTo>
                  <a:cubicBezTo>
                    <a:pt x="15618" y="2919"/>
                    <a:pt x="21600" y="11190"/>
                    <a:pt x="21600" y="20514"/>
                  </a:cubicBezTo>
                  <a:lnTo>
                    <a:pt x="0" y="20514"/>
                  </a:lnTo>
                  <a:lnTo>
                    <a:pt x="6763" y="0"/>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6674" name="Arc 60">
              <a:extLst>
                <a:ext uri="{FF2B5EF4-FFF2-40B4-BE49-F238E27FC236}">
                  <a16:creationId xmlns:a16="http://schemas.microsoft.com/office/drawing/2014/main" id="{D0CB15D0-8E60-4AE9-BCA0-B7FF0B701B19}"/>
                </a:ext>
              </a:extLst>
            </p:cNvPr>
            <p:cNvSpPr>
              <a:spLocks/>
            </p:cNvSpPr>
            <p:nvPr/>
          </p:nvSpPr>
          <p:spPr bwMode="auto">
            <a:xfrm>
              <a:off x="866" y="1388"/>
              <a:ext cx="566" cy="863"/>
            </a:xfrm>
            <a:custGeom>
              <a:avLst/>
              <a:gdLst>
                <a:gd name="T0" fmla="*/ 0 w 21614"/>
                <a:gd name="T1" fmla="*/ 0 h 21600"/>
                <a:gd name="T2" fmla="*/ 0 w 21614"/>
                <a:gd name="T3" fmla="*/ 1 h 21600"/>
                <a:gd name="T4" fmla="*/ 0 w 21614"/>
                <a:gd name="T5" fmla="*/ 1 h 21600"/>
                <a:gd name="T6" fmla="*/ 0 60000 65536"/>
                <a:gd name="T7" fmla="*/ 0 60000 65536"/>
                <a:gd name="T8" fmla="*/ 0 60000 65536"/>
                <a:gd name="T9" fmla="*/ 0 w 21614"/>
                <a:gd name="T10" fmla="*/ 0 h 21600"/>
                <a:gd name="T11" fmla="*/ 21614 w 21614"/>
                <a:gd name="T12" fmla="*/ 21600 h 21600"/>
              </a:gdLst>
              <a:ahLst/>
              <a:cxnLst>
                <a:cxn ang="T6">
                  <a:pos x="T0" y="T1"/>
                </a:cxn>
                <a:cxn ang="T7">
                  <a:pos x="T2" y="T3"/>
                </a:cxn>
                <a:cxn ang="T8">
                  <a:pos x="T4" y="T5"/>
                </a:cxn>
              </a:cxnLst>
              <a:rect l="T9" t="T10" r="T11" b="T12"/>
              <a:pathLst>
                <a:path w="21614" h="21600" fill="none" extrusionOk="0">
                  <a:moveTo>
                    <a:pt x="-1" y="4"/>
                  </a:moveTo>
                  <a:cubicBezTo>
                    <a:pt x="149" y="1"/>
                    <a:pt x="299" y="-1"/>
                    <a:pt x="450" y="0"/>
                  </a:cubicBezTo>
                  <a:cubicBezTo>
                    <a:pt x="10714" y="0"/>
                    <a:pt x="19560" y="7223"/>
                    <a:pt x="21613" y="17280"/>
                  </a:cubicBezTo>
                </a:path>
                <a:path w="21614" h="21600" stroke="0" extrusionOk="0">
                  <a:moveTo>
                    <a:pt x="-1" y="4"/>
                  </a:moveTo>
                  <a:cubicBezTo>
                    <a:pt x="149" y="1"/>
                    <a:pt x="299" y="-1"/>
                    <a:pt x="450" y="0"/>
                  </a:cubicBezTo>
                  <a:cubicBezTo>
                    <a:pt x="10714" y="0"/>
                    <a:pt x="19560" y="7223"/>
                    <a:pt x="21613" y="17280"/>
                  </a:cubicBezTo>
                  <a:lnTo>
                    <a:pt x="450" y="21600"/>
                  </a:lnTo>
                  <a:lnTo>
                    <a:pt x="-1" y="4"/>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6675" name="Text Box 63">
              <a:extLst>
                <a:ext uri="{FF2B5EF4-FFF2-40B4-BE49-F238E27FC236}">
                  <a16:creationId xmlns:a16="http://schemas.microsoft.com/office/drawing/2014/main" id="{FD6289A4-F717-4C61-849B-637360CB10C0}"/>
                </a:ext>
              </a:extLst>
            </p:cNvPr>
            <p:cNvSpPr txBox="1">
              <a:spLocks noChangeArrowheads="1"/>
            </p:cNvSpPr>
            <p:nvPr/>
          </p:nvSpPr>
          <p:spPr bwMode="auto">
            <a:xfrm>
              <a:off x="960" y="1854"/>
              <a:ext cx="5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a:t>1-1/</a:t>
              </a:r>
              <a:r>
                <a:rPr lang="en-US" altLang="zh-CN" sz="2000" b="1" i="1">
                  <a:sym typeface="Symbol" panose="05050102010706020507" pitchFamily="18" charset="2"/>
                </a:rPr>
                <a:t></a:t>
              </a:r>
              <a:endParaRPr lang="en-US" altLang="zh-CN" sz="2000" b="1" i="1"/>
            </a:p>
          </p:txBody>
        </p:sp>
      </p:grpSp>
      <p:grpSp>
        <p:nvGrpSpPr>
          <p:cNvPr id="6" name="Group 96">
            <a:extLst>
              <a:ext uri="{FF2B5EF4-FFF2-40B4-BE49-F238E27FC236}">
                <a16:creationId xmlns:a16="http://schemas.microsoft.com/office/drawing/2014/main" id="{3D35353E-EEEE-46FE-8CDA-8FBE8E67EF9A}"/>
              </a:ext>
            </a:extLst>
          </p:cNvPr>
          <p:cNvGrpSpPr>
            <a:grpSpLocks/>
          </p:cNvGrpSpPr>
          <p:nvPr/>
        </p:nvGrpSpPr>
        <p:grpSpPr bwMode="auto">
          <a:xfrm>
            <a:off x="6248400" y="1843088"/>
            <a:ext cx="2159000" cy="1438275"/>
            <a:chOff x="3936" y="1104"/>
            <a:chExt cx="1360" cy="906"/>
          </a:xfrm>
        </p:grpSpPr>
        <p:sp>
          <p:nvSpPr>
            <p:cNvPr id="26671" name="Arc 71">
              <a:extLst>
                <a:ext uri="{FF2B5EF4-FFF2-40B4-BE49-F238E27FC236}">
                  <a16:creationId xmlns:a16="http://schemas.microsoft.com/office/drawing/2014/main" id="{BBBF41DD-946F-4872-9FF5-DDEF51F1DBFD}"/>
                </a:ext>
              </a:extLst>
            </p:cNvPr>
            <p:cNvSpPr>
              <a:spLocks/>
            </p:cNvSpPr>
            <p:nvPr/>
          </p:nvSpPr>
          <p:spPr bwMode="auto">
            <a:xfrm flipH="1" flipV="1">
              <a:off x="4176" y="1248"/>
              <a:ext cx="1120" cy="762"/>
            </a:xfrm>
            <a:custGeom>
              <a:avLst/>
              <a:gdLst>
                <a:gd name="T0" fmla="*/ 0 w 21600"/>
                <a:gd name="T1" fmla="*/ 0 h 21511"/>
                <a:gd name="T2" fmla="*/ 3 w 21600"/>
                <a:gd name="T3" fmla="*/ 1 h 21511"/>
                <a:gd name="T4" fmla="*/ 0 w 21600"/>
                <a:gd name="T5" fmla="*/ 1 h 21511"/>
                <a:gd name="T6" fmla="*/ 0 60000 65536"/>
                <a:gd name="T7" fmla="*/ 0 60000 65536"/>
                <a:gd name="T8" fmla="*/ 0 60000 65536"/>
                <a:gd name="T9" fmla="*/ 0 w 21600"/>
                <a:gd name="T10" fmla="*/ 0 h 21511"/>
                <a:gd name="T11" fmla="*/ 21600 w 21600"/>
                <a:gd name="T12" fmla="*/ 21511 h 21511"/>
              </a:gdLst>
              <a:ahLst/>
              <a:cxnLst>
                <a:cxn ang="T6">
                  <a:pos x="T0" y="T1"/>
                </a:cxn>
                <a:cxn ang="T7">
                  <a:pos x="T2" y="T3"/>
                </a:cxn>
                <a:cxn ang="T8">
                  <a:pos x="T4" y="T5"/>
                </a:cxn>
              </a:cxnLst>
              <a:rect l="T9" t="T10" r="T11" b="T12"/>
              <a:pathLst>
                <a:path w="21600" h="21511" fill="none" extrusionOk="0">
                  <a:moveTo>
                    <a:pt x="1955" y="-1"/>
                  </a:moveTo>
                  <a:cubicBezTo>
                    <a:pt x="13080" y="1010"/>
                    <a:pt x="21600" y="10339"/>
                    <a:pt x="21600" y="21511"/>
                  </a:cubicBezTo>
                </a:path>
                <a:path w="21600" h="21511" stroke="0" extrusionOk="0">
                  <a:moveTo>
                    <a:pt x="1955" y="-1"/>
                  </a:moveTo>
                  <a:cubicBezTo>
                    <a:pt x="13080" y="1010"/>
                    <a:pt x="21600" y="10339"/>
                    <a:pt x="21600" y="21511"/>
                  </a:cubicBezTo>
                  <a:lnTo>
                    <a:pt x="0" y="21511"/>
                  </a:lnTo>
                  <a:lnTo>
                    <a:pt x="1955" y="-1"/>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6672" name="Text Box 76">
              <a:extLst>
                <a:ext uri="{FF2B5EF4-FFF2-40B4-BE49-F238E27FC236}">
                  <a16:creationId xmlns:a16="http://schemas.microsoft.com/office/drawing/2014/main" id="{239A5ECF-E0C8-44B3-8F2C-C46B1844E055}"/>
                </a:ext>
              </a:extLst>
            </p:cNvPr>
            <p:cNvSpPr txBox="1">
              <a:spLocks noChangeArrowheads="1"/>
            </p:cNvSpPr>
            <p:nvPr/>
          </p:nvSpPr>
          <p:spPr bwMode="auto">
            <a:xfrm>
              <a:off x="3936" y="1104"/>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i="1"/>
                <a:t>i</a:t>
              </a:r>
              <a:r>
                <a:rPr lang="en-US" altLang="zh-CN" b="1" baseline="-25000"/>
                <a:t>0</a:t>
              </a:r>
              <a:endParaRPr lang="en-US" altLang="zh-CN" b="1"/>
            </a:p>
          </p:txBody>
        </p:sp>
      </p:grpSp>
      <p:sp>
        <p:nvSpPr>
          <p:cNvPr id="5199" name="Text Box 79">
            <a:extLst>
              <a:ext uri="{FF2B5EF4-FFF2-40B4-BE49-F238E27FC236}">
                <a16:creationId xmlns:a16="http://schemas.microsoft.com/office/drawing/2014/main" id="{8DD2ED0D-9E4C-4118-94C5-FE307F714D5F}"/>
              </a:ext>
            </a:extLst>
          </p:cNvPr>
          <p:cNvSpPr txBox="1">
            <a:spLocks noChangeArrowheads="1"/>
          </p:cNvSpPr>
          <p:nvPr/>
        </p:nvSpPr>
        <p:spPr bwMode="auto">
          <a:xfrm>
            <a:off x="900113" y="5949950"/>
            <a:ext cx="7315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模型</a:t>
            </a:r>
            <a:r>
              <a:rPr lang="en-US" altLang="zh-CN" sz="2800" b="1"/>
              <a:t>2(SI</a:t>
            </a:r>
            <a:r>
              <a:rPr lang="zh-CN" altLang="en-US" sz="2800" b="1"/>
              <a:t>模型</a:t>
            </a:r>
            <a:r>
              <a:rPr lang="en-US" altLang="zh-CN" sz="2800" b="1"/>
              <a:t>)</a:t>
            </a:r>
            <a:r>
              <a:rPr lang="zh-CN" altLang="en-US" sz="2800" b="1"/>
              <a:t>如何看作模型</a:t>
            </a:r>
            <a:r>
              <a:rPr lang="en-US" altLang="zh-CN" sz="2800" b="1"/>
              <a:t>3(SIS</a:t>
            </a:r>
            <a:r>
              <a:rPr lang="zh-CN" altLang="en-US" sz="2800" b="1"/>
              <a:t>模型</a:t>
            </a:r>
            <a:r>
              <a:rPr lang="en-US" altLang="zh-CN" sz="2800" b="1"/>
              <a:t>)</a:t>
            </a:r>
            <a:r>
              <a:rPr lang="zh-CN" altLang="en-US" sz="2800" b="1"/>
              <a:t>的特例</a:t>
            </a:r>
          </a:p>
        </p:txBody>
      </p:sp>
      <p:grpSp>
        <p:nvGrpSpPr>
          <p:cNvPr id="7" name="Group 86">
            <a:extLst>
              <a:ext uri="{FF2B5EF4-FFF2-40B4-BE49-F238E27FC236}">
                <a16:creationId xmlns:a16="http://schemas.microsoft.com/office/drawing/2014/main" id="{E5A1D216-E661-4FCC-80CE-4454E5422B91}"/>
              </a:ext>
            </a:extLst>
          </p:cNvPr>
          <p:cNvGrpSpPr>
            <a:grpSpLocks/>
          </p:cNvGrpSpPr>
          <p:nvPr/>
        </p:nvGrpSpPr>
        <p:grpSpPr bwMode="auto">
          <a:xfrm>
            <a:off x="381000" y="1081088"/>
            <a:ext cx="2819400" cy="2362200"/>
            <a:chOff x="240" y="624"/>
            <a:chExt cx="1776" cy="1488"/>
          </a:xfrm>
        </p:grpSpPr>
        <p:sp>
          <p:nvSpPr>
            <p:cNvPr id="26664" name="Line 57">
              <a:extLst>
                <a:ext uri="{FF2B5EF4-FFF2-40B4-BE49-F238E27FC236}">
                  <a16:creationId xmlns:a16="http://schemas.microsoft.com/office/drawing/2014/main" id="{AAC792DA-7939-47B6-A8CD-77DF530E66A9}"/>
                </a:ext>
              </a:extLst>
            </p:cNvPr>
            <p:cNvSpPr>
              <a:spLocks noChangeShapeType="1"/>
            </p:cNvSpPr>
            <p:nvPr/>
          </p:nvSpPr>
          <p:spPr bwMode="auto">
            <a:xfrm flipV="1">
              <a:off x="480" y="1872"/>
              <a:ext cx="134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65" name="Line 58">
              <a:extLst>
                <a:ext uri="{FF2B5EF4-FFF2-40B4-BE49-F238E27FC236}">
                  <a16:creationId xmlns:a16="http://schemas.microsoft.com/office/drawing/2014/main" id="{D0EA1983-4D63-4063-8B5F-29C17592F8D0}"/>
                </a:ext>
              </a:extLst>
            </p:cNvPr>
            <p:cNvSpPr>
              <a:spLocks noChangeShapeType="1"/>
            </p:cNvSpPr>
            <p:nvPr/>
          </p:nvSpPr>
          <p:spPr bwMode="auto">
            <a:xfrm flipV="1">
              <a:off x="480" y="864"/>
              <a:ext cx="0" cy="100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66" name="Text Box 61">
              <a:extLst>
                <a:ext uri="{FF2B5EF4-FFF2-40B4-BE49-F238E27FC236}">
                  <a16:creationId xmlns:a16="http://schemas.microsoft.com/office/drawing/2014/main" id="{44804C56-FA50-4CFC-AE02-7C43CF7F16DD}"/>
                </a:ext>
              </a:extLst>
            </p:cNvPr>
            <p:cNvSpPr txBox="1">
              <a:spLocks noChangeArrowheads="1"/>
            </p:cNvSpPr>
            <p:nvPr/>
          </p:nvSpPr>
          <p:spPr bwMode="auto">
            <a:xfrm>
              <a:off x="1728" y="1824"/>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i="1"/>
                <a:t>i</a:t>
              </a:r>
            </a:p>
          </p:txBody>
        </p:sp>
        <p:sp>
          <p:nvSpPr>
            <p:cNvPr id="26667" name="Text Box 62">
              <a:extLst>
                <a:ext uri="{FF2B5EF4-FFF2-40B4-BE49-F238E27FC236}">
                  <a16:creationId xmlns:a16="http://schemas.microsoft.com/office/drawing/2014/main" id="{1A459508-0044-499E-A731-35A79E5A307B}"/>
                </a:ext>
              </a:extLst>
            </p:cNvPr>
            <p:cNvSpPr txBox="1">
              <a:spLocks noChangeArrowheads="1"/>
            </p:cNvSpPr>
            <p:nvPr/>
          </p:nvSpPr>
          <p:spPr bwMode="auto">
            <a:xfrm>
              <a:off x="240" y="624"/>
              <a:ext cx="5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t>d</a:t>
              </a:r>
              <a:r>
                <a:rPr lang="en-US" altLang="zh-CN" b="1" i="1"/>
                <a:t>i/</a:t>
              </a:r>
              <a:r>
                <a:rPr lang="en-US" altLang="zh-CN" b="1"/>
                <a:t>d</a:t>
              </a:r>
              <a:r>
                <a:rPr lang="en-US" altLang="zh-CN" b="1" i="1"/>
                <a:t>t</a:t>
              </a:r>
            </a:p>
          </p:txBody>
        </p:sp>
        <p:sp>
          <p:nvSpPr>
            <p:cNvPr id="26668" name="Text Box 64">
              <a:extLst>
                <a:ext uri="{FF2B5EF4-FFF2-40B4-BE49-F238E27FC236}">
                  <a16:creationId xmlns:a16="http://schemas.microsoft.com/office/drawing/2014/main" id="{51144958-556A-4222-A784-68E13ED96FF5}"/>
                </a:ext>
              </a:extLst>
            </p:cNvPr>
            <p:cNvSpPr txBox="1">
              <a:spLocks noChangeArrowheads="1"/>
            </p:cNvSpPr>
            <p:nvPr/>
          </p:nvSpPr>
          <p:spPr bwMode="auto">
            <a:xfrm>
              <a:off x="288" y="1776"/>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i="1"/>
                <a:t>O</a:t>
              </a:r>
            </a:p>
          </p:txBody>
        </p:sp>
        <p:sp>
          <p:nvSpPr>
            <p:cNvPr id="26669" name="Text Box 66">
              <a:extLst>
                <a:ext uri="{FF2B5EF4-FFF2-40B4-BE49-F238E27FC236}">
                  <a16:creationId xmlns:a16="http://schemas.microsoft.com/office/drawing/2014/main" id="{E887CC4C-A4E5-4D45-8B83-73CBFE3F4E02}"/>
                </a:ext>
              </a:extLst>
            </p:cNvPr>
            <p:cNvSpPr txBox="1">
              <a:spLocks noChangeArrowheads="1"/>
            </p:cNvSpPr>
            <p:nvPr/>
          </p:nvSpPr>
          <p:spPr bwMode="auto">
            <a:xfrm>
              <a:off x="1536" y="1824"/>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en-US" sz="2000" b="1"/>
                <a:t>1</a:t>
              </a:r>
              <a:endParaRPr lang="en-US" altLang="zh-CN" sz="2000" b="1"/>
            </a:p>
          </p:txBody>
        </p:sp>
        <p:sp>
          <p:nvSpPr>
            <p:cNvPr id="26670" name="Text Box 80">
              <a:extLst>
                <a:ext uri="{FF2B5EF4-FFF2-40B4-BE49-F238E27FC236}">
                  <a16:creationId xmlns:a16="http://schemas.microsoft.com/office/drawing/2014/main" id="{3C2C556C-318F-4EDE-BF46-1F964B1EEFA7}"/>
                </a:ext>
              </a:extLst>
            </p:cNvPr>
            <p:cNvSpPr txBox="1">
              <a:spLocks noChangeArrowheads="1"/>
            </p:cNvSpPr>
            <p:nvPr/>
          </p:nvSpPr>
          <p:spPr bwMode="auto">
            <a:xfrm>
              <a:off x="1008" y="912"/>
              <a:ext cx="5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i="1">
                  <a:sym typeface="Symbol" panose="05050102010706020507" pitchFamily="18" charset="2"/>
                </a:rPr>
                <a:t> &gt;</a:t>
              </a:r>
              <a:r>
                <a:rPr lang="en-US" altLang="zh-CN" b="1">
                  <a:sym typeface="Symbol" panose="05050102010706020507" pitchFamily="18" charset="2"/>
                </a:rPr>
                <a:t>1</a:t>
              </a:r>
              <a:endParaRPr lang="en-US" altLang="zh-CN" b="1"/>
            </a:p>
          </p:txBody>
        </p:sp>
      </p:grpSp>
      <p:grpSp>
        <p:nvGrpSpPr>
          <p:cNvPr id="8" name="Group 90">
            <a:extLst>
              <a:ext uri="{FF2B5EF4-FFF2-40B4-BE49-F238E27FC236}">
                <a16:creationId xmlns:a16="http://schemas.microsoft.com/office/drawing/2014/main" id="{F906D3B5-B520-4F12-B28C-1CC9208E3B1C}"/>
              </a:ext>
            </a:extLst>
          </p:cNvPr>
          <p:cNvGrpSpPr>
            <a:grpSpLocks/>
          </p:cNvGrpSpPr>
          <p:nvPr/>
        </p:nvGrpSpPr>
        <p:grpSpPr bwMode="auto">
          <a:xfrm>
            <a:off x="3048000" y="1081088"/>
            <a:ext cx="3159125" cy="2790825"/>
            <a:chOff x="1920" y="624"/>
            <a:chExt cx="1990" cy="1758"/>
          </a:xfrm>
        </p:grpSpPr>
        <p:sp>
          <p:nvSpPr>
            <p:cNvPr id="26657" name="Line 7">
              <a:extLst>
                <a:ext uri="{FF2B5EF4-FFF2-40B4-BE49-F238E27FC236}">
                  <a16:creationId xmlns:a16="http://schemas.microsoft.com/office/drawing/2014/main" id="{00A6FCE6-76EB-49A6-A4DA-04F154154F2E}"/>
                </a:ext>
              </a:extLst>
            </p:cNvPr>
            <p:cNvSpPr>
              <a:spLocks noChangeShapeType="1"/>
            </p:cNvSpPr>
            <p:nvPr/>
          </p:nvSpPr>
          <p:spPr bwMode="auto">
            <a:xfrm flipV="1">
              <a:off x="2400" y="2112"/>
              <a:ext cx="134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58" name="Line 8">
              <a:extLst>
                <a:ext uri="{FF2B5EF4-FFF2-40B4-BE49-F238E27FC236}">
                  <a16:creationId xmlns:a16="http://schemas.microsoft.com/office/drawing/2014/main" id="{4560BA7B-A8E2-40A4-ABA0-CD6CB32C3B14}"/>
                </a:ext>
              </a:extLst>
            </p:cNvPr>
            <p:cNvSpPr>
              <a:spLocks noChangeShapeType="1"/>
            </p:cNvSpPr>
            <p:nvPr/>
          </p:nvSpPr>
          <p:spPr bwMode="auto">
            <a:xfrm flipV="1">
              <a:off x="2385" y="696"/>
              <a:ext cx="0" cy="143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59" name="Text Box 16">
              <a:extLst>
                <a:ext uri="{FF2B5EF4-FFF2-40B4-BE49-F238E27FC236}">
                  <a16:creationId xmlns:a16="http://schemas.microsoft.com/office/drawing/2014/main" id="{8E44C448-1A98-4C94-8B80-1DC282D6DB9E}"/>
                </a:ext>
              </a:extLst>
            </p:cNvPr>
            <p:cNvSpPr txBox="1">
              <a:spLocks noChangeArrowheads="1"/>
            </p:cNvSpPr>
            <p:nvPr/>
          </p:nvSpPr>
          <p:spPr bwMode="auto">
            <a:xfrm>
              <a:off x="2309" y="2122"/>
              <a:ext cx="30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i="1"/>
                <a:t>O</a:t>
              </a:r>
            </a:p>
          </p:txBody>
        </p:sp>
        <p:sp>
          <p:nvSpPr>
            <p:cNvPr id="26660" name="Text Box 17">
              <a:extLst>
                <a:ext uri="{FF2B5EF4-FFF2-40B4-BE49-F238E27FC236}">
                  <a16:creationId xmlns:a16="http://schemas.microsoft.com/office/drawing/2014/main" id="{E4522568-B2A6-41CE-874F-7F11A0634FC8}"/>
                </a:ext>
              </a:extLst>
            </p:cNvPr>
            <p:cNvSpPr txBox="1">
              <a:spLocks noChangeArrowheads="1"/>
            </p:cNvSpPr>
            <p:nvPr/>
          </p:nvSpPr>
          <p:spPr bwMode="auto">
            <a:xfrm>
              <a:off x="3648" y="2094"/>
              <a:ext cx="26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i="1"/>
                <a:t>t</a:t>
              </a:r>
            </a:p>
          </p:txBody>
        </p:sp>
        <p:sp>
          <p:nvSpPr>
            <p:cNvPr id="26661" name="Text Box 18">
              <a:extLst>
                <a:ext uri="{FF2B5EF4-FFF2-40B4-BE49-F238E27FC236}">
                  <a16:creationId xmlns:a16="http://schemas.microsoft.com/office/drawing/2014/main" id="{11E5692A-7700-4216-8017-03E88E06C462}"/>
                </a:ext>
              </a:extLst>
            </p:cNvPr>
            <p:cNvSpPr txBox="1">
              <a:spLocks noChangeArrowheads="1"/>
            </p:cNvSpPr>
            <p:nvPr/>
          </p:nvSpPr>
          <p:spPr bwMode="auto">
            <a:xfrm>
              <a:off x="2208" y="624"/>
              <a:ext cx="30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i="1"/>
                <a:t>i</a:t>
              </a:r>
            </a:p>
          </p:txBody>
        </p:sp>
        <p:sp>
          <p:nvSpPr>
            <p:cNvPr id="26662" name="Text Box 85">
              <a:extLst>
                <a:ext uri="{FF2B5EF4-FFF2-40B4-BE49-F238E27FC236}">
                  <a16:creationId xmlns:a16="http://schemas.microsoft.com/office/drawing/2014/main" id="{BD2BDD3C-6468-47E5-87E2-775E18092765}"/>
                </a:ext>
              </a:extLst>
            </p:cNvPr>
            <p:cNvSpPr txBox="1">
              <a:spLocks noChangeArrowheads="1"/>
            </p:cNvSpPr>
            <p:nvPr/>
          </p:nvSpPr>
          <p:spPr bwMode="auto">
            <a:xfrm>
              <a:off x="2928" y="864"/>
              <a:ext cx="5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i="1">
                  <a:sym typeface="Symbol" panose="05050102010706020507" pitchFamily="18" charset="2"/>
                </a:rPr>
                <a:t> &gt;</a:t>
              </a:r>
              <a:r>
                <a:rPr lang="en-US" altLang="zh-CN" b="1">
                  <a:sym typeface="Symbol" panose="05050102010706020507" pitchFamily="18" charset="2"/>
                </a:rPr>
                <a:t>1</a:t>
              </a:r>
              <a:endParaRPr lang="en-US" altLang="zh-CN" b="1"/>
            </a:p>
          </p:txBody>
        </p:sp>
        <p:sp>
          <p:nvSpPr>
            <p:cNvPr id="26663" name="Text Box 87">
              <a:extLst>
                <a:ext uri="{FF2B5EF4-FFF2-40B4-BE49-F238E27FC236}">
                  <a16:creationId xmlns:a16="http://schemas.microsoft.com/office/drawing/2014/main" id="{089469B5-20DD-481E-A30E-250CE9D291FF}"/>
                </a:ext>
              </a:extLst>
            </p:cNvPr>
            <p:cNvSpPr txBox="1">
              <a:spLocks noChangeArrowheads="1"/>
            </p:cNvSpPr>
            <p:nvPr/>
          </p:nvSpPr>
          <p:spPr bwMode="auto">
            <a:xfrm>
              <a:off x="1920" y="1344"/>
              <a:ext cx="5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a:t>1-1/</a:t>
              </a:r>
              <a:r>
                <a:rPr lang="en-US" altLang="zh-CN" sz="2000" b="1">
                  <a:sym typeface="Symbol" panose="05050102010706020507" pitchFamily="18" charset="2"/>
                </a:rPr>
                <a:t></a:t>
              </a:r>
              <a:endParaRPr lang="en-US" altLang="zh-CN" sz="2000" b="1"/>
            </a:p>
          </p:txBody>
        </p:sp>
      </p:grpSp>
      <p:grpSp>
        <p:nvGrpSpPr>
          <p:cNvPr id="9" name="Group 99">
            <a:extLst>
              <a:ext uri="{FF2B5EF4-FFF2-40B4-BE49-F238E27FC236}">
                <a16:creationId xmlns:a16="http://schemas.microsoft.com/office/drawing/2014/main" id="{6A0161B5-1150-49DB-9AD7-77A588975F17}"/>
              </a:ext>
            </a:extLst>
          </p:cNvPr>
          <p:cNvGrpSpPr>
            <a:grpSpLocks/>
          </p:cNvGrpSpPr>
          <p:nvPr/>
        </p:nvGrpSpPr>
        <p:grpSpPr bwMode="auto">
          <a:xfrm>
            <a:off x="6400800" y="1157288"/>
            <a:ext cx="2438400" cy="2574925"/>
            <a:chOff x="4032" y="672"/>
            <a:chExt cx="1536" cy="1622"/>
          </a:xfrm>
        </p:grpSpPr>
        <p:sp>
          <p:nvSpPr>
            <p:cNvPr id="26651" name="Line 69">
              <a:extLst>
                <a:ext uri="{FF2B5EF4-FFF2-40B4-BE49-F238E27FC236}">
                  <a16:creationId xmlns:a16="http://schemas.microsoft.com/office/drawing/2014/main" id="{F061B9E2-F3A7-49D9-A278-3A4863084243}"/>
                </a:ext>
              </a:extLst>
            </p:cNvPr>
            <p:cNvSpPr>
              <a:spLocks noChangeShapeType="1"/>
            </p:cNvSpPr>
            <p:nvPr/>
          </p:nvSpPr>
          <p:spPr bwMode="auto">
            <a:xfrm>
              <a:off x="4160" y="2047"/>
              <a:ext cx="131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52" name="Line 70">
              <a:extLst>
                <a:ext uri="{FF2B5EF4-FFF2-40B4-BE49-F238E27FC236}">
                  <a16:creationId xmlns:a16="http://schemas.microsoft.com/office/drawing/2014/main" id="{866D8883-254E-428D-BE04-E3CD2F72E714}"/>
                </a:ext>
              </a:extLst>
            </p:cNvPr>
            <p:cNvSpPr>
              <a:spLocks noChangeShapeType="1"/>
            </p:cNvSpPr>
            <p:nvPr/>
          </p:nvSpPr>
          <p:spPr bwMode="auto">
            <a:xfrm flipV="1">
              <a:off x="4160" y="755"/>
              <a:ext cx="0" cy="12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53" name="Text Box 73">
              <a:extLst>
                <a:ext uri="{FF2B5EF4-FFF2-40B4-BE49-F238E27FC236}">
                  <a16:creationId xmlns:a16="http://schemas.microsoft.com/office/drawing/2014/main" id="{7A342B13-AEC7-4BAA-A822-B2D038473413}"/>
                </a:ext>
              </a:extLst>
            </p:cNvPr>
            <p:cNvSpPr txBox="1">
              <a:spLocks noChangeArrowheads="1"/>
            </p:cNvSpPr>
            <p:nvPr/>
          </p:nvSpPr>
          <p:spPr bwMode="auto">
            <a:xfrm>
              <a:off x="4032" y="672"/>
              <a:ext cx="1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i="1"/>
                <a:t>i</a:t>
              </a:r>
            </a:p>
          </p:txBody>
        </p:sp>
        <p:sp>
          <p:nvSpPr>
            <p:cNvPr id="26654" name="Text Box 74">
              <a:extLst>
                <a:ext uri="{FF2B5EF4-FFF2-40B4-BE49-F238E27FC236}">
                  <a16:creationId xmlns:a16="http://schemas.microsoft.com/office/drawing/2014/main" id="{5D65318D-8DB2-4FE6-8658-570FD2E6C0B3}"/>
                </a:ext>
              </a:extLst>
            </p:cNvPr>
            <p:cNvSpPr txBox="1">
              <a:spLocks noChangeArrowheads="1"/>
            </p:cNvSpPr>
            <p:nvPr/>
          </p:nvSpPr>
          <p:spPr bwMode="auto">
            <a:xfrm>
              <a:off x="4096" y="2039"/>
              <a:ext cx="19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i="1"/>
                <a:t>O</a:t>
              </a:r>
            </a:p>
          </p:txBody>
        </p:sp>
        <p:sp>
          <p:nvSpPr>
            <p:cNvPr id="26655" name="Text Box 75">
              <a:extLst>
                <a:ext uri="{FF2B5EF4-FFF2-40B4-BE49-F238E27FC236}">
                  <a16:creationId xmlns:a16="http://schemas.microsoft.com/office/drawing/2014/main" id="{DCD82567-B65E-42AA-9BFA-36B7F50A106C}"/>
                </a:ext>
              </a:extLst>
            </p:cNvPr>
            <p:cNvSpPr txBox="1">
              <a:spLocks noChangeArrowheads="1"/>
            </p:cNvSpPr>
            <p:nvPr/>
          </p:nvSpPr>
          <p:spPr bwMode="auto">
            <a:xfrm>
              <a:off x="5376" y="2006"/>
              <a:ext cx="1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i="1"/>
                <a:t>t</a:t>
              </a:r>
            </a:p>
          </p:txBody>
        </p:sp>
        <p:sp>
          <p:nvSpPr>
            <p:cNvPr id="26656" name="Text Box 94">
              <a:extLst>
                <a:ext uri="{FF2B5EF4-FFF2-40B4-BE49-F238E27FC236}">
                  <a16:creationId xmlns:a16="http://schemas.microsoft.com/office/drawing/2014/main" id="{5669688C-2579-419B-AF27-CE067486A9A0}"/>
                </a:ext>
              </a:extLst>
            </p:cNvPr>
            <p:cNvSpPr txBox="1">
              <a:spLocks noChangeArrowheads="1"/>
            </p:cNvSpPr>
            <p:nvPr/>
          </p:nvSpPr>
          <p:spPr bwMode="auto">
            <a:xfrm>
              <a:off x="4704" y="864"/>
              <a:ext cx="5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i="1">
                  <a:sym typeface="Symbol" panose="05050102010706020507" pitchFamily="18" charset="2"/>
                </a:rPr>
                <a:t> </a:t>
              </a:r>
              <a:r>
                <a:rPr lang="en-US" altLang="zh-CN" b="1">
                  <a:sym typeface="Symbol" panose="05050102010706020507" pitchFamily="18" charset="2"/>
                </a:rPr>
                <a:t>1</a:t>
              </a:r>
              <a:endParaRPr lang="en-US" altLang="zh-CN" b="1"/>
            </a:p>
          </p:txBody>
        </p:sp>
      </p:grpSp>
      <p:grpSp>
        <p:nvGrpSpPr>
          <p:cNvPr id="10" name="Group 102">
            <a:extLst>
              <a:ext uri="{FF2B5EF4-FFF2-40B4-BE49-F238E27FC236}">
                <a16:creationId xmlns:a16="http://schemas.microsoft.com/office/drawing/2014/main" id="{58B33661-CBBD-4CB7-9CCE-42902F3B8172}"/>
              </a:ext>
            </a:extLst>
          </p:cNvPr>
          <p:cNvGrpSpPr>
            <a:grpSpLocks/>
          </p:cNvGrpSpPr>
          <p:nvPr/>
        </p:nvGrpSpPr>
        <p:grpSpPr bwMode="auto">
          <a:xfrm>
            <a:off x="7315200" y="1995488"/>
            <a:ext cx="1219200" cy="609600"/>
            <a:chOff x="4608" y="1200"/>
            <a:chExt cx="768" cy="384"/>
          </a:xfrm>
        </p:grpSpPr>
        <p:sp>
          <p:nvSpPr>
            <p:cNvPr id="26649" name="Text Box 100">
              <a:extLst>
                <a:ext uri="{FF2B5EF4-FFF2-40B4-BE49-F238E27FC236}">
                  <a16:creationId xmlns:a16="http://schemas.microsoft.com/office/drawing/2014/main" id="{B091B9F5-5F0D-4DA9-8428-9536E42ABFBD}"/>
                </a:ext>
              </a:extLst>
            </p:cNvPr>
            <p:cNvSpPr txBox="1">
              <a:spLocks noChangeArrowheads="1"/>
            </p:cNvSpPr>
            <p:nvPr/>
          </p:nvSpPr>
          <p:spPr bwMode="auto">
            <a:xfrm>
              <a:off x="4608" y="1296"/>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i="1"/>
                <a:t>di</a:t>
              </a:r>
              <a:r>
                <a:rPr lang="en-US" altLang="zh-CN" b="1"/>
                <a:t>/</a:t>
              </a:r>
              <a:r>
                <a:rPr lang="en-US" altLang="zh-CN" b="1" i="1"/>
                <a:t>dt </a:t>
              </a:r>
              <a:r>
                <a:rPr lang="en-US" altLang="zh-CN" b="1"/>
                <a:t>&lt; 0</a:t>
              </a:r>
            </a:p>
          </p:txBody>
        </p:sp>
        <p:sp>
          <p:nvSpPr>
            <p:cNvPr id="26650" name="AutoShape 101">
              <a:extLst>
                <a:ext uri="{FF2B5EF4-FFF2-40B4-BE49-F238E27FC236}">
                  <a16:creationId xmlns:a16="http://schemas.microsoft.com/office/drawing/2014/main" id="{90C14CBD-945E-4634-B46E-7BCE32B34D8D}"/>
                </a:ext>
              </a:extLst>
            </p:cNvPr>
            <p:cNvSpPr>
              <a:spLocks noChangeArrowheads="1"/>
            </p:cNvSpPr>
            <p:nvPr/>
          </p:nvSpPr>
          <p:spPr bwMode="auto">
            <a:xfrm>
              <a:off x="4800" y="1200"/>
              <a:ext cx="306" cy="96"/>
            </a:xfrm>
            <a:prstGeom prst="downArrow">
              <a:avLst>
                <a:gd name="adj1" fmla="val 50000"/>
                <a:gd name="adj2" fmla="val 25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5241" name="Rectangle 121">
            <a:extLst>
              <a:ext uri="{FF2B5EF4-FFF2-40B4-BE49-F238E27FC236}">
                <a16:creationId xmlns:a16="http://schemas.microsoft.com/office/drawing/2014/main" id="{988EF299-071C-4BB3-AB65-B3491FBECF65}"/>
              </a:ext>
            </a:extLst>
          </p:cNvPr>
          <p:cNvSpPr>
            <a:spLocks noChangeArrowheads="1"/>
          </p:cNvSpPr>
          <p:nvPr/>
        </p:nvSpPr>
        <p:spPr bwMode="auto">
          <a:xfrm>
            <a:off x="684213" y="4797425"/>
            <a:ext cx="2447925" cy="519113"/>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i="1">
                <a:sym typeface="Symbol" panose="05050102010706020507" pitchFamily="18" charset="2"/>
              </a:rPr>
              <a:t> &gt;</a:t>
            </a:r>
            <a:r>
              <a:rPr lang="en-US" altLang="zh-CN" sz="2800" b="1">
                <a:sym typeface="Symbol" panose="05050102010706020507" pitchFamily="18" charset="2"/>
              </a:rPr>
              <a:t>1, </a:t>
            </a:r>
            <a:r>
              <a:rPr lang="en-US" altLang="zh-CN" sz="2800" b="1" i="1"/>
              <a:t>i</a:t>
            </a:r>
            <a:r>
              <a:rPr lang="en-US" altLang="zh-CN" sz="2800" b="1" baseline="-25000"/>
              <a:t>0</a:t>
            </a:r>
            <a:r>
              <a:rPr lang="en-US" altLang="zh-CN" sz="2800" b="1"/>
              <a:t>&lt; 1-1/</a:t>
            </a:r>
            <a:r>
              <a:rPr lang="en-US" altLang="zh-CN" sz="2800" b="1" i="1">
                <a:sym typeface="Symbol" panose="05050102010706020507" pitchFamily="18" charset="2"/>
              </a:rPr>
              <a:t></a:t>
            </a:r>
          </a:p>
        </p:txBody>
      </p:sp>
      <p:grpSp>
        <p:nvGrpSpPr>
          <p:cNvPr id="11" name="Group 124">
            <a:extLst>
              <a:ext uri="{FF2B5EF4-FFF2-40B4-BE49-F238E27FC236}">
                <a16:creationId xmlns:a16="http://schemas.microsoft.com/office/drawing/2014/main" id="{7E9DE59E-52C3-4BFB-B759-213241EDE427}"/>
              </a:ext>
            </a:extLst>
          </p:cNvPr>
          <p:cNvGrpSpPr>
            <a:grpSpLocks/>
          </p:cNvGrpSpPr>
          <p:nvPr/>
        </p:nvGrpSpPr>
        <p:grpSpPr bwMode="auto">
          <a:xfrm>
            <a:off x="395288" y="5373688"/>
            <a:ext cx="3455987" cy="557212"/>
            <a:chOff x="249" y="3385"/>
            <a:chExt cx="2177" cy="351"/>
          </a:xfrm>
        </p:grpSpPr>
        <p:sp>
          <p:nvSpPr>
            <p:cNvPr id="26647" name="Rectangle 122">
              <a:extLst>
                <a:ext uri="{FF2B5EF4-FFF2-40B4-BE49-F238E27FC236}">
                  <a16:creationId xmlns:a16="http://schemas.microsoft.com/office/drawing/2014/main" id="{6873CF53-9572-4A20-8982-7F2CE7BCB144}"/>
                </a:ext>
              </a:extLst>
            </p:cNvPr>
            <p:cNvSpPr>
              <a:spLocks noChangeArrowheads="1"/>
            </p:cNvSpPr>
            <p:nvPr/>
          </p:nvSpPr>
          <p:spPr bwMode="auto">
            <a:xfrm>
              <a:off x="430" y="3385"/>
              <a:ext cx="1996" cy="327"/>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i="1">
                  <a:solidFill>
                    <a:srgbClr val="000000"/>
                  </a:solidFill>
                </a:rPr>
                <a:t>i</a:t>
              </a:r>
              <a:r>
                <a:rPr lang="en-US" altLang="zh-CN" sz="2800" b="1">
                  <a:solidFill>
                    <a:srgbClr val="000000"/>
                  </a:solidFill>
                </a:rPr>
                <a:t>(</a:t>
              </a:r>
              <a:r>
                <a:rPr lang="en-US" altLang="zh-CN" sz="2800" b="1" i="1">
                  <a:solidFill>
                    <a:srgbClr val="000000"/>
                  </a:solidFill>
                </a:rPr>
                <a:t>t</a:t>
              </a:r>
              <a:r>
                <a:rPr lang="en-US" altLang="zh-CN" sz="2800" b="1">
                  <a:solidFill>
                    <a:srgbClr val="000000"/>
                  </a:solidFill>
                </a:rPr>
                <a:t>)</a:t>
              </a:r>
              <a:r>
                <a:rPr lang="zh-CN" altLang="en-US" sz="2800" b="1">
                  <a:solidFill>
                    <a:srgbClr val="000000"/>
                  </a:solidFill>
                </a:rPr>
                <a:t>按</a:t>
              </a:r>
              <a:r>
                <a:rPr lang="en-US" altLang="zh-CN" sz="2800" b="1">
                  <a:solidFill>
                    <a:srgbClr val="000000"/>
                  </a:solidFill>
                </a:rPr>
                <a:t>S</a:t>
              </a:r>
              <a:r>
                <a:rPr lang="zh-CN" altLang="en-US" sz="2800" b="1">
                  <a:solidFill>
                    <a:srgbClr val="000000"/>
                  </a:solidFill>
                </a:rPr>
                <a:t>形曲线增长</a:t>
              </a:r>
            </a:p>
          </p:txBody>
        </p:sp>
        <p:sp>
          <p:nvSpPr>
            <p:cNvPr id="26648" name="AutoShape 123">
              <a:extLst>
                <a:ext uri="{FF2B5EF4-FFF2-40B4-BE49-F238E27FC236}">
                  <a16:creationId xmlns:a16="http://schemas.microsoft.com/office/drawing/2014/main" id="{DA5C24C8-F93A-46A3-887B-9D5ADA41A4D4}"/>
                </a:ext>
              </a:extLst>
            </p:cNvPr>
            <p:cNvSpPr>
              <a:spLocks noChangeArrowheads="1"/>
            </p:cNvSpPr>
            <p:nvPr/>
          </p:nvSpPr>
          <p:spPr bwMode="auto">
            <a:xfrm>
              <a:off x="249" y="3430"/>
              <a:ext cx="90" cy="306"/>
            </a:xfrm>
            <a:prstGeom prst="rightArrow">
              <a:avLst>
                <a:gd name="adj1" fmla="val 50000"/>
                <a:gd name="adj2" fmla="val 25000"/>
              </a:avLst>
            </a:prstGeom>
            <a:solidFill>
              <a:srgbClr val="FFFF00"/>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5246" name="Text Box 126">
            <a:extLst>
              <a:ext uri="{FF2B5EF4-FFF2-40B4-BE49-F238E27FC236}">
                <a16:creationId xmlns:a16="http://schemas.microsoft.com/office/drawing/2014/main" id="{3322BB61-F9A8-4B63-8F8F-9AD5E9A46C81}"/>
              </a:ext>
            </a:extLst>
          </p:cNvPr>
          <p:cNvSpPr txBox="1">
            <a:spLocks noChangeArrowheads="1"/>
          </p:cNvSpPr>
          <p:nvPr/>
        </p:nvSpPr>
        <p:spPr bwMode="auto">
          <a:xfrm>
            <a:off x="5148263" y="333375"/>
            <a:ext cx="3995737"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solidFill>
                  <a:srgbClr val="FF3300"/>
                </a:solidFill>
              </a:rPr>
              <a:t>接触数</a:t>
            </a:r>
            <a:r>
              <a:rPr lang="zh-CN" altLang="en-US" sz="2800" b="1" i="1">
                <a:solidFill>
                  <a:srgbClr val="FF3300"/>
                </a:solidFill>
                <a:sym typeface="Symbol" panose="05050102010706020507" pitchFamily="18" charset="2"/>
              </a:rPr>
              <a:t> </a:t>
            </a:r>
            <a:r>
              <a:rPr lang="zh-CN" altLang="en-US" sz="2800" b="1">
                <a:sym typeface="Symbol" panose="05050102010706020507" pitchFamily="18" charset="2"/>
              </a:rPr>
              <a:t> </a:t>
            </a:r>
            <a:r>
              <a:rPr lang="en-US" altLang="zh-CN" sz="2800" b="1">
                <a:sym typeface="Symbol" panose="05050102010706020507" pitchFamily="18" charset="2"/>
              </a:rPr>
              <a:t>(</a:t>
            </a:r>
            <a:r>
              <a:rPr lang="zh-CN" altLang="en-US" sz="2800" b="1">
                <a:sym typeface="Symbol" panose="05050102010706020507" pitchFamily="18" charset="2"/>
              </a:rPr>
              <a:t>感染期内</a:t>
            </a:r>
            <a:r>
              <a:rPr lang="zh-CN" altLang="en-US" sz="2800" b="1"/>
              <a:t>每个病人的有效接触人数</a:t>
            </a:r>
            <a:r>
              <a:rPr lang="en-US" altLang="zh-CN" sz="2800" b="1"/>
              <a:t>)</a:t>
            </a:r>
          </a:p>
        </p:txBody>
      </p:sp>
      <p:grpSp>
        <p:nvGrpSpPr>
          <p:cNvPr id="12" name="Group 131">
            <a:extLst>
              <a:ext uri="{FF2B5EF4-FFF2-40B4-BE49-F238E27FC236}">
                <a16:creationId xmlns:a16="http://schemas.microsoft.com/office/drawing/2014/main" id="{8100D6D4-03CA-424C-AD2A-65AD821FD21C}"/>
              </a:ext>
            </a:extLst>
          </p:cNvPr>
          <p:cNvGrpSpPr>
            <a:grpSpLocks/>
          </p:cNvGrpSpPr>
          <p:nvPr/>
        </p:nvGrpSpPr>
        <p:grpSpPr bwMode="auto">
          <a:xfrm>
            <a:off x="5724525" y="3789363"/>
            <a:ext cx="2263775" cy="519112"/>
            <a:chOff x="3606" y="2423"/>
            <a:chExt cx="1426" cy="327"/>
          </a:xfrm>
        </p:grpSpPr>
        <p:sp>
          <p:nvSpPr>
            <p:cNvPr id="26645" name="Rectangle 129">
              <a:extLst>
                <a:ext uri="{FF2B5EF4-FFF2-40B4-BE49-F238E27FC236}">
                  <a16:creationId xmlns:a16="http://schemas.microsoft.com/office/drawing/2014/main" id="{729E23FC-4528-421D-ACE3-1D7086E53D42}"/>
                </a:ext>
              </a:extLst>
            </p:cNvPr>
            <p:cNvSpPr>
              <a:spLocks noChangeArrowheads="1"/>
            </p:cNvSpPr>
            <p:nvPr/>
          </p:nvSpPr>
          <p:spPr bwMode="auto">
            <a:xfrm>
              <a:off x="3742" y="2423"/>
              <a:ext cx="1290" cy="327"/>
            </a:xfrm>
            <a:prstGeom prst="rect">
              <a:avLst/>
            </a:prstGeom>
            <a:solidFill>
              <a:srgbClr val="99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i="1">
                  <a:solidFill>
                    <a:srgbClr val="000000"/>
                  </a:solidFill>
                </a:rPr>
                <a:t>i</a:t>
              </a:r>
              <a:r>
                <a:rPr lang="en-US" altLang="zh-CN" sz="2800" b="1">
                  <a:solidFill>
                    <a:srgbClr val="000000"/>
                  </a:solidFill>
                </a:rPr>
                <a:t>(</a:t>
              </a:r>
              <a:r>
                <a:rPr lang="en-US" altLang="zh-CN" sz="2800" b="1" i="1">
                  <a:solidFill>
                    <a:srgbClr val="000000"/>
                  </a:solidFill>
                </a:rPr>
                <a:t>t</a:t>
              </a:r>
              <a:r>
                <a:rPr lang="en-US" altLang="zh-CN" sz="2800" b="1">
                  <a:solidFill>
                    <a:srgbClr val="000000"/>
                  </a:solidFill>
                </a:rPr>
                <a:t>)</a:t>
              </a:r>
              <a:r>
                <a:rPr lang="zh-CN" altLang="en-US" sz="2800" b="1">
                  <a:solidFill>
                    <a:srgbClr val="000000"/>
                  </a:solidFill>
                </a:rPr>
                <a:t>单调下降</a:t>
              </a:r>
            </a:p>
          </p:txBody>
        </p:sp>
        <p:sp>
          <p:nvSpPr>
            <p:cNvPr id="26646" name="AutoShape 130">
              <a:extLst>
                <a:ext uri="{FF2B5EF4-FFF2-40B4-BE49-F238E27FC236}">
                  <a16:creationId xmlns:a16="http://schemas.microsoft.com/office/drawing/2014/main" id="{8DBD9816-0681-4D76-9636-F197B9FB2560}"/>
                </a:ext>
              </a:extLst>
            </p:cNvPr>
            <p:cNvSpPr>
              <a:spLocks noChangeArrowheads="1"/>
            </p:cNvSpPr>
            <p:nvPr/>
          </p:nvSpPr>
          <p:spPr bwMode="auto">
            <a:xfrm>
              <a:off x="3606" y="2432"/>
              <a:ext cx="91" cy="306"/>
            </a:xfrm>
            <a:prstGeom prst="rightArrow">
              <a:avLst>
                <a:gd name="adj1" fmla="val 50000"/>
                <a:gd name="adj2" fmla="val 25000"/>
              </a:avLst>
            </a:prstGeom>
            <a:solidFill>
              <a:srgbClr val="99FFCC"/>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5124"/>
                                        </p:tgtEl>
                                        <p:attrNameLst>
                                          <p:attrName>style.visibility</p:attrName>
                                        </p:attrNameLst>
                                      </p:cBhvr>
                                      <p:to>
                                        <p:strVal val="visible"/>
                                      </p:to>
                                    </p:set>
                                    <p:animEffect transition="in" filter="box(out)">
                                      <p:cBhvr>
                                        <p:cTn id="7" dur="1000"/>
                                        <p:tgtEl>
                                          <p:spTgt spid="512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246"/>
                                        </p:tgtEl>
                                        <p:attrNameLst>
                                          <p:attrName>style.visibility</p:attrName>
                                        </p:attrNameLst>
                                      </p:cBhvr>
                                      <p:to>
                                        <p:strVal val="visible"/>
                                      </p:to>
                                    </p:set>
                                    <p:animEffect transition="in" filter="dissolve">
                                      <p:cBhvr>
                                        <p:cTn id="12" dur="1000"/>
                                        <p:tgtEl>
                                          <p:spTgt spid="524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dissolve">
                                      <p:cBhvr>
                                        <p:cTn id="17" dur="1000"/>
                                        <p:tgtEl>
                                          <p:spTgt spid="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dissolve">
                                      <p:cBhvr>
                                        <p:cTn id="22" dur="1000"/>
                                        <p:tgtEl>
                                          <p:spTgt spid="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dissolve">
                                      <p:cBhvr>
                                        <p:cTn id="27" dur="1000"/>
                                        <p:tgtEl>
                                          <p:spTgt spid="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box(in)">
                                      <p:cBhvr>
                                        <p:cTn id="32" dur="1000"/>
                                        <p:tgtEl>
                                          <p:spTgt spid="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box(in)">
                                      <p:cBhvr>
                                        <p:cTn id="37" dur="1000"/>
                                        <p:tgtEl>
                                          <p:spTgt spid="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dissolve">
                                      <p:cBhvr>
                                        <p:cTn id="42" dur="1000"/>
                                        <p:tgtEl>
                                          <p:spTgt spid="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nodeType="click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dissolve">
                                      <p:cBhvr>
                                        <p:cTn id="47" dur="1000"/>
                                        <p:tgtEl>
                                          <p:spTgt spid="10"/>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9" presetClass="entr" presetSubtype="0" fill="hold" nodeType="clickEffect">
                                  <p:stCondLst>
                                    <p:cond delay="0"/>
                                  </p:stCondLst>
                                  <p:childTnLst>
                                    <p:set>
                                      <p:cBhvr>
                                        <p:cTn id="51" dur="1" fill="hold">
                                          <p:stCondLst>
                                            <p:cond delay="0"/>
                                          </p:stCondLst>
                                        </p:cTn>
                                        <p:tgtEl>
                                          <p:spTgt spid="6"/>
                                        </p:tgtEl>
                                        <p:attrNameLst>
                                          <p:attrName>style.visibility</p:attrName>
                                        </p:attrNameLst>
                                      </p:cBhvr>
                                      <p:to>
                                        <p:strVal val="visible"/>
                                      </p:to>
                                    </p:set>
                                    <p:animEffect transition="in" filter="dissolve">
                                      <p:cBhvr>
                                        <p:cTn id="52" dur="1000"/>
                                        <p:tgtEl>
                                          <p:spTgt spid="6"/>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4" presetClass="entr" presetSubtype="16" fill="hold" nodeType="clickEffect">
                                  <p:stCondLst>
                                    <p:cond delay="0"/>
                                  </p:stCondLst>
                                  <p:childTnLst>
                                    <p:set>
                                      <p:cBhvr>
                                        <p:cTn id="56" dur="1" fill="hold">
                                          <p:stCondLst>
                                            <p:cond delay="0"/>
                                          </p:stCondLst>
                                        </p:cTn>
                                        <p:tgtEl>
                                          <p:spTgt spid="5123"/>
                                        </p:tgtEl>
                                        <p:attrNameLst>
                                          <p:attrName>style.visibility</p:attrName>
                                        </p:attrNameLst>
                                      </p:cBhvr>
                                      <p:to>
                                        <p:strVal val="visible"/>
                                      </p:to>
                                    </p:set>
                                    <p:animEffect transition="in" filter="box(in)">
                                      <p:cBhvr>
                                        <p:cTn id="57" dur="1000"/>
                                        <p:tgtEl>
                                          <p:spTgt spid="5123"/>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5" presetClass="entr" presetSubtype="10" fill="hold" grpId="0" nodeType="clickEffect">
                                  <p:stCondLst>
                                    <p:cond delay="0"/>
                                  </p:stCondLst>
                                  <p:childTnLst>
                                    <p:set>
                                      <p:cBhvr>
                                        <p:cTn id="61" dur="1" fill="hold">
                                          <p:stCondLst>
                                            <p:cond delay="0"/>
                                          </p:stCondLst>
                                        </p:cTn>
                                        <p:tgtEl>
                                          <p:spTgt spid="5241"/>
                                        </p:tgtEl>
                                        <p:attrNameLst>
                                          <p:attrName>style.visibility</p:attrName>
                                        </p:attrNameLst>
                                      </p:cBhvr>
                                      <p:to>
                                        <p:strVal val="visible"/>
                                      </p:to>
                                    </p:set>
                                    <p:animEffect transition="in" filter="checkerboard(across)">
                                      <p:cBhvr>
                                        <p:cTn id="62" dur="1000"/>
                                        <p:tgtEl>
                                          <p:spTgt spid="5241"/>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5" presetClass="entr" presetSubtype="10" fill="hold" nodeType="clickEffect">
                                  <p:stCondLst>
                                    <p:cond delay="0"/>
                                  </p:stCondLst>
                                  <p:childTnLst>
                                    <p:set>
                                      <p:cBhvr>
                                        <p:cTn id="66" dur="1" fill="hold">
                                          <p:stCondLst>
                                            <p:cond delay="0"/>
                                          </p:stCondLst>
                                        </p:cTn>
                                        <p:tgtEl>
                                          <p:spTgt spid="11"/>
                                        </p:tgtEl>
                                        <p:attrNameLst>
                                          <p:attrName>style.visibility</p:attrName>
                                        </p:attrNameLst>
                                      </p:cBhvr>
                                      <p:to>
                                        <p:strVal val="visible"/>
                                      </p:to>
                                    </p:set>
                                    <p:animEffect transition="in" filter="checkerboard(across)">
                                      <p:cBhvr>
                                        <p:cTn id="67" dur="1000"/>
                                        <p:tgtEl>
                                          <p:spTgt spid="11"/>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5" presetClass="entr" presetSubtype="10" fill="hold" nodeType="clickEffect">
                                  <p:stCondLst>
                                    <p:cond delay="0"/>
                                  </p:stCondLst>
                                  <p:childTnLst>
                                    <p:set>
                                      <p:cBhvr>
                                        <p:cTn id="71" dur="1" fill="hold">
                                          <p:stCondLst>
                                            <p:cond delay="0"/>
                                          </p:stCondLst>
                                        </p:cTn>
                                        <p:tgtEl>
                                          <p:spTgt spid="5169"/>
                                        </p:tgtEl>
                                        <p:attrNameLst>
                                          <p:attrName>style.visibility</p:attrName>
                                        </p:attrNameLst>
                                      </p:cBhvr>
                                      <p:to>
                                        <p:strVal val="visible"/>
                                      </p:to>
                                    </p:set>
                                    <p:animEffect transition="in" filter="checkerboard(across)">
                                      <p:cBhvr>
                                        <p:cTn id="72" dur="1000"/>
                                        <p:tgtEl>
                                          <p:spTgt spid="5169"/>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5" presetClass="entr" presetSubtype="10" fill="hold" nodeType="clickEffect">
                                  <p:stCondLst>
                                    <p:cond delay="0"/>
                                  </p:stCondLst>
                                  <p:childTnLst>
                                    <p:set>
                                      <p:cBhvr>
                                        <p:cTn id="76" dur="1" fill="hold">
                                          <p:stCondLst>
                                            <p:cond delay="0"/>
                                          </p:stCondLst>
                                        </p:cTn>
                                        <p:tgtEl>
                                          <p:spTgt spid="12"/>
                                        </p:tgtEl>
                                        <p:attrNameLst>
                                          <p:attrName>style.visibility</p:attrName>
                                        </p:attrNameLst>
                                      </p:cBhvr>
                                      <p:to>
                                        <p:strVal val="visible"/>
                                      </p:to>
                                    </p:set>
                                    <p:animEffect transition="in" filter="checkerboard(across)">
                                      <p:cBhvr>
                                        <p:cTn id="77" dur="1000"/>
                                        <p:tgtEl>
                                          <p:spTgt spid="12"/>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16" presetClass="entr" presetSubtype="42" fill="hold" grpId="0" nodeType="clickEffect">
                                  <p:stCondLst>
                                    <p:cond delay="0"/>
                                  </p:stCondLst>
                                  <p:childTnLst>
                                    <p:set>
                                      <p:cBhvr>
                                        <p:cTn id="81" dur="1" fill="hold">
                                          <p:stCondLst>
                                            <p:cond delay="0"/>
                                          </p:stCondLst>
                                        </p:cTn>
                                        <p:tgtEl>
                                          <p:spTgt spid="5175"/>
                                        </p:tgtEl>
                                        <p:attrNameLst>
                                          <p:attrName>style.visibility</p:attrName>
                                        </p:attrNameLst>
                                      </p:cBhvr>
                                      <p:to>
                                        <p:strVal val="visible"/>
                                      </p:to>
                                    </p:set>
                                    <p:animEffect transition="in" filter="barn(outHorizontal)">
                                      <p:cBhvr>
                                        <p:cTn id="82" dur="1000"/>
                                        <p:tgtEl>
                                          <p:spTgt spid="5175"/>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3" presetClass="entr" presetSubtype="10" fill="hold" grpId="0" nodeType="clickEffect">
                                  <p:stCondLst>
                                    <p:cond delay="0"/>
                                  </p:stCondLst>
                                  <p:childTnLst>
                                    <p:set>
                                      <p:cBhvr>
                                        <p:cTn id="86" dur="1" fill="hold">
                                          <p:stCondLst>
                                            <p:cond delay="0"/>
                                          </p:stCondLst>
                                        </p:cTn>
                                        <p:tgtEl>
                                          <p:spTgt spid="5166"/>
                                        </p:tgtEl>
                                        <p:attrNameLst>
                                          <p:attrName>style.visibility</p:attrName>
                                        </p:attrNameLst>
                                      </p:cBhvr>
                                      <p:to>
                                        <p:strVal val="visible"/>
                                      </p:to>
                                    </p:set>
                                    <p:animEffect transition="in" filter="blinds(horizontal)">
                                      <p:cBhvr>
                                        <p:cTn id="87" dur="1000"/>
                                        <p:tgtEl>
                                          <p:spTgt spid="5166"/>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12" presetClass="entr" presetSubtype="4" fill="hold" grpId="0" nodeType="clickEffect">
                                  <p:stCondLst>
                                    <p:cond delay="0"/>
                                  </p:stCondLst>
                                  <p:childTnLst>
                                    <p:set>
                                      <p:cBhvr>
                                        <p:cTn id="91" dur="1" fill="hold">
                                          <p:stCondLst>
                                            <p:cond delay="0"/>
                                          </p:stCondLst>
                                        </p:cTn>
                                        <p:tgtEl>
                                          <p:spTgt spid="5199"/>
                                        </p:tgtEl>
                                        <p:attrNameLst>
                                          <p:attrName>style.visibility</p:attrName>
                                        </p:attrNameLst>
                                      </p:cBhvr>
                                      <p:to>
                                        <p:strVal val="visible"/>
                                      </p:to>
                                    </p:set>
                                    <p:animEffect transition="in" filter="slide(fromBottom)">
                                      <p:cBhvr>
                                        <p:cTn id="92" dur="1000"/>
                                        <p:tgtEl>
                                          <p:spTgt spid="51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66" grpId="0"/>
      <p:bldP spid="5175" grpId="0" animBg="1" autoUpdateAnimBg="0"/>
      <p:bldP spid="5199" grpId="0"/>
      <p:bldP spid="5241" grpId="0" animBg="1"/>
      <p:bldP spid="524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 Box 54">
            <a:extLst>
              <a:ext uri="{FF2B5EF4-FFF2-40B4-BE49-F238E27FC236}">
                <a16:creationId xmlns:a16="http://schemas.microsoft.com/office/drawing/2014/main" id="{2CF96756-6A9D-4B3D-85C1-9E5ADA28A113}"/>
              </a:ext>
            </a:extLst>
          </p:cNvPr>
          <p:cNvSpPr txBox="1">
            <a:spLocks noChangeArrowheads="1"/>
          </p:cNvSpPr>
          <p:nvPr/>
        </p:nvSpPr>
        <p:spPr bwMode="auto">
          <a:xfrm>
            <a:off x="381000" y="533400"/>
            <a:ext cx="1371600" cy="588963"/>
          </a:xfrm>
          <a:prstGeom prst="rect">
            <a:avLst/>
          </a:prstGeom>
          <a:solidFill>
            <a:srgbClr val="FFCCFF"/>
          </a:solidFill>
          <a:ln w="9525">
            <a:solidFill>
              <a:srgbClr val="0000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ea typeface="楷体_GB2312" pitchFamily="49" charset="-122"/>
              </a:rPr>
              <a:t>模型</a:t>
            </a:r>
            <a:r>
              <a:rPr lang="en-US" altLang="zh-CN" sz="3200" b="1"/>
              <a:t>4</a:t>
            </a:r>
          </a:p>
        </p:txBody>
      </p:sp>
      <p:sp>
        <p:nvSpPr>
          <p:cNvPr id="6199" name="Text Box 55">
            <a:extLst>
              <a:ext uri="{FF2B5EF4-FFF2-40B4-BE49-F238E27FC236}">
                <a16:creationId xmlns:a16="http://schemas.microsoft.com/office/drawing/2014/main" id="{D44C874C-FDAA-4078-BB7A-3A81F2204B86}"/>
              </a:ext>
            </a:extLst>
          </p:cNvPr>
          <p:cNvSpPr txBox="1">
            <a:spLocks noChangeArrowheads="1"/>
          </p:cNvSpPr>
          <p:nvPr/>
        </p:nvSpPr>
        <p:spPr bwMode="auto">
          <a:xfrm>
            <a:off x="1981200" y="457200"/>
            <a:ext cx="4953000"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zh-CN" altLang="en-US" sz="2800" b="1"/>
              <a:t>传染病有免疫性</a:t>
            </a:r>
            <a:r>
              <a:rPr lang="en-US" altLang="zh-CN" sz="2800" b="1"/>
              <a:t>——</a:t>
            </a:r>
            <a:r>
              <a:rPr lang="zh-CN" altLang="en-US" sz="2800" b="1"/>
              <a:t>病人治愈后即移出感染系统，称</a:t>
            </a:r>
            <a:r>
              <a:rPr lang="zh-CN" altLang="en-US" sz="2800" b="1">
                <a:solidFill>
                  <a:srgbClr val="FF3300"/>
                </a:solidFill>
              </a:rPr>
              <a:t>移出者</a:t>
            </a:r>
            <a:r>
              <a:rPr lang="en-US" altLang="zh-CN" sz="2800" b="1">
                <a:solidFill>
                  <a:srgbClr val="FF3300"/>
                </a:solidFill>
              </a:rPr>
              <a:t>.</a:t>
            </a:r>
          </a:p>
        </p:txBody>
      </p:sp>
      <p:sp>
        <p:nvSpPr>
          <p:cNvPr id="6200" name="Text Box 56">
            <a:extLst>
              <a:ext uri="{FF2B5EF4-FFF2-40B4-BE49-F238E27FC236}">
                <a16:creationId xmlns:a16="http://schemas.microsoft.com/office/drawing/2014/main" id="{F7201900-7116-4C76-9EFE-B431CDE440BB}"/>
              </a:ext>
            </a:extLst>
          </p:cNvPr>
          <p:cNvSpPr txBox="1">
            <a:spLocks noChangeArrowheads="1"/>
          </p:cNvSpPr>
          <p:nvPr/>
        </p:nvSpPr>
        <p:spPr bwMode="auto">
          <a:xfrm>
            <a:off x="7239000" y="762000"/>
            <a:ext cx="1524000" cy="519113"/>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a:t>SI</a:t>
            </a:r>
            <a:r>
              <a:rPr lang="en-US" altLang="zh-CN" sz="2800" b="1">
                <a:solidFill>
                  <a:srgbClr val="FF3300"/>
                </a:solidFill>
              </a:rPr>
              <a:t>R</a:t>
            </a:r>
            <a:r>
              <a:rPr lang="zh-CN" altLang="zh-CN" sz="2800" b="1">
                <a:ea typeface="楷体_GB2312" pitchFamily="49" charset="-122"/>
              </a:rPr>
              <a:t>模型</a:t>
            </a:r>
            <a:endParaRPr lang="zh-CN" altLang="en-US" sz="2800" b="1">
              <a:ea typeface="楷体_GB2312" pitchFamily="49" charset="-122"/>
            </a:endParaRPr>
          </a:p>
        </p:txBody>
      </p:sp>
      <p:sp>
        <p:nvSpPr>
          <p:cNvPr id="6201" name="Text Box 57">
            <a:extLst>
              <a:ext uri="{FF2B5EF4-FFF2-40B4-BE49-F238E27FC236}">
                <a16:creationId xmlns:a16="http://schemas.microsoft.com/office/drawing/2014/main" id="{F8BA782C-41DE-4D16-B7AC-7B9E3B76A082}"/>
              </a:ext>
            </a:extLst>
          </p:cNvPr>
          <p:cNvSpPr txBox="1">
            <a:spLocks noChangeArrowheads="1"/>
          </p:cNvSpPr>
          <p:nvPr/>
        </p:nvSpPr>
        <p:spPr bwMode="auto">
          <a:xfrm>
            <a:off x="457200" y="1919288"/>
            <a:ext cx="990600" cy="519112"/>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ea typeface="楷体_GB2312" pitchFamily="49" charset="-122"/>
              </a:rPr>
              <a:t>假设</a:t>
            </a:r>
          </a:p>
        </p:txBody>
      </p:sp>
      <p:grpSp>
        <p:nvGrpSpPr>
          <p:cNvPr id="2" name="Group 68">
            <a:extLst>
              <a:ext uri="{FF2B5EF4-FFF2-40B4-BE49-F238E27FC236}">
                <a16:creationId xmlns:a16="http://schemas.microsoft.com/office/drawing/2014/main" id="{A12DC948-E88E-4A28-8822-1C8ACAA732EB}"/>
              </a:ext>
            </a:extLst>
          </p:cNvPr>
          <p:cNvGrpSpPr>
            <a:grpSpLocks/>
          </p:cNvGrpSpPr>
          <p:nvPr/>
        </p:nvGrpSpPr>
        <p:grpSpPr bwMode="auto">
          <a:xfrm>
            <a:off x="1751013" y="1827213"/>
            <a:ext cx="6096000" cy="1144587"/>
            <a:chOff x="1103" y="1440"/>
            <a:chExt cx="3840" cy="721"/>
          </a:xfrm>
        </p:grpSpPr>
        <p:sp>
          <p:nvSpPr>
            <p:cNvPr id="27661" name="Text Box 59">
              <a:extLst>
                <a:ext uri="{FF2B5EF4-FFF2-40B4-BE49-F238E27FC236}">
                  <a16:creationId xmlns:a16="http://schemas.microsoft.com/office/drawing/2014/main" id="{E13641F3-BEDB-4CE7-8C88-3410BD291D64}"/>
                </a:ext>
              </a:extLst>
            </p:cNvPr>
            <p:cNvSpPr txBox="1">
              <a:spLocks noChangeArrowheads="1"/>
            </p:cNvSpPr>
            <p:nvPr/>
          </p:nvSpPr>
          <p:spPr bwMode="auto">
            <a:xfrm>
              <a:off x="1103" y="1440"/>
              <a:ext cx="3840" cy="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en-US" altLang="zh-CN" sz="2800" b="1"/>
                <a:t>1</a:t>
              </a:r>
              <a:r>
                <a:rPr lang="zh-CN" altLang="en-US" sz="2800" b="1"/>
                <a:t>）总人数</a:t>
              </a:r>
              <a:r>
                <a:rPr lang="en-US" altLang="zh-CN" sz="2800" b="1" i="1"/>
                <a:t>N</a:t>
              </a:r>
              <a:r>
                <a:rPr lang="zh-CN" altLang="en-US" sz="2800" b="1"/>
                <a:t>不变，病人、健康人和移出者的比例分别为                                </a:t>
              </a:r>
              <a:r>
                <a:rPr lang="en-US" altLang="zh-CN" sz="2800" b="1"/>
                <a:t>.</a:t>
              </a:r>
            </a:p>
          </p:txBody>
        </p:sp>
        <p:graphicFrame>
          <p:nvGraphicFramePr>
            <p:cNvPr id="27662" name="Object 60">
              <a:extLst>
                <a:ext uri="{FF2B5EF4-FFF2-40B4-BE49-F238E27FC236}">
                  <a16:creationId xmlns:a16="http://schemas.microsoft.com/office/drawing/2014/main" id="{FADCA13D-3808-4F93-A314-4D12B428778A}"/>
                </a:ext>
              </a:extLst>
            </p:cNvPr>
            <p:cNvGraphicFramePr>
              <a:graphicFrameLocks noChangeAspect="1"/>
            </p:cNvGraphicFramePr>
            <p:nvPr/>
          </p:nvGraphicFramePr>
          <p:xfrm>
            <a:off x="2990" y="1824"/>
            <a:ext cx="1810" cy="337"/>
          </p:xfrm>
          <a:graphic>
            <a:graphicData uri="http://schemas.openxmlformats.org/presentationml/2006/ole">
              <mc:AlternateContent xmlns:mc="http://schemas.openxmlformats.org/markup-compatibility/2006">
                <mc:Choice xmlns:v="urn:schemas-microsoft-com:vml" Requires="v">
                  <p:oleObj spid="_x0000_s27670" name="公式" r:id="rId3" imgW="977900" imgH="241300" progId="Equation.3">
                    <p:embed/>
                  </p:oleObj>
                </mc:Choice>
                <mc:Fallback>
                  <p:oleObj name="公式" r:id="rId3" imgW="977900" imgH="241300" progId="Equation.3">
                    <p:embed/>
                    <p:pic>
                      <p:nvPicPr>
                        <p:cNvPr id="0" name="Object 6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90" y="1824"/>
                          <a:ext cx="1810" cy="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6206" name="Text Box 62">
            <a:extLst>
              <a:ext uri="{FF2B5EF4-FFF2-40B4-BE49-F238E27FC236}">
                <a16:creationId xmlns:a16="http://schemas.microsoft.com/office/drawing/2014/main" id="{5D7B196E-E6D3-412F-827C-1CF1B50E2D75}"/>
              </a:ext>
            </a:extLst>
          </p:cNvPr>
          <p:cNvSpPr txBox="1">
            <a:spLocks noChangeArrowheads="1"/>
          </p:cNvSpPr>
          <p:nvPr/>
        </p:nvSpPr>
        <p:spPr bwMode="auto">
          <a:xfrm>
            <a:off x="1676400" y="3200400"/>
            <a:ext cx="5562600" cy="103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r>
              <a:rPr lang="en-US" altLang="zh-CN" sz="2800" b="1">
                <a:sym typeface="Symbol" panose="05050102010706020507" pitchFamily="18" charset="2"/>
              </a:rPr>
              <a:t>2</a:t>
            </a:r>
            <a:r>
              <a:rPr lang="zh-CN" altLang="en-US" sz="2800" b="1">
                <a:sym typeface="Symbol" panose="05050102010706020507" pitchFamily="18" charset="2"/>
              </a:rPr>
              <a:t>）病人的日接触率</a:t>
            </a:r>
            <a:r>
              <a:rPr lang="zh-CN" altLang="en-US" sz="2800" b="1" i="1">
                <a:sym typeface="Symbol" panose="05050102010706020507" pitchFamily="18" charset="2"/>
              </a:rPr>
              <a:t></a:t>
            </a:r>
            <a:r>
              <a:rPr lang="zh-CN" altLang="en-US" sz="2800" b="1">
                <a:sym typeface="Symbol" panose="05050102010706020507" pitchFamily="18" charset="2"/>
              </a:rPr>
              <a:t> </a:t>
            </a:r>
            <a:r>
              <a:rPr lang="en-US" altLang="zh-CN" sz="2800" b="1">
                <a:sym typeface="Symbol" panose="05050102010706020507" pitchFamily="18" charset="2"/>
              </a:rPr>
              <a:t>, </a:t>
            </a:r>
            <a:r>
              <a:rPr lang="zh-CN" altLang="en-US" sz="2800" b="1">
                <a:sym typeface="Symbol" panose="05050102010706020507" pitchFamily="18" charset="2"/>
              </a:rPr>
              <a:t>日</a:t>
            </a:r>
            <a:r>
              <a:rPr lang="zh-CN" altLang="en-US" sz="2800" b="1"/>
              <a:t>治愈率</a:t>
            </a:r>
            <a:r>
              <a:rPr lang="zh-CN" altLang="en-US" sz="2800" b="1" i="1">
                <a:sym typeface="Symbol" panose="05050102010706020507" pitchFamily="18" charset="2"/>
              </a:rPr>
              <a:t></a:t>
            </a:r>
            <a:r>
              <a:rPr lang="en-US" altLang="zh-CN" sz="2800" b="1">
                <a:sym typeface="Symbol" panose="05050102010706020507" pitchFamily="18" charset="2"/>
              </a:rPr>
              <a:t>, </a:t>
            </a:r>
          </a:p>
          <a:p>
            <a:pPr eaLnBrk="1" hangingPunct="1">
              <a:spcBef>
                <a:spcPct val="20000"/>
              </a:spcBef>
            </a:pPr>
            <a:r>
              <a:rPr lang="en-US" altLang="zh-CN" sz="2800" b="1">
                <a:sym typeface="Symbol" panose="05050102010706020507" pitchFamily="18" charset="2"/>
              </a:rPr>
              <a:t>     </a:t>
            </a:r>
            <a:r>
              <a:rPr lang="zh-CN" altLang="en-US" sz="2800" b="1"/>
              <a:t>接触数 </a:t>
            </a:r>
            <a:r>
              <a:rPr lang="zh-CN" altLang="en-US" sz="2800" b="1" i="1">
                <a:sym typeface="Symbol" panose="05050102010706020507" pitchFamily="18" charset="2"/>
              </a:rPr>
              <a:t> </a:t>
            </a:r>
            <a:r>
              <a:rPr lang="en-US" altLang="zh-CN" sz="2800" b="1" i="1">
                <a:sym typeface="Symbol" panose="05050102010706020507" pitchFamily="18" charset="2"/>
              </a:rPr>
              <a:t>=  / </a:t>
            </a:r>
          </a:p>
        </p:txBody>
      </p:sp>
      <p:sp>
        <p:nvSpPr>
          <p:cNvPr id="6207" name="Text Box 63">
            <a:extLst>
              <a:ext uri="{FF2B5EF4-FFF2-40B4-BE49-F238E27FC236}">
                <a16:creationId xmlns:a16="http://schemas.microsoft.com/office/drawing/2014/main" id="{71DA7CBC-E5FA-4279-A2A1-693405FB229D}"/>
              </a:ext>
            </a:extLst>
          </p:cNvPr>
          <p:cNvSpPr txBox="1">
            <a:spLocks noChangeArrowheads="1"/>
          </p:cNvSpPr>
          <p:nvPr/>
        </p:nvSpPr>
        <p:spPr bwMode="auto">
          <a:xfrm>
            <a:off x="457200" y="4510088"/>
            <a:ext cx="990600" cy="519112"/>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ea typeface="楷体_GB2312" pitchFamily="49" charset="-122"/>
              </a:rPr>
              <a:t>建模</a:t>
            </a:r>
          </a:p>
        </p:txBody>
      </p:sp>
      <p:graphicFrame>
        <p:nvGraphicFramePr>
          <p:cNvPr id="6208" name="Object 64">
            <a:extLst>
              <a:ext uri="{FF2B5EF4-FFF2-40B4-BE49-F238E27FC236}">
                <a16:creationId xmlns:a16="http://schemas.microsoft.com/office/drawing/2014/main" id="{2DE3F329-6B5F-4B63-BEC5-F16EB2C3B381}"/>
              </a:ext>
            </a:extLst>
          </p:cNvPr>
          <p:cNvGraphicFramePr>
            <a:graphicFrameLocks noChangeAspect="1"/>
          </p:cNvGraphicFramePr>
          <p:nvPr/>
        </p:nvGraphicFramePr>
        <p:xfrm>
          <a:off x="1676400" y="4402138"/>
          <a:ext cx="4495800" cy="615950"/>
        </p:xfrm>
        <a:graphic>
          <a:graphicData uri="http://schemas.openxmlformats.org/presentationml/2006/ole">
            <mc:AlternateContent xmlns:mc="http://schemas.openxmlformats.org/markup-compatibility/2006">
              <mc:Choice xmlns:v="urn:schemas-microsoft-com:vml" Requires="v">
                <p:oleObj spid="_x0000_s27671" name="公式" r:id="rId5" imgW="1447800" imgH="241300" progId="Equation.3">
                  <p:embed/>
                </p:oleObj>
              </mc:Choice>
              <mc:Fallback>
                <p:oleObj name="公式" r:id="rId5" imgW="1447800" imgH="241300" progId="Equation.3">
                  <p:embed/>
                  <p:pic>
                    <p:nvPicPr>
                      <p:cNvPr id="0" name="Object 6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76400" y="4402138"/>
                        <a:ext cx="4495800" cy="61595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 name="Group 70">
            <a:extLst>
              <a:ext uri="{FF2B5EF4-FFF2-40B4-BE49-F238E27FC236}">
                <a16:creationId xmlns:a16="http://schemas.microsoft.com/office/drawing/2014/main" id="{6D764780-7744-4BE5-B2AC-AC195E4FD701}"/>
              </a:ext>
            </a:extLst>
          </p:cNvPr>
          <p:cNvGrpSpPr>
            <a:grpSpLocks/>
          </p:cNvGrpSpPr>
          <p:nvPr/>
        </p:nvGrpSpPr>
        <p:grpSpPr bwMode="auto">
          <a:xfrm>
            <a:off x="1676400" y="5180013"/>
            <a:ext cx="6248400" cy="534987"/>
            <a:chOff x="1248" y="3263"/>
            <a:chExt cx="3936" cy="337"/>
          </a:xfrm>
        </p:grpSpPr>
        <p:sp>
          <p:nvSpPr>
            <p:cNvPr id="27659" name="Text Box 66">
              <a:extLst>
                <a:ext uri="{FF2B5EF4-FFF2-40B4-BE49-F238E27FC236}">
                  <a16:creationId xmlns:a16="http://schemas.microsoft.com/office/drawing/2014/main" id="{A62336A6-00A1-4EF3-80A9-A75296988624}"/>
                </a:ext>
              </a:extLst>
            </p:cNvPr>
            <p:cNvSpPr txBox="1">
              <a:spLocks noChangeArrowheads="1"/>
            </p:cNvSpPr>
            <p:nvPr/>
          </p:nvSpPr>
          <p:spPr bwMode="auto">
            <a:xfrm>
              <a:off x="1248" y="3263"/>
              <a:ext cx="393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需建立                                   的两个方程</a:t>
              </a:r>
              <a:r>
                <a:rPr lang="en-US" altLang="zh-CN" sz="2800" b="1"/>
                <a:t>.</a:t>
              </a:r>
            </a:p>
          </p:txBody>
        </p:sp>
        <p:graphicFrame>
          <p:nvGraphicFramePr>
            <p:cNvPr id="27660" name="Object 67">
              <a:extLst>
                <a:ext uri="{FF2B5EF4-FFF2-40B4-BE49-F238E27FC236}">
                  <a16:creationId xmlns:a16="http://schemas.microsoft.com/office/drawing/2014/main" id="{2E0A4FF4-C0D4-4634-A96C-7C1B17D53E39}"/>
                </a:ext>
              </a:extLst>
            </p:cNvPr>
            <p:cNvGraphicFramePr>
              <a:graphicFrameLocks noChangeAspect="1"/>
            </p:cNvGraphicFramePr>
            <p:nvPr/>
          </p:nvGraphicFramePr>
          <p:xfrm>
            <a:off x="2016" y="3263"/>
            <a:ext cx="1879" cy="337"/>
          </p:xfrm>
          <a:graphic>
            <a:graphicData uri="http://schemas.openxmlformats.org/presentationml/2006/ole">
              <mc:AlternateContent xmlns:mc="http://schemas.openxmlformats.org/markup-compatibility/2006">
                <mc:Choice xmlns:v="urn:schemas-microsoft-com:vml" Requires="v">
                  <p:oleObj spid="_x0000_s27672" name="公式" r:id="rId7" imgW="977900" imgH="241300" progId="Equation.3">
                    <p:embed/>
                  </p:oleObj>
                </mc:Choice>
                <mc:Fallback>
                  <p:oleObj name="公式" r:id="rId7" imgW="977900" imgH="241300" progId="Equation.3">
                    <p:embed/>
                    <p:pic>
                      <p:nvPicPr>
                        <p:cNvPr id="0" name="Object 6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16" y="3263"/>
                          <a:ext cx="1879" cy="337"/>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199"/>
                                        </p:tgtEl>
                                        <p:attrNameLst>
                                          <p:attrName>style.visibility</p:attrName>
                                        </p:attrNameLst>
                                      </p:cBhvr>
                                      <p:to>
                                        <p:strVal val="visible"/>
                                      </p:to>
                                    </p:set>
                                    <p:animEffect transition="in" filter="box(in)">
                                      <p:cBhvr>
                                        <p:cTn id="7" dur="1000"/>
                                        <p:tgtEl>
                                          <p:spTgt spid="619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6200"/>
                                        </p:tgtEl>
                                        <p:attrNameLst>
                                          <p:attrName>style.visibility</p:attrName>
                                        </p:attrNameLst>
                                      </p:cBhvr>
                                      <p:to>
                                        <p:strVal val="visible"/>
                                      </p:to>
                                    </p:set>
                                    <p:animEffect transition="in" filter="wipe(up)">
                                      <p:cBhvr>
                                        <p:cTn id="12" dur="1000"/>
                                        <p:tgtEl>
                                          <p:spTgt spid="620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6201"/>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5" presetClass="entr" presetSubtype="10"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checkerboard(across)">
                                      <p:cBhvr>
                                        <p:cTn id="21" dur="1000"/>
                                        <p:tgtEl>
                                          <p:spTgt spid="2"/>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3" presetClass="entr" presetSubtype="528" fill="hold" grpId="0" nodeType="clickEffect">
                                  <p:stCondLst>
                                    <p:cond delay="0"/>
                                  </p:stCondLst>
                                  <p:childTnLst>
                                    <p:set>
                                      <p:cBhvr>
                                        <p:cTn id="25" dur="1" fill="hold">
                                          <p:stCondLst>
                                            <p:cond delay="0"/>
                                          </p:stCondLst>
                                        </p:cTn>
                                        <p:tgtEl>
                                          <p:spTgt spid="6206"/>
                                        </p:tgtEl>
                                        <p:attrNameLst>
                                          <p:attrName>style.visibility</p:attrName>
                                        </p:attrNameLst>
                                      </p:cBhvr>
                                      <p:to>
                                        <p:strVal val="visible"/>
                                      </p:to>
                                    </p:set>
                                    <p:anim calcmode="lin" valueType="num">
                                      <p:cBhvr>
                                        <p:cTn id="26" dur="1000" fill="hold"/>
                                        <p:tgtEl>
                                          <p:spTgt spid="6206"/>
                                        </p:tgtEl>
                                        <p:attrNameLst>
                                          <p:attrName>ppt_w</p:attrName>
                                        </p:attrNameLst>
                                      </p:cBhvr>
                                      <p:tavLst>
                                        <p:tav tm="0">
                                          <p:val>
                                            <p:fltVal val="0"/>
                                          </p:val>
                                        </p:tav>
                                        <p:tav tm="100000">
                                          <p:val>
                                            <p:strVal val="#ppt_w"/>
                                          </p:val>
                                        </p:tav>
                                      </p:tavLst>
                                    </p:anim>
                                    <p:anim calcmode="lin" valueType="num">
                                      <p:cBhvr>
                                        <p:cTn id="27" dur="1000" fill="hold"/>
                                        <p:tgtEl>
                                          <p:spTgt spid="6206"/>
                                        </p:tgtEl>
                                        <p:attrNameLst>
                                          <p:attrName>ppt_h</p:attrName>
                                        </p:attrNameLst>
                                      </p:cBhvr>
                                      <p:tavLst>
                                        <p:tav tm="0">
                                          <p:val>
                                            <p:fltVal val="0"/>
                                          </p:val>
                                        </p:tav>
                                        <p:tav tm="100000">
                                          <p:val>
                                            <p:strVal val="#ppt_h"/>
                                          </p:val>
                                        </p:tav>
                                      </p:tavLst>
                                    </p:anim>
                                    <p:anim calcmode="lin" valueType="num">
                                      <p:cBhvr>
                                        <p:cTn id="28" dur="1000" fill="hold"/>
                                        <p:tgtEl>
                                          <p:spTgt spid="6206"/>
                                        </p:tgtEl>
                                        <p:attrNameLst>
                                          <p:attrName>ppt_x</p:attrName>
                                        </p:attrNameLst>
                                      </p:cBhvr>
                                      <p:tavLst>
                                        <p:tav tm="0">
                                          <p:val>
                                            <p:fltVal val="0.5"/>
                                          </p:val>
                                        </p:tav>
                                        <p:tav tm="100000">
                                          <p:val>
                                            <p:strVal val="#ppt_x"/>
                                          </p:val>
                                        </p:tav>
                                      </p:tavLst>
                                    </p:anim>
                                    <p:anim calcmode="lin" valueType="num">
                                      <p:cBhvr>
                                        <p:cTn id="29" dur="1000" fill="hold"/>
                                        <p:tgtEl>
                                          <p:spTgt spid="6206"/>
                                        </p:tgtEl>
                                        <p:attrNameLst>
                                          <p:attrName>ppt_y</p:attrName>
                                        </p:attrNameLst>
                                      </p:cBhvr>
                                      <p:tavLst>
                                        <p:tav tm="0">
                                          <p:val>
                                            <p:fltVal val="0.5"/>
                                          </p:val>
                                        </p:tav>
                                        <p:tav tm="100000">
                                          <p:val>
                                            <p:strVal val="#ppt_y"/>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1" presetClass="entr" presetSubtype="0" fill="hold" grpId="0" nodeType="clickEffect">
                                  <p:stCondLst>
                                    <p:cond delay="0"/>
                                  </p:stCondLst>
                                  <p:childTnLst>
                                    <p:set>
                                      <p:cBhvr>
                                        <p:cTn id="33" dur="1" fill="hold">
                                          <p:stCondLst>
                                            <p:cond delay="499"/>
                                          </p:stCondLst>
                                        </p:cTn>
                                        <p:tgtEl>
                                          <p:spTgt spid="6207"/>
                                        </p:tgtEl>
                                        <p:attrNameLst>
                                          <p:attrName>style.visibility</p:attrName>
                                        </p:attrNameLst>
                                      </p:cBhvr>
                                      <p:to>
                                        <p:strVal val="visible"/>
                                      </p:to>
                                    </p:se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nodeType="clickEffect">
                                  <p:stCondLst>
                                    <p:cond delay="0"/>
                                  </p:stCondLst>
                                  <p:childTnLst>
                                    <p:set>
                                      <p:cBhvr>
                                        <p:cTn id="37" dur="1" fill="hold">
                                          <p:stCondLst>
                                            <p:cond delay="0"/>
                                          </p:stCondLst>
                                        </p:cTn>
                                        <p:tgtEl>
                                          <p:spTgt spid="6208"/>
                                        </p:tgtEl>
                                        <p:attrNameLst>
                                          <p:attrName>style.visibility</p:attrName>
                                        </p:attrNameLst>
                                      </p:cBhvr>
                                      <p:to>
                                        <p:strVal val="visible"/>
                                      </p:to>
                                    </p:set>
                                    <p:animEffect transition="in" filter="wipe(left)">
                                      <p:cBhvr>
                                        <p:cTn id="38" dur="1000"/>
                                        <p:tgtEl>
                                          <p:spTgt spid="6208"/>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nodeType="clickEffect">
                                  <p:stCondLst>
                                    <p:cond delay="0"/>
                                  </p:stCondLst>
                                  <p:childTnLst>
                                    <p:set>
                                      <p:cBhvr>
                                        <p:cTn id="42" dur="1" fill="hold">
                                          <p:stCondLst>
                                            <p:cond delay="0"/>
                                          </p:stCondLst>
                                        </p:cTn>
                                        <p:tgtEl>
                                          <p:spTgt spid="3"/>
                                        </p:tgtEl>
                                        <p:attrNameLst>
                                          <p:attrName>style.visibility</p:attrName>
                                        </p:attrNameLst>
                                      </p:cBhvr>
                                      <p:to>
                                        <p:strVal val="visible"/>
                                      </p:to>
                                    </p:set>
                                    <p:animEffect transition="in" filter="wipe(left)">
                                      <p:cBhvr>
                                        <p:cTn id="43"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99" grpId="0" autoUpdateAnimBg="0"/>
      <p:bldP spid="6200" grpId="0" animBg="1" autoUpdateAnimBg="0"/>
      <p:bldP spid="6201" grpId="0" animBg="1" autoUpdateAnimBg="0"/>
      <p:bldP spid="6206" grpId="0" autoUpdateAnimBg="0"/>
      <p:bldP spid="6207" grpId="0" animBg="1"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174" name="Object 6">
            <a:extLst>
              <a:ext uri="{FF2B5EF4-FFF2-40B4-BE49-F238E27FC236}">
                <a16:creationId xmlns:a16="http://schemas.microsoft.com/office/drawing/2014/main" id="{AEE894A6-6B3A-4468-A73C-DB61FEA8858B}"/>
              </a:ext>
            </a:extLst>
          </p:cNvPr>
          <p:cNvGraphicFramePr>
            <a:graphicFrameLocks noChangeAspect="1"/>
          </p:cNvGraphicFramePr>
          <p:nvPr/>
        </p:nvGraphicFramePr>
        <p:xfrm>
          <a:off x="615950" y="1066800"/>
          <a:ext cx="7689850" cy="533400"/>
        </p:xfrm>
        <a:graphic>
          <a:graphicData uri="http://schemas.openxmlformats.org/presentationml/2006/ole">
            <mc:AlternateContent xmlns:mc="http://schemas.openxmlformats.org/markup-compatibility/2006">
              <mc:Choice xmlns:v="urn:schemas-microsoft-com:vml" Requires="v">
                <p:oleObj spid="_x0000_s28700" name="公式" r:id="rId3" imgW="3302000" imgH="241300" progId="Equation.3">
                  <p:embed/>
                </p:oleObj>
              </mc:Choice>
              <mc:Fallback>
                <p:oleObj name="公式" r:id="rId3" imgW="3302000" imgH="2413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5950" y="1066800"/>
                        <a:ext cx="7689850" cy="533400"/>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675" name="Text Box 7">
            <a:extLst>
              <a:ext uri="{FF2B5EF4-FFF2-40B4-BE49-F238E27FC236}">
                <a16:creationId xmlns:a16="http://schemas.microsoft.com/office/drawing/2014/main" id="{DAFE5197-4323-4E1E-8449-813BE64340BF}"/>
              </a:ext>
            </a:extLst>
          </p:cNvPr>
          <p:cNvSpPr txBox="1">
            <a:spLocks noChangeArrowheads="1"/>
          </p:cNvSpPr>
          <p:nvPr/>
        </p:nvSpPr>
        <p:spPr bwMode="auto">
          <a:xfrm>
            <a:off x="381000" y="334963"/>
            <a:ext cx="1371600" cy="579437"/>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ea typeface="楷体_GB2312" pitchFamily="49" charset="-122"/>
              </a:rPr>
              <a:t>模型</a:t>
            </a:r>
            <a:r>
              <a:rPr lang="en-US" altLang="zh-CN" sz="3200" b="1"/>
              <a:t>4</a:t>
            </a:r>
          </a:p>
        </p:txBody>
      </p:sp>
      <p:sp>
        <p:nvSpPr>
          <p:cNvPr id="28676" name="Text Box 10">
            <a:extLst>
              <a:ext uri="{FF2B5EF4-FFF2-40B4-BE49-F238E27FC236}">
                <a16:creationId xmlns:a16="http://schemas.microsoft.com/office/drawing/2014/main" id="{C654B0FF-FC17-4134-9150-25F674F8CE2C}"/>
              </a:ext>
            </a:extLst>
          </p:cNvPr>
          <p:cNvSpPr txBox="1">
            <a:spLocks noChangeArrowheads="1"/>
          </p:cNvSpPr>
          <p:nvPr/>
        </p:nvSpPr>
        <p:spPr bwMode="auto">
          <a:xfrm>
            <a:off x="4876800" y="381000"/>
            <a:ext cx="1524000" cy="519113"/>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a:t>SIR</a:t>
            </a:r>
            <a:r>
              <a:rPr lang="zh-CN" altLang="zh-CN" sz="2800" b="1">
                <a:ea typeface="楷体_GB2312" pitchFamily="49" charset="-122"/>
              </a:rPr>
              <a:t>模型</a:t>
            </a:r>
            <a:endParaRPr lang="zh-CN" altLang="en-US" sz="2800" b="1">
              <a:ea typeface="楷体_GB2312" pitchFamily="49" charset="-122"/>
            </a:endParaRPr>
          </a:p>
        </p:txBody>
      </p:sp>
      <p:grpSp>
        <p:nvGrpSpPr>
          <p:cNvPr id="2" name="Group 15">
            <a:extLst>
              <a:ext uri="{FF2B5EF4-FFF2-40B4-BE49-F238E27FC236}">
                <a16:creationId xmlns:a16="http://schemas.microsoft.com/office/drawing/2014/main" id="{D8DF7B50-9ACD-431C-8A03-7A25B2A0F26C}"/>
              </a:ext>
            </a:extLst>
          </p:cNvPr>
          <p:cNvGrpSpPr>
            <a:grpSpLocks/>
          </p:cNvGrpSpPr>
          <p:nvPr/>
        </p:nvGrpSpPr>
        <p:grpSpPr bwMode="auto">
          <a:xfrm>
            <a:off x="5181600" y="3243263"/>
            <a:ext cx="3733800" cy="1160462"/>
            <a:chOff x="3168" y="2208"/>
            <a:chExt cx="2352" cy="731"/>
          </a:xfrm>
        </p:grpSpPr>
        <p:sp>
          <p:nvSpPr>
            <p:cNvPr id="28686" name="Text Box 12">
              <a:extLst>
                <a:ext uri="{FF2B5EF4-FFF2-40B4-BE49-F238E27FC236}">
                  <a16:creationId xmlns:a16="http://schemas.microsoft.com/office/drawing/2014/main" id="{FCC4B899-3F23-4A65-A338-630D5D6EA63A}"/>
                </a:ext>
              </a:extLst>
            </p:cNvPr>
            <p:cNvSpPr txBox="1">
              <a:spLocks noChangeArrowheads="1"/>
            </p:cNvSpPr>
            <p:nvPr/>
          </p:nvSpPr>
          <p:spPr bwMode="auto">
            <a:xfrm>
              <a:off x="3552" y="2208"/>
              <a:ext cx="1824" cy="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无法求出         </a:t>
              </a:r>
            </a:p>
            <a:p>
              <a:pPr algn="ctr" eaLnBrk="1" hangingPunct="1">
                <a:spcBef>
                  <a:spcPct val="50000"/>
                </a:spcBef>
              </a:pPr>
              <a:r>
                <a:rPr lang="zh-CN" altLang="en-US" sz="2800" b="1"/>
                <a:t>的解析解</a:t>
              </a:r>
            </a:p>
          </p:txBody>
        </p:sp>
        <p:graphicFrame>
          <p:nvGraphicFramePr>
            <p:cNvPr id="28687" name="Object 13">
              <a:extLst>
                <a:ext uri="{FF2B5EF4-FFF2-40B4-BE49-F238E27FC236}">
                  <a16:creationId xmlns:a16="http://schemas.microsoft.com/office/drawing/2014/main" id="{7CCE8DF4-563A-4502-97EC-3D286DAA8FBC}"/>
                </a:ext>
              </a:extLst>
            </p:cNvPr>
            <p:cNvGraphicFramePr>
              <a:graphicFrameLocks noChangeAspect="1"/>
            </p:cNvGraphicFramePr>
            <p:nvPr/>
          </p:nvGraphicFramePr>
          <p:xfrm>
            <a:off x="4560" y="2256"/>
            <a:ext cx="960" cy="316"/>
          </p:xfrm>
          <a:graphic>
            <a:graphicData uri="http://schemas.openxmlformats.org/presentationml/2006/ole">
              <mc:AlternateContent xmlns:mc="http://schemas.openxmlformats.org/markup-compatibility/2006">
                <mc:Choice xmlns:v="urn:schemas-microsoft-com:vml" Requires="v">
                  <p:oleObj spid="_x0000_s28701" name="公式" r:id="rId5" imgW="634725" imgH="241195" progId="Equation.3">
                    <p:embed/>
                  </p:oleObj>
                </mc:Choice>
                <mc:Fallback>
                  <p:oleObj name="公式" r:id="rId5" imgW="634725" imgH="241195" progId="Equation.3">
                    <p:embed/>
                    <p:pic>
                      <p:nvPicPr>
                        <p:cNvPr id="0"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60" y="2256"/>
                          <a:ext cx="960" cy="316"/>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688" name="AutoShape 14">
              <a:extLst>
                <a:ext uri="{FF2B5EF4-FFF2-40B4-BE49-F238E27FC236}">
                  <a16:creationId xmlns:a16="http://schemas.microsoft.com/office/drawing/2014/main" id="{B543FC61-C97C-494B-9990-22505B9A058B}"/>
                </a:ext>
              </a:extLst>
            </p:cNvPr>
            <p:cNvSpPr>
              <a:spLocks noChangeArrowheads="1"/>
            </p:cNvSpPr>
            <p:nvPr/>
          </p:nvSpPr>
          <p:spPr bwMode="auto">
            <a:xfrm>
              <a:off x="3168" y="2496"/>
              <a:ext cx="240" cy="306"/>
            </a:xfrm>
            <a:prstGeom prst="rightArrow">
              <a:avLst>
                <a:gd name="adj1" fmla="val 50000"/>
                <a:gd name="adj2" fmla="val 25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7184" name="Text Box 16">
            <a:extLst>
              <a:ext uri="{FF2B5EF4-FFF2-40B4-BE49-F238E27FC236}">
                <a16:creationId xmlns:a16="http://schemas.microsoft.com/office/drawing/2014/main" id="{8D0A3426-3F7E-45D3-B881-1EA6D1408927}"/>
              </a:ext>
            </a:extLst>
          </p:cNvPr>
          <p:cNvSpPr txBox="1">
            <a:spLocks noChangeArrowheads="1"/>
          </p:cNvSpPr>
          <p:nvPr/>
        </p:nvSpPr>
        <p:spPr bwMode="auto">
          <a:xfrm>
            <a:off x="5867400" y="4581525"/>
            <a:ext cx="2881313" cy="1565275"/>
          </a:xfrm>
          <a:prstGeom prst="rect">
            <a:avLst/>
          </a:prstGeom>
          <a:solidFill>
            <a:srgbClr val="66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Bef>
                <a:spcPct val="15000"/>
              </a:spcBef>
            </a:pPr>
            <a:r>
              <a:rPr lang="zh-CN" altLang="en-US" sz="2800" b="1">
                <a:solidFill>
                  <a:srgbClr val="FF3300"/>
                </a:solidFill>
              </a:rPr>
              <a:t>先做数值计算</a:t>
            </a:r>
            <a:r>
              <a:rPr lang="en-US" altLang="zh-CN" sz="2800" b="1">
                <a:solidFill>
                  <a:srgbClr val="FF3300"/>
                </a:solidFill>
              </a:rPr>
              <a:t>, </a:t>
            </a:r>
          </a:p>
          <a:p>
            <a:pPr eaLnBrk="1" hangingPunct="1">
              <a:lnSpc>
                <a:spcPct val="110000"/>
              </a:lnSpc>
              <a:spcBef>
                <a:spcPct val="15000"/>
              </a:spcBef>
            </a:pPr>
            <a:r>
              <a:rPr lang="zh-CN" altLang="en-US" sz="2800" b="1">
                <a:solidFill>
                  <a:srgbClr val="FF3300"/>
                </a:solidFill>
              </a:rPr>
              <a:t>再在相平面上研究解析解性质</a:t>
            </a:r>
          </a:p>
        </p:txBody>
      </p:sp>
      <p:graphicFrame>
        <p:nvGraphicFramePr>
          <p:cNvPr id="7188" name="Object 20">
            <a:extLst>
              <a:ext uri="{FF2B5EF4-FFF2-40B4-BE49-F238E27FC236}">
                <a16:creationId xmlns:a16="http://schemas.microsoft.com/office/drawing/2014/main" id="{521EB833-9A7E-4996-A3A9-D6B3938307A2}"/>
              </a:ext>
            </a:extLst>
          </p:cNvPr>
          <p:cNvGraphicFramePr>
            <a:graphicFrameLocks noChangeAspect="1"/>
          </p:cNvGraphicFramePr>
          <p:nvPr/>
        </p:nvGraphicFramePr>
        <p:xfrm>
          <a:off x="609600" y="1752600"/>
          <a:ext cx="6629400" cy="609600"/>
        </p:xfrm>
        <a:graphic>
          <a:graphicData uri="http://schemas.openxmlformats.org/presentationml/2006/ole">
            <mc:AlternateContent xmlns:mc="http://schemas.openxmlformats.org/markup-compatibility/2006">
              <mc:Choice xmlns:v="urn:schemas-microsoft-com:vml" Requires="v">
                <p:oleObj spid="_x0000_s28702" name="公式" r:id="rId7" imgW="2108200" imgH="203200" progId="Equation.3">
                  <p:embed/>
                </p:oleObj>
              </mc:Choice>
              <mc:Fallback>
                <p:oleObj name="公式" r:id="rId7" imgW="2108200" imgH="203200" progId="Equation.3">
                  <p:embed/>
                  <p:pic>
                    <p:nvPicPr>
                      <p:cNvPr id="0" name="Object 2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9600" y="1752600"/>
                        <a:ext cx="6629400" cy="609600"/>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 name="Group 22">
            <a:extLst>
              <a:ext uri="{FF2B5EF4-FFF2-40B4-BE49-F238E27FC236}">
                <a16:creationId xmlns:a16="http://schemas.microsoft.com/office/drawing/2014/main" id="{FE49DC9E-A3CA-4B37-AB42-A243A73B899B}"/>
              </a:ext>
            </a:extLst>
          </p:cNvPr>
          <p:cNvGrpSpPr>
            <a:grpSpLocks/>
          </p:cNvGrpSpPr>
          <p:nvPr/>
        </p:nvGrpSpPr>
        <p:grpSpPr bwMode="auto">
          <a:xfrm>
            <a:off x="685800" y="2395538"/>
            <a:ext cx="4495800" cy="3360737"/>
            <a:chOff x="432" y="1509"/>
            <a:chExt cx="2832" cy="2117"/>
          </a:xfrm>
        </p:grpSpPr>
        <p:graphicFrame>
          <p:nvGraphicFramePr>
            <p:cNvPr id="28684" name="Object 5">
              <a:extLst>
                <a:ext uri="{FF2B5EF4-FFF2-40B4-BE49-F238E27FC236}">
                  <a16:creationId xmlns:a16="http://schemas.microsoft.com/office/drawing/2014/main" id="{04CDFBE4-4058-40D3-BD9A-4E938251548B}"/>
                </a:ext>
              </a:extLst>
            </p:cNvPr>
            <p:cNvGraphicFramePr>
              <a:graphicFrameLocks noChangeAspect="1"/>
            </p:cNvGraphicFramePr>
            <p:nvPr/>
          </p:nvGraphicFramePr>
          <p:xfrm>
            <a:off x="624" y="1509"/>
            <a:ext cx="2640" cy="2117"/>
          </p:xfrm>
          <a:graphic>
            <a:graphicData uri="http://schemas.openxmlformats.org/presentationml/2006/ole">
              <mc:AlternateContent xmlns:mc="http://schemas.openxmlformats.org/markup-compatibility/2006">
                <mc:Choice xmlns:v="urn:schemas-microsoft-com:vml" Requires="v">
                  <p:oleObj spid="_x0000_s28703" name="Equation" r:id="rId9" imgW="1193800" imgH="1244600" progId="Equation.DSMT4">
                    <p:embed/>
                  </p:oleObj>
                </mc:Choice>
                <mc:Fallback>
                  <p:oleObj name="Equation" r:id="rId9" imgW="1193800" imgH="1244600" progId="Equation.DSMT4">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24" y="1509"/>
                          <a:ext cx="2640" cy="2117"/>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685" name="AutoShape 21">
              <a:extLst>
                <a:ext uri="{FF2B5EF4-FFF2-40B4-BE49-F238E27FC236}">
                  <a16:creationId xmlns:a16="http://schemas.microsoft.com/office/drawing/2014/main" id="{68A51065-FAF5-4EA6-A7F5-F7F14E4C2BFA}"/>
                </a:ext>
              </a:extLst>
            </p:cNvPr>
            <p:cNvSpPr>
              <a:spLocks noChangeArrowheads="1"/>
            </p:cNvSpPr>
            <p:nvPr/>
          </p:nvSpPr>
          <p:spPr bwMode="auto">
            <a:xfrm>
              <a:off x="432" y="2352"/>
              <a:ext cx="144" cy="306"/>
            </a:xfrm>
            <a:prstGeom prst="rightArrow">
              <a:avLst>
                <a:gd name="adj1" fmla="val 50000"/>
                <a:gd name="adj2" fmla="val 25000"/>
              </a:avLst>
            </a:prstGeom>
            <a:solidFill>
              <a:srgbClr val="FFFF00"/>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4" name="Group 1072">
            <a:extLst>
              <a:ext uri="{FF2B5EF4-FFF2-40B4-BE49-F238E27FC236}">
                <a16:creationId xmlns:a16="http://schemas.microsoft.com/office/drawing/2014/main" id="{5CE12E29-B530-4F9C-A0BF-F4D2A1B58F06}"/>
              </a:ext>
            </a:extLst>
          </p:cNvPr>
          <p:cNvGrpSpPr>
            <a:grpSpLocks/>
          </p:cNvGrpSpPr>
          <p:nvPr/>
        </p:nvGrpSpPr>
        <p:grpSpPr bwMode="auto">
          <a:xfrm>
            <a:off x="1187450" y="5862638"/>
            <a:ext cx="4319588" cy="555625"/>
            <a:chOff x="748" y="3693"/>
            <a:chExt cx="2721" cy="350"/>
          </a:xfrm>
        </p:grpSpPr>
        <p:graphicFrame>
          <p:nvGraphicFramePr>
            <p:cNvPr id="28682" name="Object 11">
              <a:extLst>
                <a:ext uri="{FF2B5EF4-FFF2-40B4-BE49-F238E27FC236}">
                  <a16:creationId xmlns:a16="http://schemas.microsoft.com/office/drawing/2014/main" id="{6EEAF20C-89FC-4CED-85CB-77A29CCBFAB2}"/>
                </a:ext>
              </a:extLst>
            </p:cNvPr>
            <p:cNvGraphicFramePr>
              <a:graphicFrameLocks noChangeAspect="1"/>
            </p:cNvGraphicFramePr>
            <p:nvPr/>
          </p:nvGraphicFramePr>
          <p:xfrm>
            <a:off x="748" y="3702"/>
            <a:ext cx="952" cy="341"/>
          </p:xfrm>
          <a:graphic>
            <a:graphicData uri="http://schemas.openxmlformats.org/presentationml/2006/ole">
              <mc:AlternateContent xmlns:mc="http://schemas.openxmlformats.org/markup-compatibility/2006">
                <mc:Choice xmlns:v="urn:schemas-microsoft-com:vml" Requires="v">
                  <p:oleObj spid="_x0000_s28704" name="公式" r:id="rId11" imgW="647700" imgH="228600" progId="Equation.3">
                    <p:embed/>
                  </p:oleObj>
                </mc:Choice>
                <mc:Fallback>
                  <p:oleObj name="公式" r:id="rId11" imgW="647700" imgH="228600" progId="Equation.3">
                    <p:embed/>
                    <p:pic>
                      <p:nvPicPr>
                        <p:cNvPr id="0" name="Object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48" y="3702"/>
                          <a:ext cx="952" cy="341"/>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683" name="Text Box 1071">
              <a:extLst>
                <a:ext uri="{FF2B5EF4-FFF2-40B4-BE49-F238E27FC236}">
                  <a16:creationId xmlns:a16="http://schemas.microsoft.com/office/drawing/2014/main" id="{90108C27-FCBF-4C19-9538-3C8113A685BD}"/>
                </a:ext>
              </a:extLst>
            </p:cNvPr>
            <p:cNvSpPr txBox="1">
              <a:spLocks noChangeArrowheads="1"/>
            </p:cNvSpPr>
            <p:nvPr/>
          </p:nvSpPr>
          <p:spPr bwMode="auto">
            <a:xfrm>
              <a:off x="1655" y="3693"/>
              <a:ext cx="181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a:t>(</a:t>
              </a:r>
              <a:r>
                <a:rPr lang="zh-CN" altLang="en-US" sz="2800" b="1"/>
                <a:t>通常</a:t>
              </a:r>
              <a:r>
                <a:rPr lang="en-US" altLang="zh-CN" sz="2800" b="1" i="1"/>
                <a:t>r</a:t>
              </a:r>
              <a:r>
                <a:rPr lang="en-US" altLang="zh-CN" sz="2800" b="1"/>
                <a:t>(0)=</a:t>
              </a:r>
              <a:r>
                <a:rPr lang="en-US" altLang="zh-CN" sz="2800" b="1" i="1"/>
                <a:t>r</a:t>
              </a:r>
              <a:r>
                <a:rPr lang="en-US" altLang="zh-CN" sz="2800" b="1" baseline="-25000"/>
                <a:t>0</a:t>
              </a:r>
              <a:r>
                <a:rPr lang="zh-CN" altLang="en-US" sz="2800" b="1"/>
                <a:t>很小</a:t>
              </a:r>
              <a:r>
                <a:rPr lang="en-US" altLang="zh-CN" sz="2800" b="1"/>
                <a:t>)</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7174"/>
                                        </p:tgtEl>
                                        <p:attrNameLst>
                                          <p:attrName>style.visibility</p:attrName>
                                        </p:attrNameLst>
                                      </p:cBhvr>
                                      <p:to>
                                        <p:strVal val="visible"/>
                                      </p:to>
                                    </p:set>
                                    <p:animEffect transition="in" filter="blinds(horizontal)">
                                      <p:cBhvr>
                                        <p:cTn id="7" dur="1000"/>
                                        <p:tgtEl>
                                          <p:spTgt spid="717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7188"/>
                                        </p:tgtEl>
                                        <p:attrNameLst>
                                          <p:attrName>style.visibility</p:attrName>
                                        </p:attrNameLst>
                                      </p:cBhvr>
                                      <p:to>
                                        <p:strVal val="visible"/>
                                      </p:to>
                                    </p:set>
                                    <p:animEffect transition="in" filter="blinds(horizontal)">
                                      <p:cBhvr>
                                        <p:cTn id="12" dur="1000"/>
                                        <p:tgtEl>
                                          <p:spTgt spid="718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dissolve">
                                      <p:cBhvr>
                                        <p:cTn id="17" dur="1000"/>
                                        <p:tgtEl>
                                          <p:spTgt spid="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checkerboard(across)">
                                      <p:cBhvr>
                                        <p:cTn id="22" dur="1000"/>
                                        <p:tgtEl>
                                          <p:spTgt spid="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checkerboard(across)">
                                      <p:cBhvr>
                                        <p:cTn id="27" dur="1000"/>
                                        <p:tgtEl>
                                          <p:spTgt spid="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7184"/>
                                        </p:tgtEl>
                                        <p:attrNameLst>
                                          <p:attrName>style.visibility</p:attrName>
                                        </p:attrNameLst>
                                      </p:cBhvr>
                                      <p:to>
                                        <p:strVal val="visible"/>
                                      </p:to>
                                    </p:set>
                                    <p:animEffect transition="in" filter="dissolve">
                                      <p:cBhvr>
                                        <p:cTn id="32" dur="1000"/>
                                        <p:tgtEl>
                                          <p:spTgt spid="71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8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 Box 4">
            <a:extLst>
              <a:ext uri="{FF2B5EF4-FFF2-40B4-BE49-F238E27FC236}">
                <a16:creationId xmlns:a16="http://schemas.microsoft.com/office/drawing/2014/main" id="{47671E96-66B9-4834-A42B-50647CB9E514}"/>
              </a:ext>
            </a:extLst>
          </p:cNvPr>
          <p:cNvSpPr txBox="1">
            <a:spLocks noChangeArrowheads="1"/>
          </p:cNvSpPr>
          <p:nvPr/>
        </p:nvSpPr>
        <p:spPr bwMode="auto">
          <a:xfrm>
            <a:off x="381000" y="334963"/>
            <a:ext cx="1371600" cy="579437"/>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ea typeface="楷体_GB2312" pitchFamily="49" charset="-122"/>
              </a:rPr>
              <a:t>模型</a:t>
            </a:r>
            <a:r>
              <a:rPr lang="en-US" altLang="zh-CN" sz="3200" b="1"/>
              <a:t>4</a:t>
            </a:r>
          </a:p>
        </p:txBody>
      </p:sp>
      <p:sp>
        <p:nvSpPr>
          <p:cNvPr id="29699" name="Text Box 5">
            <a:extLst>
              <a:ext uri="{FF2B5EF4-FFF2-40B4-BE49-F238E27FC236}">
                <a16:creationId xmlns:a16="http://schemas.microsoft.com/office/drawing/2014/main" id="{839B4D83-6ED0-44A5-AADC-707E56246757}"/>
              </a:ext>
            </a:extLst>
          </p:cNvPr>
          <p:cNvSpPr txBox="1">
            <a:spLocks noChangeArrowheads="1"/>
          </p:cNvSpPr>
          <p:nvPr/>
        </p:nvSpPr>
        <p:spPr bwMode="auto">
          <a:xfrm>
            <a:off x="2268538" y="404813"/>
            <a:ext cx="3382962" cy="519112"/>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a:t>SIR</a:t>
            </a:r>
            <a:r>
              <a:rPr lang="zh-CN" altLang="zh-CN" sz="2800" b="1">
                <a:ea typeface="楷体_GB2312" pitchFamily="49" charset="-122"/>
              </a:rPr>
              <a:t>模型</a:t>
            </a:r>
            <a:r>
              <a:rPr lang="zh-CN" altLang="en-US" sz="2800" b="1">
                <a:ea typeface="楷体_GB2312" pitchFamily="49" charset="-122"/>
              </a:rPr>
              <a:t>的数值解</a:t>
            </a:r>
          </a:p>
        </p:txBody>
      </p:sp>
      <p:pic>
        <p:nvPicPr>
          <p:cNvPr id="111622" name="Picture 6">
            <a:extLst>
              <a:ext uri="{FF2B5EF4-FFF2-40B4-BE49-F238E27FC236}">
                <a16:creationId xmlns:a16="http://schemas.microsoft.com/office/drawing/2014/main" id="{AE2FBA1A-2DC4-48EA-A79D-A742B3AEE5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2565400"/>
            <a:ext cx="4248150" cy="262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11628" name="Object 12">
            <a:extLst>
              <a:ext uri="{FF2B5EF4-FFF2-40B4-BE49-F238E27FC236}">
                <a16:creationId xmlns:a16="http://schemas.microsoft.com/office/drawing/2014/main" id="{759955EF-E8ED-4AAF-A4AE-35052A4E6170}"/>
              </a:ext>
            </a:extLst>
          </p:cNvPr>
          <p:cNvGraphicFramePr>
            <a:graphicFrameLocks noChangeAspect="1"/>
          </p:cNvGraphicFramePr>
          <p:nvPr/>
        </p:nvGraphicFramePr>
        <p:xfrm>
          <a:off x="454025" y="908050"/>
          <a:ext cx="3340100" cy="1619250"/>
        </p:xfrm>
        <a:graphic>
          <a:graphicData uri="http://schemas.openxmlformats.org/presentationml/2006/ole">
            <mc:AlternateContent xmlns:mc="http://schemas.openxmlformats.org/markup-compatibility/2006">
              <mc:Choice xmlns:v="urn:schemas-microsoft-com:vml" Requires="v">
                <p:oleObj spid="_x0000_s29715" name="Equation" r:id="rId4" imgW="1447800" imgH="838200" progId="Equation.DSMT4">
                  <p:embed/>
                </p:oleObj>
              </mc:Choice>
              <mc:Fallback>
                <p:oleObj name="Equation" r:id="rId4" imgW="1447800" imgH="838200" progId="Equation.DSMT4">
                  <p:embed/>
                  <p:pic>
                    <p:nvPicPr>
                      <p:cNvPr id="0" name="Object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4025" y="908050"/>
                        <a:ext cx="3340100" cy="161925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1631" name="Text Box 15">
            <a:extLst>
              <a:ext uri="{FF2B5EF4-FFF2-40B4-BE49-F238E27FC236}">
                <a16:creationId xmlns:a16="http://schemas.microsoft.com/office/drawing/2014/main" id="{E1876710-C914-4CBE-AE8C-355BA5DCF9FE}"/>
              </a:ext>
            </a:extLst>
          </p:cNvPr>
          <p:cNvSpPr txBox="1">
            <a:spLocks noChangeArrowheads="1"/>
          </p:cNvSpPr>
          <p:nvPr/>
        </p:nvSpPr>
        <p:spPr bwMode="auto">
          <a:xfrm>
            <a:off x="323850" y="5373688"/>
            <a:ext cx="53276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t>i</a:t>
            </a:r>
            <a:r>
              <a:rPr lang="en-US" altLang="zh-CN" sz="2800" b="1"/>
              <a:t>(</a:t>
            </a:r>
            <a:r>
              <a:rPr lang="en-US" altLang="zh-CN" sz="2800" b="1" i="1"/>
              <a:t>t</a:t>
            </a:r>
            <a:r>
              <a:rPr lang="en-US" altLang="zh-CN" sz="2800" b="1"/>
              <a:t>)</a:t>
            </a:r>
            <a:r>
              <a:rPr lang="zh-CN" altLang="en-US" sz="2800" b="1"/>
              <a:t>从初值增长到最大</a:t>
            </a:r>
            <a:r>
              <a:rPr lang="en-US" altLang="zh-CN" sz="2800" b="1"/>
              <a:t>;  </a:t>
            </a:r>
            <a:r>
              <a:rPr lang="en-US" altLang="zh-CN" sz="2800" b="1" i="1"/>
              <a:t>t</a:t>
            </a:r>
            <a:r>
              <a:rPr lang="en-US" altLang="zh-CN" sz="2800" b="1">
                <a:sym typeface="Symbol" panose="05050102010706020507" pitchFamily="18" charset="2"/>
              </a:rPr>
              <a:t>, </a:t>
            </a:r>
            <a:r>
              <a:rPr lang="en-US" altLang="zh-CN" sz="2800" b="1" i="1">
                <a:sym typeface="Symbol" panose="05050102010706020507" pitchFamily="18" charset="2"/>
              </a:rPr>
              <a:t>i</a:t>
            </a:r>
            <a:r>
              <a:rPr lang="en-US" altLang="zh-CN" sz="2800" b="1">
                <a:sym typeface="Symbol" panose="05050102010706020507" pitchFamily="18" charset="2"/>
              </a:rPr>
              <a:t>0.</a:t>
            </a:r>
          </a:p>
        </p:txBody>
      </p:sp>
      <p:sp>
        <p:nvSpPr>
          <p:cNvPr id="111632" name="Text Box 16">
            <a:extLst>
              <a:ext uri="{FF2B5EF4-FFF2-40B4-BE49-F238E27FC236}">
                <a16:creationId xmlns:a16="http://schemas.microsoft.com/office/drawing/2014/main" id="{D6AB0C97-E623-4E4E-9ADD-60785DBDE214}"/>
              </a:ext>
            </a:extLst>
          </p:cNvPr>
          <p:cNvSpPr txBox="1">
            <a:spLocks noChangeArrowheads="1"/>
          </p:cNvSpPr>
          <p:nvPr/>
        </p:nvSpPr>
        <p:spPr bwMode="auto">
          <a:xfrm>
            <a:off x="323850" y="5876925"/>
            <a:ext cx="40322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t>s</a:t>
            </a:r>
            <a:r>
              <a:rPr lang="en-US" altLang="zh-CN" sz="2800" b="1"/>
              <a:t>(</a:t>
            </a:r>
            <a:r>
              <a:rPr lang="en-US" altLang="zh-CN" sz="2800" b="1" i="1"/>
              <a:t>t</a:t>
            </a:r>
            <a:r>
              <a:rPr lang="en-US" altLang="zh-CN" sz="2800" b="1"/>
              <a:t>)</a:t>
            </a:r>
            <a:r>
              <a:rPr lang="zh-CN" altLang="en-US" sz="2800" b="1"/>
              <a:t>单调减</a:t>
            </a:r>
            <a:r>
              <a:rPr lang="en-US" altLang="zh-CN" sz="2800" b="1"/>
              <a:t>;  </a:t>
            </a:r>
            <a:r>
              <a:rPr lang="en-US" altLang="zh-CN" sz="2800" b="1" i="1"/>
              <a:t>t</a:t>
            </a:r>
            <a:r>
              <a:rPr lang="en-US" altLang="zh-CN" sz="2800" b="1">
                <a:sym typeface="Symbol" panose="05050102010706020507" pitchFamily="18" charset="2"/>
              </a:rPr>
              <a:t>, </a:t>
            </a:r>
            <a:r>
              <a:rPr lang="en-US" altLang="zh-CN" sz="2800" b="1" i="1">
                <a:sym typeface="Symbol" panose="05050102010706020507" pitchFamily="18" charset="2"/>
              </a:rPr>
              <a:t>s</a:t>
            </a:r>
            <a:r>
              <a:rPr lang="en-US" altLang="zh-CN" sz="2800" b="1">
                <a:sym typeface="Symbol" panose="05050102010706020507" pitchFamily="18" charset="2"/>
              </a:rPr>
              <a:t>0.04.</a:t>
            </a:r>
          </a:p>
        </p:txBody>
      </p:sp>
      <p:sp>
        <p:nvSpPr>
          <p:cNvPr id="111633" name="Text Box 17">
            <a:extLst>
              <a:ext uri="{FF2B5EF4-FFF2-40B4-BE49-F238E27FC236}">
                <a16:creationId xmlns:a16="http://schemas.microsoft.com/office/drawing/2014/main" id="{7D61E9BA-CBDE-4202-9C00-3F12E8B2709C}"/>
              </a:ext>
            </a:extLst>
          </p:cNvPr>
          <p:cNvSpPr txBox="1">
            <a:spLocks noChangeArrowheads="1"/>
          </p:cNvSpPr>
          <p:nvPr/>
        </p:nvSpPr>
        <p:spPr bwMode="auto">
          <a:xfrm>
            <a:off x="3779838" y="1196975"/>
            <a:ext cx="5184775" cy="103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Bef>
                <a:spcPct val="50000"/>
              </a:spcBef>
            </a:pPr>
            <a:r>
              <a:rPr lang="zh-CN" altLang="en-US" sz="2800" b="1">
                <a:sym typeface="Symbol" panose="05050102010706020507" pitchFamily="18" charset="2"/>
              </a:rPr>
              <a:t>设</a:t>
            </a:r>
            <a:r>
              <a:rPr lang="zh-CN" altLang="en-US" sz="2800" b="1" i="1">
                <a:sym typeface="Symbol" panose="05050102010706020507" pitchFamily="18" charset="2"/>
              </a:rPr>
              <a:t></a:t>
            </a:r>
            <a:r>
              <a:rPr lang="en-US" altLang="zh-CN" sz="2800" b="1">
                <a:sym typeface="Symbol" panose="05050102010706020507" pitchFamily="18" charset="2"/>
              </a:rPr>
              <a:t>=1, </a:t>
            </a:r>
            <a:r>
              <a:rPr lang="en-US" altLang="zh-CN" sz="2800" b="1" i="1">
                <a:sym typeface="Symbol" panose="05050102010706020507" pitchFamily="18" charset="2"/>
              </a:rPr>
              <a:t></a:t>
            </a:r>
            <a:r>
              <a:rPr lang="en-US" altLang="zh-CN" sz="2800" b="1">
                <a:sym typeface="Symbol" panose="05050102010706020507" pitchFamily="18" charset="2"/>
              </a:rPr>
              <a:t>=0.3, </a:t>
            </a:r>
            <a:r>
              <a:rPr lang="en-US" altLang="zh-CN" sz="2800" b="1" i="1">
                <a:sym typeface="Symbol" panose="05050102010706020507" pitchFamily="18" charset="2"/>
              </a:rPr>
              <a:t>i</a:t>
            </a:r>
            <a:r>
              <a:rPr lang="en-US" altLang="zh-CN" sz="2800" b="1" baseline="-25000">
                <a:sym typeface="Symbol" panose="05050102010706020507" pitchFamily="18" charset="2"/>
              </a:rPr>
              <a:t>0</a:t>
            </a:r>
            <a:r>
              <a:rPr lang="en-US" altLang="zh-CN" sz="2800" b="1">
                <a:sym typeface="Symbol" panose="05050102010706020507" pitchFamily="18" charset="2"/>
              </a:rPr>
              <a:t>=0.02, </a:t>
            </a:r>
            <a:r>
              <a:rPr lang="en-US" altLang="zh-CN" sz="2800" b="1" i="1">
                <a:sym typeface="Symbol" panose="05050102010706020507" pitchFamily="18" charset="2"/>
              </a:rPr>
              <a:t>s</a:t>
            </a:r>
            <a:r>
              <a:rPr lang="en-US" altLang="zh-CN" sz="2800" b="1" baseline="-25000">
                <a:sym typeface="Symbol" panose="05050102010706020507" pitchFamily="18" charset="2"/>
              </a:rPr>
              <a:t>0</a:t>
            </a:r>
            <a:r>
              <a:rPr lang="en-US" altLang="zh-CN" sz="2800" b="1">
                <a:sym typeface="Symbol" panose="05050102010706020507" pitchFamily="18" charset="2"/>
              </a:rPr>
              <a:t>=0.98, </a:t>
            </a:r>
            <a:r>
              <a:rPr lang="zh-CN" altLang="en-US" sz="2800" b="1">
                <a:sym typeface="Symbol" panose="05050102010706020507" pitchFamily="18" charset="2"/>
              </a:rPr>
              <a:t>用</a:t>
            </a:r>
            <a:r>
              <a:rPr lang="en-US" altLang="zh-CN" sz="2800" b="1">
                <a:sym typeface="Symbol" panose="05050102010706020507" pitchFamily="18" charset="2"/>
              </a:rPr>
              <a:t>MATLAB</a:t>
            </a:r>
            <a:r>
              <a:rPr lang="zh-CN" altLang="en-US" sz="2800" b="1">
                <a:sym typeface="Symbol" panose="05050102010706020507" pitchFamily="18" charset="2"/>
              </a:rPr>
              <a:t>计算作图</a:t>
            </a:r>
            <a:r>
              <a:rPr lang="en-US" altLang="zh-CN" sz="2800" b="1" i="1"/>
              <a:t>i</a:t>
            </a:r>
            <a:r>
              <a:rPr lang="en-US" altLang="zh-CN" sz="2800" b="1"/>
              <a:t>(</a:t>
            </a:r>
            <a:r>
              <a:rPr lang="en-US" altLang="zh-CN" sz="2800" b="1" i="1"/>
              <a:t>t</a:t>
            </a:r>
            <a:r>
              <a:rPr lang="en-US" altLang="zh-CN" sz="2800" b="1"/>
              <a:t>), </a:t>
            </a:r>
            <a:r>
              <a:rPr lang="en-US" altLang="zh-CN" sz="2800" b="1" i="1"/>
              <a:t>s</a:t>
            </a:r>
            <a:r>
              <a:rPr lang="en-US" altLang="zh-CN" sz="2800" b="1"/>
              <a:t>(</a:t>
            </a:r>
            <a:r>
              <a:rPr lang="en-US" altLang="zh-CN" sz="2800" b="1" i="1"/>
              <a:t>t</a:t>
            </a:r>
            <a:r>
              <a:rPr lang="en-US" altLang="zh-CN" sz="2800" b="1"/>
              <a:t>)</a:t>
            </a:r>
            <a:r>
              <a:rPr lang="zh-CN" altLang="en-US" sz="2800" b="1"/>
              <a:t>及</a:t>
            </a:r>
            <a:r>
              <a:rPr lang="en-US" altLang="zh-CN" sz="2800" b="1" i="1"/>
              <a:t>i</a:t>
            </a:r>
            <a:r>
              <a:rPr lang="en-US" altLang="zh-CN" sz="2800" b="1"/>
              <a:t>(</a:t>
            </a:r>
            <a:r>
              <a:rPr lang="en-US" altLang="zh-CN" sz="2800" b="1" i="1"/>
              <a:t>s</a:t>
            </a:r>
            <a:r>
              <a:rPr lang="en-US" altLang="zh-CN" sz="2800" b="1"/>
              <a:t>) </a:t>
            </a:r>
          </a:p>
        </p:txBody>
      </p:sp>
      <p:grpSp>
        <p:nvGrpSpPr>
          <p:cNvPr id="2" name="Group 22">
            <a:extLst>
              <a:ext uri="{FF2B5EF4-FFF2-40B4-BE49-F238E27FC236}">
                <a16:creationId xmlns:a16="http://schemas.microsoft.com/office/drawing/2014/main" id="{CC9A197F-53BA-47D7-B6EF-7137A1507701}"/>
              </a:ext>
            </a:extLst>
          </p:cNvPr>
          <p:cNvGrpSpPr>
            <a:grpSpLocks/>
          </p:cNvGrpSpPr>
          <p:nvPr/>
        </p:nvGrpSpPr>
        <p:grpSpPr bwMode="auto">
          <a:xfrm>
            <a:off x="4716463" y="2598738"/>
            <a:ext cx="4187825" cy="2630487"/>
            <a:chOff x="2971" y="1637"/>
            <a:chExt cx="2638" cy="1657"/>
          </a:xfrm>
        </p:grpSpPr>
        <p:pic>
          <p:nvPicPr>
            <p:cNvPr id="29706" name="Picture 9">
              <a:extLst>
                <a:ext uri="{FF2B5EF4-FFF2-40B4-BE49-F238E27FC236}">
                  <a16:creationId xmlns:a16="http://schemas.microsoft.com/office/drawing/2014/main" id="{F0CBF784-E9FE-4178-A867-00A44572437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71" y="1637"/>
              <a:ext cx="2638" cy="1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7" name="Text Box 10">
              <a:extLst>
                <a:ext uri="{FF2B5EF4-FFF2-40B4-BE49-F238E27FC236}">
                  <a16:creationId xmlns:a16="http://schemas.microsoft.com/office/drawing/2014/main" id="{E40FF9C1-7963-4FE2-96ED-C8E9BB423EAD}"/>
                </a:ext>
              </a:extLst>
            </p:cNvPr>
            <p:cNvSpPr txBox="1">
              <a:spLocks noChangeArrowheads="1"/>
            </p:cNvSpPr>
            <p:nvPr/>
          </p:nvSpPr>
          <p:spPr bwMode="auto">
            <a:xfrm>
              <a:off x="5239" y="2783"/>
              <a:ext cx="246" cy="25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2000" i="1"/>
                <a:t>s</a:t>
              </a:r>
              <a:endParaRPr lang="en-US" altLang="zh-CN" sz="2000"/>
            </a:p>
          </p:txBody>
        </p:sp>
        <p:sp>
          <p:nvSpPr>
            <p:cNvPr id="29708" name="Text Box 8">
              <a:extLst>
                <a:ext uri="{FF2B5EF4-FFF2-40B4-BE49-F238E27FC236}">
                  <a16:creationId xmlns:a16="http://schemas.microsoft.com/office/drawing/2014/main" id="{254AC370-249F-4F82-8C89-955C69560536}"/>
                </a:ext>
              </a:extLst>
            </p:cNvPr>
            <p:cNvSpPr txBox="1">
              <a:spLocks noChangeArrowheads="1"/>
            </p:cNvSpPr>
            <p:nvPr/>
          </p:nvSpPr>
          <p:spPr bwMode="auto">
            <a:xfrm>
              <a:off x="3334" y="1801"/>
              <a:ext cx="332" cy="24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2000" i="1"/>
                <a:t>i</a:t>
              </a:r>
              <a:endParaRPr lang="en-US" altLang="zh-CN" sz="2000"/>
            </a:p>
          </p:txBody>
        </p:sp>
        <p:sp>
          <p:nvSpPr>
            <p:cNvPr id="29709" name="Text Box 18">
              <a:extLst>
                <a:ext uri="{FF2B5EF4-FFF2-40B4-BE49-F238E27FC236}">
                  <a16:creationId xmlns:a16="http://schemas.microsoft.com/office/drawing/2014/main" id="{912364CB-7CD9-4624-9892-63F2C17BDCB7}"/>
                </a:ext>
              </a:extLst>
            </p:cNvPr>
            <p:cNvSpPr txBox="1">
              <a:spLocks noChangeArrowheads="1"/>
            </p:cNvSpPr>
            <p:nvPr/>
          </p:nvSpPr>
          <p:spPr bwMode="auto">
            <a:xfrm>
              <a:off x="4468" y="1752"/>
              <a:ext cx="95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a:t>相轨线</a:t>
              </a:r>
              <a:r>
                <a:rPr lang="en-US" altLang="zh-CN" sz="2800" b="1" i="1"/>
                <a:t>i</a:t>
              </a:r>
              <a:r>
                <a:rPr lang="en-US" altLang="zh-CN" sz="2800" b="1"/>
                <a:t>(</a:t>
              </a:r>
              <a:r>
                <a:rPr lang="en-US" altLang="zh-CN" sz="2800" b="1" i="1"/>
                <a:t>s</a:t>
              </a:r>
              <a:r>
                <a:rPr lang="en-US" altLang="zh-CN" sz="2800" b="1"/>
                <a:t>) </a:t>
              </a:r>
            </a:p>
          </p:txBody>
        </p:sp>
        <p:sp>
          <p:nvSpPr>
            <p:cNvPr id="29710" name="Line 20">
              <a:extLst>
                <a:ext uri="{FF2B5EF4-FFF2-40B4-BE49-F238E27FC236}">
                  <a16:creationId xmlns:a16="http://schemas.microsoft.com/office/drawing/2014/main" id="{32F73D05-C146-4F07-8EF3-CB5887EB42B1}"/>
                </a:ext>
              </a:extLst>
            </p:cNvPr>
            <p:cNvSpPr>
              <a:spLocks noChangeShapeType="1"/>
            </p:cNvSpPr>
            <p:nvPr/>
          </p:nvSpPr>
          <p:spPr bwMode="auto">
            <a:xfrm flipH="1" flipV="1">
              <a:off x="4876" y="2478"/>
              <a:ext cx="227" cy="226"/>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a:p>
          </p:txBody>
        </p:sp>
        <p:sp>
          <p:nvSpPr>
            <p:cNvPr id="29711" name="Line 21">
              <a:extLst>
                <a:ext uri="{FF2B5EF4-FFF2-40B4-BE49-F238E27FC236}">
                  <a16:creationId xmlns:a16="http://schemas.microsoft.com/office/drawing/2014/main" id="{B3454BD4-4B57-4756-B026-23D95986C1BD}"/>
                </a:ext>
              </a:extLst>
            </p:cNvPr>
            <p:cNvSpPr>
              <a:spLocks noChangeShapeType="1"/>
            </p:cNvSpPr>
            <p:nvPr/>
          </p:nvSpPr>
          <p:spPr bwMode="auto">
            <a:xfrm flipH="1">
              <a:off x="3515" y="2478"/>
              <a:ext cx="45" cy="226"/>
            </a:xfrm>
            <a:prstGeom prst="line">
              <a:avLst/>
            </a:prstGeom>
            <a:noFill/>
            <a:ln w="9525">
              <a:solidFill>
                <a:schemeClr val="tx1"/>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11628"/>
                                        </p:tgtEl>
                                        <p:attrNameLst>
                                          <p:attrName>style.visibility</p:attrName>
                                        </p:attrNameLst>
                                      </p:cBhvr>
                                      <p:to>
                                        <p:strVal val="visible"/>
                                      </p:to>
                                    </p:set>
                                    <p:animEffect transition="in" filter="checkerboard(across)">
                                      <p:cBhvr>
                                        <p:cTn id="7" dur="1000"/>
                                        <p:tgtEl>
                                          <p:spTgt spid="11162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1633"/>
                                        </p:tgtEl>
                                        <p:attrNameLst>
                                          <p:attrName>style.visibility</p:attrName>
                                        </p:attrNameLst>
                                      </p:cBhvr>
                                      <p:to>
                                        <p:strVal val="visible"/>
                                      </p:to>
                                    </p:set>
                                    <p:animEffect transition="in" filter="blinds(horizontal)">
                                      <p:cBhvr>
                                        <p:cTn id="12" dur="1000"/>
                                        <p:tgtEl>
                                          <p:spTgt spid="11163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111622"/>
                                        </p:tgtEl>
                                        <p:attrNameLst>
                                          <p:attrName>style.visibility</p:attrName>
                                        </p:attrNameLst>
                                      </p:cBhvr>
                                      <p:to>
                                        <p:strVal val="visible"/>
                                      </p:to>
                                    </p:set>
                                    <p:animEffect transition="in" filter="dissolve">
                                      <p:cBhvr>
                                        <p:cTn id="17" dur="1000"/>
                                        <p:tgtEl>
                                          <p:spTgt spid="11162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dissolve">
                                      <p:cBhvr>
                                        <p:cTn id="22" dur="1000"/>
                                        <p:tgtEl>
                                          <p:spTgt spid="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11631"/>
                                        </p:tgtEl>
                                        <p:attrNameLst>
                                          <p:attrName>style.visibility</p:attrName>
                                        </p:attrNameLst>
                                      </p:cBhvr>
                                      <p:to>
                                        <p:strVal val="visible"/>
                                      </p:to>
                                    </p:set>
                                    <p:animEffect transition="in" filter="wipe(left)">
                                      <p:cBhvr>
                                        <p:cTn id="27" dur="1000"/>
                                        <p:tgtEl>
                                          <p:spTgt spid="11163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11632"/>
                                        </p:tgtEl>
                                        <p:attrNameLst>
                                          <p:attrName>style.visibility</p:attrName>
                                        </p:attrNameLst>
                                      </p:cBhvr>
                                      <p:to>
                                        <p:strVal val="visible"/>
                                      </p:to>
                                    </p:set>
                                    <p:animEffect transition="in" filter="wipe(left)">
                                      <p:cBhvr>
                                        <p:cTn id="32" dur="1000"/>
                                        <p:tgtEl>
                                          <p:spTgt spid="1116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31" grpId="0"/>
      <p:bldP spid="111632" grpId="0"/>
      <p:bldP spid="11163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195" name="Object 3">
            <a:extLst>
              <a:ext uri="{FF2B5EF4-FFF2-40B4-BE49-F238E27FC236}">
                <a16:creationId xmlns:a16="http://schemas.microsoft.com/office/drawing/2014/main" id="{E3B6C2C9-0977-426F-B500-733421009615}"/>
              </a:ext>
            </a:extLst>
          </p:cNvPr>
          <p:cNvGraphicFramePr>
            <a:graphicFrameLocks noChangeAspect="1"/>
          </p:cNvGraphicFramePr>
          <p:nvPr/>
        </p:nvGraphicFramePr>
        <p:xfrm>
          <a:off x="5497513" y="1116013"/>
          <a:ext cx="2566987" cy="1568450"/>
        </p:xfrm>
        <a:graphic>
          <a:graphicData uri="http://schemas.openxmlformats.org/presentationml/2006/ole">
            <mc:AlternateContent xmlns:mc="http://schemas.openxmlformats.org/markup-compatibility/2006">
              <mc:Choice xmlns:v="urn:schemas-microsoft-com:vml" Requires="v">
                <p:oleObj spid="_x0000_s30767" name="Equation" r:id="rId3" imgW="812447" imgH="710891" progId="Equation.DSMT4">
                  <p:embed/>
                </p:oleObj>
              </mc:Choice>
              <mc:Fallback>
                <p:oleObj name="Equation" r:id="rId3" imgW="812447" imgH="710891"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97513" y="1116013"/>
                        <a:ext cx="2566987" cy="1568450"/>
                      </a:xfrm>
                      <a:prstGeom prst="rect">
                        <a:avLst/>
                      </a:prstGeom>
                      <a:solidFill>
                        <a:srgbClr val="FF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196" name="Object 4">
            <a:extLst>
              <a:ext uri="{FF2B5EF4-FFF2-40B4-BE49-F238E27FC236}">
                <a16:creationId xmlns:a16="http://schemas.microsoft.com/office/drawing/2014/main" id="{ACD29964-0F07-4A3C-9323-D0778DA1FE88}"/>
              </a:ext>
            </a:extLst>
          </p:cNvPr>
          <p:cNvGraphicFramePr>
            <a:graphicFrameLocks noChangeAspect="1"/>
          </p:cNvGraphicFramePr>
          <p:nvPr/>
        </p:nvGraphicFramePr>
        <p:xfrm>
          <a:off x="4114800" y="3378200"/>
          <a:ext cx="4949825" cy="1143000"/>
        </p:xfrm>
        <a:graphic>
          <a:graphicData uri="http://schemas.openxmlformats.org/presentationml/2006/ole">
            <mc:AlternateContent xmlns:mc="http://schemas.openxmlformats.org/markup-compatibility/2006">
              <mc:Choice xmlns:v="urn:schemas-microsoft-com:vml" Requires="v">
                <p:oleObj spid="_x0000_s30768" name="公式" r:id="rId5" imgW="2019300" imgH="520700" progId="Equation.3">
                  <p:embed/>
                </p:oleObj>
              </mc:Choice>
              <mc:Fallback>
                <p:oleObj name="公式" r:id="rId5" imgW="2019300" imgH="5207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14800" y="3378200"/>
                        <a:ext cx="4949825" cy="1143000"/>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724" name="Text Box 5">
            <a:extLst>
              <a:ext uri="{FF2B5EF4-FFF2-40B4-BE49-F238E27FC236}">
                <a16:creationId xmlns:a16="http://schemas.microsoft.com/office/drawing/2014/main" id="{F6340837-ADCD-463C-830C-970B06CF20DE}"/>
              </a:ext>
            </a:extLst>
          </p:cNvPr>
          <p:cNvSpPr txBox="1">
            <a:spLocks noChangeArrowheads="1"/>
          </p:cNvSpPr>
          <p:nvPr/>
        </p:nvSpPr>
        <p:spPr bwMode="auto">
          <a:xfrm>
            <a:off x="228600" y="381000"/>
            <a:ext cx="1371600" cy="579438"/>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ea typeface="楷体_GB2312" pitchFamily="49" charset="-122"/>
              </a:rPr>
              <a:t>模型</a:t>
            </a:r>
            <a:r>
              <a:rPr lang="en-US" altLang="zh-CN" sz="3200" b="1"/>
              <a:t>4</a:t>
            </a:r>
          </a:p>
        </p:txBody>
      </p:sp>
      <p:graphicFrame>
        <p:nvGraphicFramePr>
          <p:cNvPr id="8198" name="Object 6">
            <a:extLst>
              <a:ext uri="{FF2B5EF4-FFF2-40B4-BE49-F238E27FC236}">
                <a16:creationId xmlns:a16="http://schemas.microsoft.com/office/drawing/2014/main" id="{D7505BE8-92C2-4A14-A171-E387CF2BF9A2}"/>
              </a:ext>
            </a:extLst>
          </p:cNvPr>
          <p:cNvGraphicFramePr>
            <a:graphicFrameLocks noChangeAspect="1"/>
          </p:cNvGraphicFramePr>
          <p:nvPr/>
        </p:nvGraphicFramePr>
        <p:xfrm>
          <a:off x="571500" y="1322388"/>
          <a:ext cx="2513013" cy="2509837"/>
        </p:xfrm>
        <a:graphic>
          <a:graphicData uri="http://schemas.openxmlformats.org/presentationml/2006/ole">
            <mc:AlternateContent xmlns:mc="http://schemas.openxmlformats.org/markup-compatibility/2006">
              <mc:Choice xmlns:v="urn:schemas-microsoft-com:vml" Requires="v">
                <p:oleObj spid="_x0000_s30769" name="Equation" r:id="rId7" imgW="1193800" imgH="1244600" progId="Equation.DSMT4">
                  <p:embed/>
                </p:oleObj>
              </mc:Choice>
              <mc:Fallback>
                <p:oleObj name="Equation" r:id="rId7" imgW="1193800" imgH="1244600" progId="Equation.DSMT4">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71500" y="1322388"/>
                        <a:ext cx="2513013" cy="2509837"/>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20">
            <a:extLst>
              <a:ext uri="{FF2B5EF4-FFF2-40B4-BE49-F238E27FC236}">
                <a16:creationId xmlns:a16="http://schemas.microsoft.com/office/drawing/2014/main" id="{D8CC7A4C-43B1-427A-9B90-1E624D58109F}"/>
              </a:ext>
            </a:extLst>
          </p:cNvPr>
          <p:cNvGrpSpPr>
            <a:grpSpLocks/>
          </p:cNvGrpSpPr>
          <p:nvPr/>
        </p:nvGrpSpPr>
        <p:grpSpPr bwMode="auto">
          <a:xfrm>
            <a:off x="3443288" y="1052513"/>
            <a:ext cx="1509712" cy="1152525"/>
            <a:chOff x="2217" y="672"/>
            <a:chExt cx="951" cy="768"/>
          </a:xfrm>
        </p:grpSpPr>
        <p:graphicFrame>
          <p:nvGraphicFramePr>
            <p:cNvPr id="30749" name="Object 8">
              <a:extLst>
                <a:ext uri="{FF2B5EF4-FFF2-40B4-BE49-F238E27FC236}">
                  <a16:creationId xmlns:a16="http://schemas.microsoft.com/office/drawing/2014/main" id="{5B234F81-DDD2-4944-A25D-2A1F0946D643}"/>
                </a:ext>
              </a:extLst>
            </p:cNvPr>
            <p:cNvGraphicFramePr>
              <a:graphicFrameLocks noChangeAspect="1"/>
            </p:cNvGraphicFramePr>
            <p:nvPr/>
          </p:nvGraphicFramePr>
          <p:xfrm>
            <a:off x="2304" y="1008"/>
            <a:ext cx="768" cy="272"/>
          </p:xfrm>
          <a:graphic>
            <a:graphicData uri="http://schemas.openxmlformats.org/presentationml/2006/ole">
              <mc:AlternateContent xmlns:mc="http://schemas.openxmlformats.org/markup-compatibility/2006">
                <mc:Choice xmlns:v="urn:schemas-microsoft-com:vml" Requires="v">
                  <p:oleObj spid="_x0000_s30770" name="公式" r:id="rId9" imgW="710891" imgH="241195" progId="Equation.3">
                    <p:embed/>
                  </p:oleObj>
                </mc:Choice>
                <mc:Fallback>
                  <p:oleObj name="公式" r:id="rId9" imgW="710891" imgH="241195" progId="Equation.3">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04" y="1008"/>
                          <a:ext cx="768" cy="272"/>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750" name="Text Box 11">
              <a:extLst>
                <a:ext uri="{FF2B5EF4-FFF2-40B4-BE49-F238E27FC236}">
                  <a16:creationId xmlns:a16="http://schemas.microsoft.com/office/drawing/2014/main" id="{D92AFF24-EF41-48BB-B266-62E7A80EF1B7}"/>
                </a:ext>
              </a:extLst>
            </p:cNvPr>
            <p:cNvSpPr txBox="1">
              <a:spLocks noChangeArrowheads="1"/>
            </p:cNvSpPr>
            <p:nvPr/>
          </p:nvSpPr>
          <p:spPr bwMode="auto">
            <a:xfrm>
              <a:off x="2256" y="672"/>
              <a:ext cx="816"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消去</a:t>
              </a:r>
              <a:r>
                <a:rPr lang="en-US" altLang="zh-CN" sz="2800" b="1"/>
                <a:t>d</a:t>
              </a:r>
              <a:r>
                <a:rPr lang="en-US" altLang="zh-CN" sz="2800" b="1" i="1"/>
                <a:t>t</a:t>
              </a:r>
            </a:p>
          </p:txBody>
        </p:sp>
        <p:sp>
          <p:nvSpPr>
            <p:cNvPr id="30751" name="AutoShape 12">
              <a:extLst>
                <a:ext uri="{FF2B5EF4-FFF2-40B4-BE49-F238E27FC236}">
                  <a16:creationId xmlns:a16="http://schemas.microsoft.com/office/drawing/2014/main" id="{5604F8BE-FF29-4E24-A1E0-6A602581BD6F}"/>
                </a:ext>
              </a:extLst>
            </p:cNvPr>
            <p:cNvSpPr>
              <a:spLocks noChangeArrowheads="1"/>
            </p:cNvSpPr>
            <p:nvPr/>
          </p:nvSpPr>
          <p:spPr bwMode="auto">
            <a:xfrm>
              <a:off x="2217" y="1296"/>
              <a:ext cx="951" cy="144"/>
            </a:xfrm>
            <a:prstGeom prst="rightArrow">
              <a:avLst>
                <a:gd name="adj1" fmla="val 50000"/>
                <a:gd name="adj2" fmla="val 165104"/>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30727" name="Text Box 13">
            <a:extLst>
              <a:ext uri="{FF2B5EF4-FFF2-40B4-BE49-F238E27FC236}">
                <a16:creationId xmlns:a16="http://schemas.microsoft.com/office/drawing/2014/main" id="{D19A75A8-110E-4DE9-A234-3CD394E21802}"/>
              </a:ext>
            </a:extLst>
          </p:cNvPr>
          <p:cNvSpPr txBox="1">
            <a:spLocks noChangeArrowheads="1"/>
          </p:cNvSpPr>
          <p:nvPr/>
        </p:nvSpPr>
        <p:spPr bwMode="auto">
          <a:xfrm>
            <a:off x="1835150" y="461963"/>
            <a:ext cx="3887788" cy="519112"/>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a:t>SIR</a:t>
            </a:r>
            <a:r>
              <a:rPr lang="zh-CN" altLang="zh-CN" sz="2800" b="1"/>
              <a:t>模型</a:t>
            </a:r>
            <a:r>
              <a:rPr lang="zh-CN" altLang="en-US" sz="2800" b="1"/>
              <a:t>的相轨线分析</a:t>
            </a:r>
          </a:p>
        </p:txBody>
      </p:sp>
      <p:grpSp>
        <p:nvGrpSpPr>
          <p:cNvPr id="3" name="Group 34">
            <a:extLst>
              <a:ext uri="{FF2B5EF4-FFF2-40B4-BE49-F238E27FC236}">
                <a16:creationId xmlns:a16="http://schemas.microsoft.com/office/drawing/2014/main" id="{CF6BA401-A04C-4C1B-8B38-A088D1E8ABDA}"/>
              </a:ext>
            </a:extLst>
          </p:cNvPr>
          <p:cNvGrpSpPr>
            <a:grpSpLocks/>
          </p:cNvGrpSpPr>
          <p:nvPr/>
        </p:nvGrpSpPr>
        <p:grpSpPr bwMode="auto">
          <a:xfrm>
            <a:off x="76200" y="4216400"/>
            <a:ext cx="5153025" cy="1135063"/>
            <a:chOff x="96" y="2544"/>
            <a:chExt cx="3246" cy="715"/>
          </a:xfrm>
        </p:grpSpPr>
        <p:graphicFrame>
          <p:nvGraphicFramePr>
            <p:cNvPr id="30745" name="Object 2">
              <a:extLst>
                <a:ext uri="{FF2B5EF4-FFF2-40B4-BE49-F238E27FC236}">
                  <a16:creationId xmlns:a16="http://schemas.microsoft.com/office/drawing/2014/main" id="{2E1F6CDB-022B-41D9-AB2D-EB3BB4317367}"/>
                </a:ext>
              </a:extLst>
            </p:cNvPr>
            <p:cNvGraphicFramePr>
              <a:graphicFrameLocks noChangeAspect="1"/>
            </p:cNvGraphicFramePr>
            <p:nvPr/>
          </p:nvGraphicFramePr>
          <p:xfrm>
            <a:off x="96" y="2928"/>
            <a:ext cx="3246" cy="331"/>
          </p:xfrm>
          <a:graphic>
            <a:graphicData uri="http://schemas.openxmlformats.org/presentationml/2006/ole">
              <mc:AlternateContent xmlns:mc="http://schemas.openxmlformats.org/markup-compatibility/2006">
                <mc:Choice xmlns:v="urn:schemas-microsoft-com:vml" Requires="v">
                  <p:oleObj spid="_x0000_s30771" name="公式" r:id="rId11" imgW="2298700" imgH="279400" progId="Equation.3">
                    <p:embed/>
                  </p:oleObj>
                </mc:Choice>
                <mc:Fallback>
                  <p:oleObj name="公式" r:id="rId11" imgW="2298700" imgH="279400" progId="Equation.3">
                    <p:embed/>
                    <p:pic>
                      <p:nvPicPr>
                        <p:cNvPr id="0" name="Object 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6" y="2928"/>
                          <a:ext cx="3246" cy="331"/>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0746" name="Group 29">
              <a:extLst>
                <a:ext uri="{FF2B5EF4-FFF2-40B4-BE49-F238E27FC236}">
                  <a16:creationId xmlns:a16="http://schemas.microsoft.com/office/drawing/2014/main" id="{A0F25B05-1191-4E7A-A1F6-039EEBF2938F}"/>
                </a:ext>
              </a:extLst>
            </p:cNvPr>
            <p:cNvGrpSpPr>
              <a:grpSpLocks/>
            </p:cNvGrpSpPr>
            <p:nvPr/>
          </p:nvGrpSpPr>
          <p:grpSpPr bwMode="auto">
            <a:xfrm>
              <a:off x="240" y="2544"/>
              <a:ext cx="2352" cy="336"/>
              <a:chOff x="240" y="2544"/>
              <a:chExt cx="2352" cy="336"/>
            </a:xfrm>
          </p:grpSpPr>
          <p:sp>
            <p:nvSpPr>
              <p:cNvPr id="30747" name="Text Box 10">
                <a:extLst>
                  <a:ext uri="{FF2B5EF4-FFF2-40B4-BE49-F238E27FC236}">
                    <a16:creationId xmlns:a16="http://schemas.microsoft.com/office/drawing/2014/main" id="{63AD99A5-31D5-4DAB-ACF0-51C326361336}"/>
                  </a:ext>
                </a:extLst>
              </p:cNvPr>
              <p:cNvSpPr txBox="1">
                <a:spLocks noChangeArrowheads="1"/>
              </p:cNvSpPr>
              <p:nvPr/>
            </p:nvSpPr>
            <p:spPr bwMode="auto">
              <a:xfrm>
                <a:off x="240" y="2544"/>
                <a:ext cx="235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相轨线           的定义域</a:t>
                </a:r>
              </a:p>
            </p:txBody>
          </p:sp>
          <p:graphicFrame>
            <p:nvGraphicFramePr>
              <p:cNvPr id="30748" name="Object 14">
                <a:extLst>
                  <a:ext uri="{FF2B5EF4-FFF2-40B4-BE49-F238E27FC236}">
                    <a16:creationId xmlns:a16="http://schemas.microsoft.com/office/drawing/2014/main" id="{6942DC7C-F518-4AC9-B503-5CCDFA0913A6}"/>
                  </a:ext>
                </a:extLst>
              </p:cNvPr>
              <p:cNvGraphicFramePr>
                <a:graphicFrameLocks noChangeAspect="1"/>
              </p:cNvGraphicFramePr>
              <p:nvPr/>
            </p:nvGraphicFramePr>
            <p:xfrm>
              <a:off x="1039" y="2564"/>
              <a:ext cx="537" cy="316"/>
            </p:xfrm>
            <a:graphic>
              <a:graphicData uri="http://schemas.openxmlformats.org/presentationml/2006/ole">
                <mc:AlternateContent xmlns:mc="http://schemas.openxmlformats.org/markup-compatibility/2006">
                  <mc:Choice xmlns:v="urn:schemas-microsoft-com:vml" Requires="v">
                    <p:oleObj spid="_x0000_s30772" name="公式" r:id="rId13" imgW="317225" imgH="241091" progId="Equation.3">
                      <p:embed/>
                    </p:oleObj>
                  </mc:Choice>
                  <mc:Fallback>
                    <p:oleObj name="公式" r:id="rId13" imgW="317225" imgH="241091" progId="Equation.3">
                      <p:embed/>
                      <p:pic>
                        <p:nvPicPr>
                          <p:cNvPr id="0" name="Object 1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039" y="2564"/>
                            <a:ext cx="537" cy="316"/>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grpSp>
        <p:nvGrpSpPr>
          <p:cNvPr id="5" name="Group 36">
            <a:extLst>
              <a:ext uri="{FF2B5EF4-FFF2-40B4-BE49-F238E27FC236}">
                <a16:creationId xmlns:a16="http://schemas.microsoft.com/office/drawing/2014/main" id="{8F643BE7-9921-4D11-A05C-3EAF99BB5BE1}"/>
              </a:ext>
            </a:extLst>
          </p:cNvPr>
          <p:cNvGrpSpPr>
            <a:grpSpLocks/>
          </p:cNvGrpSpPr>
          <p:nvPr/>
        </p:nvGrpSpPr>
        <p:grpSpPr bwMode="auto">
          <a:xfrm>
            <a:off x="5486400" y="2844800"/>
            <a:ext cx="1781175" cy="519113"/>
            <a:chOff x="3504" y="1680"/>
            <a:chExt cx="1122" cy="327"/>
          </a:xfrm>
        </p:grpSpPr>
        <p:sp>
          <p:nvSpPr>
            <p:cNvPr id="30743" name="AutoShape 16">
              <a:extLst>
                <a:ext uri="{FF2B5EF4-FFF2-40B4-BE49-F238E27FC236}">
                  <a16:creationId xmlns:a16="http://schemas.microsoft.com/office/drawing/2014/main" id="{E742C6D2-1F87-4B97-893B-6396B7033C31}"/>
                </a:ext>
              </a:extLst>
            </p:cNvPr>
            <p:cNvSpPr>
              <a:spLocks noChangeArrowheads="1"/>
            </p:cNvSpPr>
            <p:nvPr/>
          </p:nvSpPr>
          <p:spPr bwMode="auto">
            <a:xfrm>
              <a:off x="4320" y="1728"/>
              <a:ext cx="306" cy="240"/>
            </a:xfrm>
            <a:prstGeom prst="downArrow">
              <a:avLst>
                <a:gd name="adj1" fmla="val 50000"/>
                <a:gd name="adj2" fmla="val 25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0744" name="Text Box 17">
              <a:extLst>
                <a:ext uri="{FF2B5EF4-FFF2-40B4-BE49-F238E27FC236}">
                  <a16:creationId xmlns:a16="http://schemas.microsoft.com/office/drawing/2014/main" id="{57BC1C0A-902E-453C-9329-B3E220202311}"/>
                </a:ext>
              </a:extLst>
            </p:cNvPr>
            <p:cNvSpPr txBox="1">
              <a:spLocks noChangeArrowheads="1"/>
            </p:cNvSpPr>
            <p:nvPr/>
          </p:nvSpPr>
          <p:spPr bwMode="auto">
            <a:xfrm>
              <a:off x="3504" y="1680"/>
              <a:ext cx="81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相轨线</a:t>
              </a:r>
            </a:p>
          </p:txBody>
        </p:sp>
      </p:grpSp>
      <p:grpSp>
        <p:nvGrpSpPr>
          <p:cNvPr id="6" name="Group 35">
            <a:extLst>
              <a:ext uri="{FF2B5EF4-FFF2-40B4-BE49-F238E27FC236}">
                <a16:creationId xmlns:a16="http://schemas.microsoft.com/office/drawing/2014/main" id="{E8583B9A-9B6F-41D0-B2C1-CD73541DE600}"/>
              </a:ext>
            </a:extLst>
          </p:cNvPr>
          <p:cNvGrpSpPr>
            <a:grpSpLocks/>
          </p:cNvGrpSpPr>
          <p:nvPr/>
        </p:nvGrpSpPr>
        <p:grpSpPr bwMode="auto">
          <a:xfrm>
            <a:off x="5715000" y="4267200"/>
            <a:ext cx="3124200" cy="2438400"/>
            <a:chOff x="3600" y="2592"/>
            <a:chExt cx="1968" cy="1536"/>
          </a:xfrm>
        </p:grpSpPr>
        <p:sp>
          <p:nvSpPr>
            <p:cNvPr id="30734" name="Line 19">
              <a:extLst>
                <a:ext uri="{FF2B5EF4-FFF2-40B4-BE49-F238E27FC236}">
                  <a16:creationId xmlns:a16="http://schemas.microsoft.com/office/drawing/2014/main" id="{69403C06-8D2A-4F1D-ABAC-9B57E28CD7A6}"/>
                </a:ext>
              </a:extLst>
            </p:cNvPr>
            <p:cNvSpPr>
              <a:spLocks noChangeShapeType="1"/>
            </p:cNvSpPr>
            <p:nvPr/>
          </p:nvSpPr>
          <p:spPr bwMode="auto">
            <a:xfrm>
              <a:off x="3792" y="3888"/>
              <a:ext cx="144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35" name="Line 21">
              <a:extLst>
                <a:ext uri="{FF2B5EF4-FFF2-40B4-BE49-F238E27FC236}">
                  <a16:creationId xmlns:a16="http://schemas.microsoft.com/office/drawing/2014/main" id="{B2495DE0-3BE5-40C5-85A1-CC7F35A8955F}"/>
                </a:ext>
              </a:extLst>
            </p:cNvPr>
            <p:cNvSpPr>
              <a:spLocks noChangeShapeType="1"/>
            </p:cNvSpPr>
            <p:nvPr/>
          </p:nvSpPr>
          <p:spPr bwMode="auto">
            <a:xfrm flipV="1">
              <a:off x="3792" y="2736"/>
              <a:ext cx="0" cy="115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36" name="Line 22">
              <a:extLst>
                <a:ext uri="{FF2B5EF4-FFF2-40B4-BE49-F238E27FC236}">
                  <a16:creationId xmlns:a16="http://schemas.microsoft.com/office/drawing/2014/main" id="{7574AE90-18F6-4842-8C0A-7E67C79D1A20}"/>
                </a:ext>
              </a:extLst>
            </p:cNvPr>
            <p:cNvSpPr>
              <a:spLocks noChangeShapeType="1"/>
            </p:cNvSpPr>
            <p:nvPr/>
          </p:nvSpPr>
          <p:spPr bwMode="auto">
            <a:xfrm>
              <a:off x="3792" y="2928"/>
              <a:ext cx="1104" cy="96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737" name="Text Box 23">
              <a:extLst>
                <a:ext uri="{FF2B5EF4-FFF2-40B4-BE49-F238E27FC236}">
                  <a16:creationId xmlns:a16="http://schemas.microsoft.com/office/drawing/2014/main" id="{EB0C252F-66C8-4555-8527-EFA4ADEEF4B6}"/>
                </a:ext>
              </a:extLst>
            </p:cNvPr>
            <p:cNvSpPr txBox="1">
              <a:spLocks noChangeArrowheads="1"/>
            </p:cNvSpPr>
            <p:nvPr/>
          </p:nvSpPr>
          <p:spPr bwMode="auto">
            <a:xfrm>
              <a:off x="3600" y="2832"/>
              <a:ext cx="3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a:t>1</a:t>
              </a:r>
            </a:p>
          </p:txBody>
        </p:sp>
        <p:sp>
          <p:nvSpPr>
            <p:cNvPr id="30738" name="Text Box 24">
              <a:extLst>
                <a:ext uri="{FF2B5EF4-FFF2-40B4-BE49-F238E27FC236}">
                  <a16:creationId xmlns:a16="http://schemas.microsoft.com/office/drawing/2014/main" id="{2DDDF744-213C-4A9B-B97F-13E2DEE5EA6E}"/>
                </a:ext>
              </a:extLst>
            </p:cNvPr>
            <p:cNvSpPr txBox="1">
              <a:spLocks noChangeArrowheads="1"/>
            </p:cNvSpPr>
            <p:nvPr/>
          </p:nvSpPr>
          <p:spPr bwMode="auto">
            <a:xfrm>
              <a:off x="4800" y="3878"/>
              <a:ext cx="3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a:t>1</a:t>
              </a:r>
            </a:p>
          </p:txBody>
        </p:sp>
        <p:sp>
          <p:nvSpPr>
            <p:cNvPr id="30739" name="Text Box 25">
              <a:extLst>
                <a:ext uri="{FF2B5EF4-FFF2-40B4-BE49-F238E27FC236}">
                  <a16:creationId xmlns:a16="http://schemas.microsoft.com/office/drawing/2014/main" id="{FAA5A0A1-97F6-41FB-B935-9CCC7AB860E3}"/>
                </a:ext>
              </a:extLst>
            </p:cNvPr>
            <p:cNvSpPr txBox="1">
              <a:spLocks noChangeArrowheads="1"/>
            </p:cNvSpPr>
            <p:nvPr/>
          </p:nvSpPr>
          <p:spPr bwMode="auto">
            <a:xfrm>
              <a:off x="5232" y="3696"/>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i="1"/>
                <a:t>s</a:t>
              </a:r>
            </a:p>
          </p:txBody>
        </p:sp>
        <p:sp>
          <p:nvSpPr>
            <p:cNvPr id="30740" name="Text Box 26">
              <a:extLst>
                <a:ext uri="{FF2B5EF4-FFF2-40B4-BE49-F238E27FC236}">
                  <a16:creationId xmlns:a16="http://schemas.microsoft.com/office/drawing/2014/main" id="{1BAE6D44-D39E-4FCB-8028-E4A3F4784F5E}"/>
                </a:ext>
              </a:extLst>
            </p:cNvPr>
            <p:cNvSpPr txBox="1">
              <a:spLocks noChangeArrowheads="1"/>
            </p:cNvSpPr>
            <p:nvPr/>
          </p:nvSpPr>
          <p:spPr bwMode="auto">
            <a:xfrm>
              <a:off x="3648" y="2592"/>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i="1"/>
                <a:t>i</a:t>
              </a:r>
            </a:p>
          </p:txBody>
        </p:sp>
        <p:sp>
          <p:nvSpPr>
            <p:cNvPr id="30741" name="Text Box 27">
              <a:extLst>
                <a:ext uri="{FF2B5EF4-FFF2-40B4-BE49-F238E27FC236}">
                  <a16:creationId xmlns:a16="http://schemas.microsoft.com/office/drawing/2014/main" id="{354C59F5-3A95-4A28-973C-25F07A2A1344}"/>
                </a:ext>
              </a:extLst>
            </p:cNvPr>
            <p:cNvSpPr txBox="1">
              <a:spLocks noChangeArrowheads="1"/>
            </p:cNvSpPr>
            <p:nvPr/>
          </p:nvSpPr>
          <p:spPr bwMode="auto">
            <a:xfrm>
              <a:off x="3648" y="3840"/>
              <a:ext cx="3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i="1"/>
                <a:t>O</a:t>
              </a:r>
            </a:p>
          </p:txBody>
        </p:sp>
        <p:sp>
          <p:nvSpPr>
            <p:cNvPr id="30742" name="Text Box 28">
              <a:extLst>
                <a:ext uri="{FF2B5EF4-FFF2-40B4-BE49-F238E27FC236}">
                  <a16:creationId xmlns:a16="http://schemas.microsoft.com/office/drawing/2014/main" id="{D26EC72A-C883-4562-A833-C91D48468858}"/>
                </a:ext>
              </a:extLst>
            </p:cNvPr>
            <p:cNvSpPr txBox="1">
              <a:spLocks noChangeArrowheads="1"/>
            </p:cNvSpPr>
            <p:nvPr/>
          </p:nvSpPr>
          <p:spPr bwMode="auto">
            <a:xfrm>
              <a:off x="3984" y="3504"/>
              <a:ext cx="3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i="1"/>
                <a:t>D</a:t>
              </a:r>
            </a:p>
          </p:txBody>
        </p:sp>
      </p:grpSp>
      <p:grpSp>
        <p:nvGrpSpPr>
          <p:cNvPr id="7" name="Group 33">
            <a:extLst>
              <a:ext uri="{FF2B5EF4-FFF2-40B4-BE49-F238E27FC236}">
                <a16:creationId xmlns:a16="http://schemas.microsoft.com/office/drawing/2014/main" id="{721B7EB7-E440-4107-A6AA-B52BDEACE1E7}"/>
              </a:ext>
            </a:extLst>
          </p:cNvPr>
          <p:cNvGrpSpPr>
            <a:grpSpLocks/>
          </p:cNvGrpSpPr>
          <p:nvPr/>
        </p:nvGrpSpPr>
        <p:grpSpPr bwMode="auto">
          <a:xfrm>
            <a:off x="865188" y="5359400"/>
            <a:ext cx="3340100" cy="1117600"/>
            <a:chOff x="593" y="3388"/>
            <a:chExt cx="2104" cy="704"/>
          </a:xfrm>
        </p:grpSpPr>
        <p:sp>
          <p:nvSpPr>
            <p:cNvPr id="30732" name="Text Box 31">
              <a:extLst>
                <a:ext uri="{FF2B5EF4-FFF2-40B4-BE49-F238E27FC236}">
                  <a16:creationId xmlns:a16="http://schemas.microsoft.com/office/drawing/2014/main" id="{AE1CB207-DD45-42B9-96B6-069190F4D1D7}"/>
                </a:ext>
              </a:extLst>
            </p:cNvPr>
            <p:cNvSpPr txBox="1">
              <a:spLocks noChangeArrowheads="1"/>
            </p:cNvSpPr>
            <p:nvPr/>
          </p:nvSpPr>
          <p:spPr bwMode="auto">
            <a:xfrm>
              <a:off x="593" y="3388"/>
              <a:ext cx="2095" cy="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zh-CN" altLang="en-US" sz="2800" b="1"/>
                <a:t>在</a:t>
              </a:r>
              <a:r>
                <a:rPr lang="en-US" altLang="zh-CN" sz="2800" b="1" i="1"/>
                <a:t>D</a:t>
              </a:r>
              <a:r>
                <a:rPr lang="zh-CN" altLang="en-US" sz="2800" b="1"/>
                <a:t>内作相轨线           的图形，进行分析</a:t>
              </a:r>
            </a:p>
          </p:txBody>
        </p:sp>
        <p:graphicFrame>
          <p:nvGraphicFramePr>
            <p:cNvPr id="30733" name="Object 32">
              <a:extLst>
                <a:ext uri="{FF2B5EF4-FFF2-40B4-BE49-F238E27FC236}">
                  <a16:creationId xmlns:a16="http://schemas.microsoft.com/office/drawing/2014/main" id="{AE06EFC3-175A-4F89-909F-1140743960B8}"/>
                </a:ext>
              </a:extLst>
            </p:cNvPr>
            <p:cNvGraphicFramePr>
              <a:graphicFrameLocks noChangeAspect="1"/>
            </p:cNvGraphicFramePr>
            <p:nvPr/>
          </p:nvGraphicFramePr>
          <p:xfrm>
            <a:off x="2160" y="3456"/>
            <a:ext cx="537" cy="316"/>
          </p:xfrm>
          <a:graphic>
            <a:graphicData uri="http://schemas.openxmlformats.org/presentationml/2006/ole">
              <mc:AlternateContent xmlns:mc="http://schemas.openxmlformats.org/markup-compatibility/2006">
                <mc:Choice xmlns:v="urn:schemas-microsoft-com:vml" Requires="v">
                  <p:oleObj spid="_x0000_s30773" name="公式" r:id="rId15" imgW="317225" imgH="241091" progId="Equation.3">
                    <p:embed/>
                  </p:oleObj>
                </mc:Choice>
                <mc:Fallback>
                  <p:oleObj name="公式" r:id="rId15" imgW="317225" imgH="241091" progId="Equation.3">
                    <p:embed/>
                    <p:pic>
                      <p:nvPicPr>
                        <p:cNvPr id="0" name="Object 3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160" y="3456"/>
                          <a:ext cx="537" cy="316"/>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8198"/>
                                        </p:tgtEl>
                                        <p:attrNameLst>
                                          <p:attrName>style.visibility</p:attrName>
                                        </p:attrNameLst>
                                      </p:cBhvr>
                                      <p:to>
                                        <p:strVal val="visible"/>
                                      </p:to>
                                    </p:set>
                                    <p:animEffect transition="in" filter="dissolve">
                                      <p:cBhvr>
                                        <p:cTn id="7" dur="1000"/>
                                        <p:tgtEl>
                                          <p:spTgt spid="819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checkerboard(across)">
                                      <p:cBhvr>
                                        <p:cTn id="12" dur="10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nodeType="clickEffect">
                                  <p:stCondLst>
                                    <p:cond delay="0"/>
                                  </p:stCondLst>
                                  <p:childTnLst>
                                    <p:set>
                                      <p:cBhvr>
                                        <p:cTn id="16" dur="1" fill="hold">
                                          <p:stCondLst>
                                            <p:cond delay="0"/>
                                          </p:stCondLst>
                                        </p:cTn>
                                        <p:tgtEl>
                                          <p:spTgt spid="8195"/>
                                        </p:tgtEl>
                                        <p:attrNameLst>
                                          <p:attrName>style.visibility</p:attrName>
                                        </p:attrNameLst>
                                      </p:cBhvr>
                                      <p:to>
                                        <p:strVal val="visible"/>
                                      </p:to>
                                    </p:set>
                                    <p:animEffect transition="in" filter="box(out)">
                                      <p:cBhvr>
                                        <p:cTn id="17" dur="1000"/>
                                        <p:tgtEl>
                                          <p:spTgt spid="819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nodeType="clickEffect">
                                  <p:stCondLst>
                                    <p:cond delay="0"/>
                                  </p:stCondLst>
                                  <p:childTnLst>
                                    <p:set>
                                      <p:cBhvr>
                                        <p:cTn id="21" dur="1" fill="hold">
                                          <p:stCondLst>
                                            <p:cond delay="499"/>
                                          </p:stCondLst>
                                        </p:cTn>
                                        <p:tgtEl>
                                          <p:spTgt spid="5"/>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nodeType="clickEffect">
                                  <p:stCondLst>
                                    <p:cond delay="0"/>
                                  </p:stCondLst>
                                  <p:childTnLst>
                                    <p:set>
                                      <p:cBhvr>
                                        <p:cTn id="25" dur="1" fill="hold">
                                          <p:stCondLst>
                                            <p:cond delay="0"/>
                                          </p:stCondLst>
                                        </p:cTn>
                                        <p:tgtEl>
                                          <p:spTgt spid="8196"/>
                                        </p:tgtEl>
                                        <p:attrNameLst>
                                          <p:attrName>style.visibility</p:attrName>
                                        </p:attrNameLst>
                                      </p:cBhvr>
                                      <p:to>
                                        <p:strVal val="visible"/>
                                      </p:to>
                                    </p:set>
                                    <p:animEffect transition="in" filter="blinds(horizontal)">
                                      <p:cBhvr>
                                        <p:cTn id="26" dur="1000"/>
                                        <p:tgtEl>
                                          <p:spTgt spid="8196"/>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3" presetClass="entr" presetSubtype="5" fill="hold" nodeType="clickEffect">
                                  <p:stCondLst>
                                    <p:cond delay="0"/>
                                  </p:stCondLst>
                                  <p:childTnLst>
                                    <p:set>
                                      <p:cBhvr>
                                        <p:cTn id="30" dur="1" fill="hold">
                                          <p:stCondLst>
                                            <p:cond delay="0"/>
                                          </p:stCondLst>
                                        </p:cTn>
                                        <p:tgtEl>
                                          <p:spTgt spid="3"/>
                                        </p:tgtEl>
                                        <p:attrNameLst>
                                          <p:attrName>style.visibility</p:attrName>
                                        </p:attrNameLst>
                                      </p:cBhvr>
                                      <p:to>
                                        <p:strVal val="visible"/>
                                      </p:to>
                                    </p:set>
                                    <p:animEffect transition="in" filter="blinds(vertical)">
                                      <p:cBhvr>
                                        <p:cTn id="31" dur="1000"/>
                                        <p:tgtEl>
                                          <p:spTgt spid="3"/>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5" presetClass="entr" presetSubtype="10" fill="hold" nodeType="click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checkerboard(across)">
                                      <p:cBhvr>
                                        <p:cTn id="36" dur="1000"/>
                                        <p:tgtEl>
                                          <p:spTgt spid="6"/>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16" presetClass="entr" presetSubtype="42" fill="hold" nodeType="clickEffect">
                                  <p:stCondLst>
                                    <p:cond delay="0"/>
                                  </p:stCondLst>
                                  <p:childTnLst>
                                    <p:set>
                                      <p:cBhvr>
                                        <p:cTn id="40" dur="1" fill="hold">
                                          <p:stCondLst>
                                            <p:cond delay="0"/>
                                          </p:stCondLst>
                                        </p:cTn>
                                        <p:tgtEl>
                                          <p:spTgt spid="7"/>
                                        </p:tgtEl>
                                        <p:attrNameLst>
                                          <p:attrName>style.visibility</p:attrName>
                                        </p:attrNameLst>
                                      </p:cBhvr>
                                      <p:to>
                                        <p:strVal val="visible"/>
                                      </p:to>
                                    </p:set>
                                    <p:animEffect transition="in" filter="barn(outHorizontal)">
                                      <p:cBhvr>
                                        <p:cTn id="41"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67">
            <a:extLst>
              <a:ext uri="{FF2B5EF4-FFF2-40B4-BE49-F238E27FC236}">
                <a16:creationId xmlns:a16="http://schemas.microsoft.com/office/drawing/2014/main" id="{9E6109E0-1B8D-4169-B37C-BD14AE4F65BD}"/>
              </a:ext>
            </a:extLst>
          </p:cNvPr>
          <p:cNvGrpSpPr>
            <a:grpSpLocks/>
          </p:cNvGrpSpPr>
          <p:nvPr/>
        </p:nvGrpSpPr>
        <p:grpSpPr bwMode="auto">
          <a:xfrm>
            <a:off x="5029200" y="1066800"/>
            <a:ext cx="4191000" cy="3810000"/>
            <a:chOff x="3168" y="528"/>
            <a:chExt cx="2640" cy="2400"/>
          </a:xfrm>
        </p:grpSpPr>
        <p:sp>
          <p:nvSpPr>
            <p:cNvPr id="31796" name="Text Box 19">
              <a:extLst>
                <a:ext uri="{FF2B5EF4-FFF2-40B4-BE49-F238E27FC236}">
                  <a16:creationId xmlns:a16="http://schemas.microsoft.com/office/drawing/2014/main" id="{541223DF-7E54-4BB8-B897-760D2DEEB763}"/>
                </a:ext>
              </a:extLst>
            </p:cNvPr>
            <p:cNvSpPr txBox="1">
              <a:spLocks noChangeArrowheads="1"/>
            </p:cNvSpPr>
            <p:nvPr/>
          </p:nvSpPr>
          <p:spPr bwMode="auto">
            <a:xfrm>
              <a:off x="5376" y="2640"/>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i="1"/>
                <a:t>s</a:t>
              </a:r>
            </a:p>
          </p:txBody>
        </p:sp>
        <p:grpSp>
          <p:nvGrpSpPr>
            <p:cNvPr id="31797" name="Group 36">
              <a:extLst>
                <a:ext uri="{FF2B5EF4-FFF2-40B4-BE49-F238E27FC236}">
                  <a16:creationId xmlns:a16="http://schemas.microsoft.com/office/drawing/2014/main" id="{CFCBE6C7-3012-4C4C-BBF9-CA03731363F3}"/>
                </a:ext>
              </a:extLst>
            </p:cNvPr>
            <p:cNvGrpSpPr>
              <a:grpSpLocks/>
            </p:cNvGrpSpPr>
            <p:nvPr/>
          </p:nvGrpSpPr>
          <p:grpSpPr bwMode="auto">
            <a:xfrm>
              <a:off x="3168" y="528"/>
              <a:ext cx="2496" cy="2400"/>
              <a:chOff x="3024" y="528"/>
              <a:chExt cx="2496" cy="2400"/>
            </a:xfrm>
          </p:grpSpPr>
          <p:sp>
            <p:nvSpPr>
              <p:cNvPr id="31798" name="Line 2">
                <a:extLst>
                  <a:ext uri="{FF2B5EF4-FFF2-40B4-BE49-F238E27FC236}">
                    <a16:creationId xmlns:a16="http://schemas.microsoft.com/office/drawing/2014/main" id="{FBDC666A-6C29-403E-B55F-42F529EC47A8}"/>
                  </a:ext>
                </a:extLst>
              </p:cNvPr>
              <p:cNvSpPr>
                <a:spLocks noChangeShapeType="1"/>
              </p:cNvSpPr>
              <p:nvPr/>
            </p:nvSpPr>
            <p:spPr bwMode="auto">
              <a:xfrm>
                <a:off x="3168" y="2688"/>
                <a:ext cx="235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799" name="Line 3">
                <a:extLst>
                  <a:ext uri="{FF2B5EF4-FFF2-40B4-BE49-F238E27FC236}">
                    <a16:creationId xmlns:a16="http://schemas.microsoft.com/office/drawing/2014/main" id="{5AC23947-E73C-468F-B0CF-47D41906192A}"/>
                  </a:ext>
                </a:extLst>
              </p:cNvPr>
              <p:cNvSpPr>
                <a:spLocks noChangeShapeType="1"/>
              </p:cNvSpPr>
              <p:nvPr/>
            </p:nvSpPr>
            <p:spPr bwMode="auto">
              <a:xfrm flipV="1">
                <a:off x="3168" y="624"/>
                <a:ext cx="0" cy="206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800" name="Line 4">
                <a:extLst>
                  <a:ext uri="{FF2B5EF4-FFF2-40B4-BE49-F238E27FC236}">
                    <a16:creationId xmlns:a16="http://schemas.microsoft.com/office/drawing/2014/main" id="{1D1772BA-68B1-4C24-89B1-2A037F276FEE}"/>
                  </a:ext>
                </a:extLst>
              </p:cNvPr>
              <p:cNvSpPr>
                <a:spLocks noChangeShapeType="1"/>
              </p:cNvSpPr>
              <p:nvPr/>
            </p:nvSpPr>
            <p:spPr bwMode="auto">
              <a:xfrm>
                <a:off x="3168" y="960"/>
                <a:ext cx="2016" cy="172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801" name="Text Box 15">
                <a:extLst>
                  <a:ext uri="{FF2B5EF4-FFF2-40B4-BE49-F238E27FC236}">
                    <a16:creationId xmlns:a16="http://schemas.microsoft.com/office/drawing/2014/main" id="{C1C6DB1A-05B0-4955-9D64-767EE15E98D7}"/>
                  </a:ext>
                </a:extLst>
              </p:cNvPr>
              <p:cNvSpPr txBox="1">
                <a:spLocks noChangeArrowheads="1"/>
              </p:cNvSpPr>
              <p:nvPr/>
            </p:nvSpPr>
            <p:spPr bwMode="auto">
              <a:xfrm>
                <a:off x="3024" y="528"/>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i="1"/>
                  <a:t>i</a:t>
                </a:r>
              </a:p>
            </p:txBody>
          </p:sp>
          <p:sp>
            <p:nvSpPr>
              <p:cNvPr id="31802" name="Text Box 16">
                <a:extLst>
                  <a:ext uri="{FF2B5EF4-FFF2-40B4-BE49-F238E27FC236}">
                    <a16:creationId xmlns:a16="http://schemas.microsoft.com/office/drawing/2014/main" id="{E4A2B823-CB73-4D54-B2B3-2076F5568D54}"/>
                  </a:ext>
                </a:extLst>
              </p:cNvPr>
              <p:cNvSpPr txBox="1">
                <a:spLocks noChangeArrowheads="1"/>
              </p:cNvSpPr>
              <p:nvPr/>
            </p:nvSpPr>
            <p:spPr bwMode="auto">
              <a:xfrm>
                <a:off x="3024" y="854"/>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a:t>1</a:t>
                </a:r>
              </a:p>
            </p:txBody>
          </p:sp>
          <p:sp>
            <p:nvSpPr>
              <p:cNvPr id="31803" name="Text Box 17">
                <a:extLst>
                  <a:ext uri="{FF2B5EF4-FFF2-40B4-BE49-F238E27FC236}">
                    <a16:creationId xmlns:a16="http://schemas.microsoft.com/office/drawing/2014/main" id="{E53DC3FB-A903-4215-A492-554FEF638B00}"/>
                  </a:ext>
                </a:extLst>
              </p:cNvPr>
              <p:cNvSpPr txBox="1">
                <a:spLocks noChangeArrowheads="1"/>
              </p:cNvSpPr>
              <p:nvPr/>
            </p:nvSpPr>
            <p:spPr bwMode="auto">
              <a:xfrm>
                <a:off x="3072" y="2678"/>
                <a:ext cx="2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i="1"/>
                  <a:t>O</a:t>
                </a:r>
              </a:p>
            </p:txBody>
          </p:sp>
          <p:sp>
            <p:nvSpPr>
              <p:cNvPr id="31804" name="Text Box 18">
                <a:extLst>
                  <a:ext uri="{FF2B5EF4-FFF2-40B4-BE49-F238E27FC236}">
                    <a16:creationId xmlns:a16="http://schemas.microsoft.com/office/drawing/2014/main" id="{C37BB92B-42C4-4EEB-8A3F-B413653629C2}"/>
                  </a:ext>
                </a:extLst>
              </p:cNvPr>
              <p:cNvSpPr txBox="1">
                <a:spLocks noChangeArrowheads="1"/>
              </p:cNvSpPr>
              <p:nvPr/>
            </p:nvSpPr>
            <p:spPr bwMode="auto">
              <a:xfrm>
                <a:off x="5088" y="2678"/>
                <a:ext cx="3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a:t>1</a:t>
                </a:r>
              </a:p>
            </p:txBody>
          </p:sp>
          <p:sp>
            <p:nvSpPr>
              <p:cNvPr id="31805" name="Text Box 20">
                <a:extLst>
                  <a:ext uri="{FF2B5EF4-FFF2-40B4-BE49-F238E27FC236}">
                    <a16:creationId xmlns:a16="http://schemas.microsoft.com/office/drawing/2014/main" id="{687C6B9A-3601-49D6-9C3D-EFB39AB695AD}"/>
                  </a:ext>
                </a:extLst>
              </p:cNvPr>
              <p:cNvSpPr txBox="1">
                <a:spLocks noChangeArrowheads="1"/>
              </p:cNvSpPr>
              <p:nvPr/>
            </p:nvSpPr>
            <p:spPr bwMode="auto">
              <a:xfrm>
                <a:off x="3216" y="1344"/>
                <a:ext cx="38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i="1"/>
                  <a:t>D</a:t>
                </a:r>
              </a:p>
            </p:txBody>
          </p:sp>
        </p:grpSp>
      </p:grpSp>
      <p:sp>
        <p:nvSpPr>
          <p:cNvPr id="31747" name="Text Box 34">
            <a:extLst>
              <a:ext uri="{FF2B5EF4-FFF2-40B4-BE49-F238E27FC236}">
                <a16:creationId xmlns:a16="http://schemas.microsoft.com/office/drawing/2014/main" id="{8C595818-3273-4AD8-B564-865BACF8F159}"/>
              </a:ext>
            </a:extLst>
          </p:cNvPr>
          <p:cNvSpPr txBox="1">
            <a:spLocks noChangeArrowheads="1"/>
          </p:cNvSpPr>
          <p:nvPr/>
        </p:nvSpPr>
        <p:spPr bwMode="auto">
          <a:xfrm>
            <a:off x="609600" y="457200"/>
            <a:ext cx="1371600" cy="579438"/>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ea typeface="楷体_GB2312" pitchFamily="49" charset="-122"/>
              </a:rPr>
              <a:t>模型</a:t>
            </a:r>
            <a:r>
              <a:rPr lang="en-US" altLang="zh-CN" sz="3200" b="1"/>
              <a:t>4</a:t>
            </a:r>
          </a:p>
        </p:txBody>
      </p:sp>
      <p:sp>
        <p:nvSpPr>
          <p:cNvPr id="31748" name="Text Box 35">
            <a:extLst>
              <a:ext uri="{FF2B5EF4-FFF2-40B4-BE49-F238E27FC236}">
                <a16:creationId xmlns:a16="http://schemas.microsoft.com/office/drawing/2014/main" id="{9556B6F6-23CD-48F9-A17F-29D22AF85148}"/>
              </a:ext>
            </a:extLst>
          </p:cNvPr>
          <p:cNvSpPr txBox="1">
            <a:spLocks noChangeArrowheads="1"/>
          </p:cNvSpPr>
          <p:nvPr/>
        </p:nvSpPr>
        <p:spPr bwMode="auto">
          <a:xfrm>
            <a:off x="7086600" y="533400"/>
            <a:ext cx="1524000" cy="519113"/>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a:t>SIR</a:t>
            </a:r>
            <a:r>
              <a:rPr lang="zh-CN" altLang="zh-CN" sz="2800" b="1">
                <a:ea typeface="楷体_GB2312" pitchFamily="49" charset="-122"/>
              </a:rPr>
              <a:t>模型</a:t>
            </a:r>
            <a:endParaRPr lang="zh-CN" altLang="en-US" sz="2800" b="1">
              <a:ea typeface="楷体_GB2312" pitchFamily="49" charset="-122"/>
            </a:endParaRPr>
          </a:p>
        </p:txBody>
      </p:sp>
      <p:grpSp>
        <p:nvGrpSpPr>
          <p:cNvPr id="4" name="Group 40">
            <a:extLst>
              <a:ext uri="{FF2B5EF4-FFF2-40B4-BE49-F238E27FC236}">
                <a16:creationId xmlns:a16="http://schemas.microsoft.com/office/drawing/2014/main" id="{86991580-2973-467E-BC0D-AB283F01454A}"/>
              </a:ext>
            </a:extLst>
          </p:cNvPr>
          <p:cNvGrpSpPr>
            <a:grpSpLocks/>
          </p:cNvGrpSpPr>
          <p:nvPr/>
        </p:nvGrpSpPr>
        <p:grpSpPr bwMode="auto">
          <a:xfrm>
            <a:off x="2286000" y="457200"/>
            <a:ext cx="3733800" cy="604838"/>
            <a:chOff x="288" y="864"/>
            <a:chExt cx="2352" cy="381"/>
          </a:xfrm>
        </p:grpSpPr>
        <p:sp>
          <p:nvSpPr>
            <p:cNvPr id="31794" name="Text Box 38">
              <a:extLst>
                <a:ext uri="{FF2B5EF4-FFF2-40B4-BE49-F238E27FC236}">
                  <a16:creationId xmlns:a16="http://schemas.microsoft.com/office/drawing/2014/main" id="{4695CD61-B0B2-49DF-A893-B3D570AE106D}"/>
                </a:ext>
              </a:extLst>
            </p:cNvPr>
            <p:cNvSpPr txBox="1">
              <a:spLocks noChangeArrowheads="1"/>
            </p:cNvSpPr>
            <p:nvPr/>
          </p:nvSpPr>
          <p:spPr bwMode="auto">
            <a:xfrm>
              <a:off x="288" y="864"/>
              <a:ext cx="2352" cy="381"/>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zh-CN" altLang="en-US" sz="2800" b="1"/>
                <a:t>相轨线          及其分析</a:t>
              </a:r>
            </a:p>
          </p:txBody>
        </p:sp>
        <p:graphicFrame>
          <p:nvGraphicFramePr>
            <p:cNvPr id="31795" name="Object 39">
              <a:extLst>
                <a:ext uri="{FF2B5EF4-FFF2-40B4-BE49-F238E27FC236}">
                  <a16:creationId xmlns:a16="http://schemas.microsoft.com/office/drawing/2014/main" id="{79CA4A94-E8C4-4B10-8FE5-8655FB986907}"/>
                </a:ext>
              </a:extLst>
            </p:cNvPr>
            <p:cNvGraphicFramePr>
              <a:graphicFrameLocks noChangeAspect="1"/>
            </p:cNvGraphicFramePr>
            <p:nvPr/>
          </p:nvGraphicFramePr>
          <p:xfrm>
            <a:off x="1056" y="912"/>
            <a:ext cx="537" cy="316"/>
          </p:xfrm>
          <a:graphic>
            <a:graphicData uri="http://schemas.openxmlformats.org/presentationml/2006/ole">
              <mc:AlternateContent xmlns:mc="http://schemas.openxmlformats.org/markup-compatibility/2006">
                <mc:Choice xmlns:v="urn:schemas-microsoft-com:vml" Requires="v">
                  <p:oleObj spid="_x0000_s31827" name="公式" r:id="rId3" imgW="317225" imgH="241091" progId="Equation.3">
                    <p:embed/>
                  </p:oleObj>
                </mc:Choice>
                <mc:Fallback>
                  <p:oleObj name="公式" r:id="rId3" imgW="317225" imgH="241091" progId="Equation.3">
                    <p:embed/>
                    <p:pic>
                      <p:nvPicPr>
                        <p:cNvPr id="0" name="Object 3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56" y="912"/>
                          <a:ext cx="537" cy="316"/>
                        </a:xfrm>
                        <a:prstGeom prst="rect">
                          <a:avLst/>
                        </a:prstGeom>
                        <a:solidFill>
                          <a:srgbClr val="FF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9257" name="Object 41">
            <a:extLst>
              <a:ext uri="{FF2B5EF4-FFF2-40B4-BE49-F238E27FC236}">
                <a16:creationId xmlns:a16="http://schemas.microsoft.com/office/drawing/2014/main" id="{BEB6C410-AEAC-432E-8934-70E7B758089C}"/>
              </a:ext>
            </a:extLst>
          </p:cNvPr>
          <p:cNvGraphicFramePr>
            <a:graphicFrameLocks noChangeAspect="1"/>
          </p:cNvGraphicFramePr>
          <p:nvPr/>
        </p:nvGraphicFramePr>
        <p:xfrm>
          <a:off x="576263" y="1290638"/>
          <a:ext cx="1838325" cy="1836737"/>
        </p:xfrm>
        <a:graphic>
          <a:graphicData uri="http://schemas.openxmlformats.org/presentationml/2006/ole">
            <mc:AlternateContent xmlns:mc="http://schemas.openxmlformats.org/markup-compatibility/2006">
              <mc:Choice xmlns:v="urn:schemas-microsoft-com:vml" Requires="v">
                <p:oleObj spid="_x0000_s31828" name="Equation" r:id="rId5" imgW="1193800" imgH="1244600" progId="Equation.DSMT4">
                  <p:embed/>
                </p:oleObj>
              </mc:Choice>
              <mc:Fallback>
                <p:oleObj name="Equation" r:id="rId5" imgW="1193800" imgH="1244600" progId="Equation.DSMT4">
                  <p:embed/>
                  <p:pic>
                    <p:nvPicPr>
                      <p:cNvPr id="0" name="Object 4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6263" y="1290638"/>
                        <a:ext cx="1838325" cy="18367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58" name="Object 42">
            <a:extLst>
              <a:ext uri="{FF2B5EF4-FFF2-40B4-BE49-F238E27FC236}">
                <a16:creationId xmlns:a16="http://schemas.microsoft.com/office/drawing/2014/main" id="{2AA433B3-EC32-4027-B61A-2795C5422206}"/>
              </a:ext>
            </a:extLst>
          </p:cNvPr>
          <p:cNvGraphicFramePr>
            <a:graphicFrameLocks noChangeAspect="1"/>
          </p:cNvGraphicFramePr>
          <p:nvPr/>
        </p:nvGraphicFramePr>
        <p:xfrm>
          <a:off x="2700338" y="1320800"/>
          <a:ext cx="1989137" cy="1216025"/>
        </p:xfrm>
        <a:graphic>
          <a:graphicData uri="http://schemas.openxmlformats.org/presentationml/2006/ole">
            <mc:AlternateContent xmlns:mc="http://schemas.openxmlformats.org/markup-compatibility/2006">
              <mc:Choice xmlns:v="urn:schemas-microsoft-com:vml" Requires="v">
                <p:oleObj spid="_x0000_s31829" name="Equation" r:id="rId7" imgW="812447" imgH="710891" progId="Equation.DSMT4">
                  <p:embed/>
                </p:oleObj>
              </mc:Choice>
              <mc:Fallback>
                <p:oleObj name="Equation" r:id="rId7" imgW="812447" imgH="710891" progId="Equation.DSMT4">
                  <p:embed/>
                  <p:pic>
                    <p:nvPicPr>
                      <p:cNvPr id="0" name="Object 4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00338" y="1320800"/>
                        <a:ext cx="1989137" cy="1216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59" name="Object 43">
            <a:extLst>
              <a:ext uri="{FF2B5EF4-FFF2-40B4-BE49-F238E27FC236}">
                <a16:creationId xmlns:a16="http://schemas.microsoft.com/office/drawing/2014/main" id="{3CBF4A33-79B8-4ABF-87B8-51C6A3A98D69}"/>
              </a:ext>
            </a:extLst>
          </p:cNvPr>
          <p:cNvGraphicFramePr>
            <a:graphicFrameLocks noChangeAspect="1"/>
          </p:cNvGraphicFramePr>
          <p:nvPr/>
        </p:nvGraphicFramePr>
        <p:xfrm>
          <a:off x="5795963" y="1371600"/>
          <a:ext cx="3195637" cy="879475"/>
        </p:xfrm>
        <a:graphic>
          <a:graphicData uri="http://schemas.openxmlformats.org/presentationml/2006/ole">
            <mc:AlternateContent xmlns:mc="http://schemas.openxmlformats.org/markup-compatibility/2006">
              <mc:Choice xmlns:v="urn:schemas-microsoft-com:vml" Requires="v">
                <p:oleObj spid="_x0000_s31830" name="公式" r:id="rId9" imgW="2019300" imgH="520700" progId="Equation.3">
                  <p:embed/>
                </p:oleObj>
              </mc:Choice>
              <mc:Fallback>
                <p:oleObj name="公式" r:id="rId9" imgW="2019300" imgH="520700" progId="Equation.3">
                  <p:embed/>
                  <p:pic>
                    <p:nvPicPr>
                      <p:cNvPr id="0" name="Object 4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795963" y="1371600"/>
                        <a:ext cx="3195637" cy="879475"/>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46" name="Object 30">
            <a:extLst>
              <a:ext uri="{FF2B5EF4-FFF2-40B4-BE49-F238E27FC236}">
                <a16:creationId xmlns:a16="http://schemas.microsoft.com/office/drawing/2014/main" id="{04035C32-7A66-41C3-8438-B7F58C67A5AB}"/>
              </a:ext>
            </a:extLst>
          </p:cNvPr>
          <p:cNvGraphicFramePr>
            <a:graphicFrameLocks noChangeAspect="1"/>
          </p:cNvGraphicFramePr>
          <p:nvPr/>
        </p:nvGraphicFramePr>
        <p:xfrm>
          <a:off x="304800" y="4329113"/>
          <a:ext cx="4572000" cy="868362"/>
        </p:xfrm>
        <a:graphic>
          <a:graphicData uri="http://schemas.openxmlformats.org/presentationml/2006/ole">
            <mc:AlternateContent xmlns:mc="http://schemas.openxmlformats.org/markup-compatibility/2006">
              <mc:Choice xmlns:v="urn:schemas-microsoft-com:vml" Requires="v">
                <p:oleObj spid="_x0000_s31831" name="公式" r:id="rId11" imgW="1981200" imgH="431800" progId="Equation.3">
                  <p:embed/>
                </p:oleObj>
              </mc:Choice>
              <mc:Fallback>
                <p:oleObj name="公式" r:id="rId11" imgW="1981200" imgH="431800" progId="Equation.3">
                  <p:embed/>
                  <p:pic>
                    <p:nvPicPr>
                      <p:cNvPr id="0" name="Object 3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04800" y="4329113"/>
                        <a:ext cx="4572000" cy="86836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64" name="Object 48">
            <a:extLst>
              <a:ext uri="{FF2B5EF4-FFF2-40B4-BE49-F238E27FC236}">
                <a16:creationId xmlns:a16="http://schemas.microsoft.com/office/drawing/2014/main" id="{DFC02BAA-5E26-4E16-802A-ABB97C4B2A45}"/>
              </a:ext>
            </a:extLst>
          </p:cNvPr>
          <p:cNvGraphicFramePr>
            <a:graphicFrameLocks noChangeAspect="1"/>
          </p:cNvGraphicFramePr>
          <p:nvPr/>
        </p:nvGraphicFramePr>
        <p:xfrm>
          <a:off x="533400" y="3733800"/>
          <a:ext cx="2057400" cy="498475"/>
        </p:xfrm>
        <a:graphic>
          <a:graphicData uri="http://schemas.openxmlformats.org/presentationml/2006/ole">
            <mc:AlternateContent xmlns:mc="http://schemas.openxmlformats.org/markup-compatibility/2006">
              <mc:Choice xmlns:v="urn:schemas-microsoft-com:vml" Requires="v">
                <p:oleObj spid="_x0000_s31832" name="公式" r:id="rId13" imgW="889000" imgH="228600" progId="Equation.3">
                  <p:embed/>
                </p:oleObj>
              </mc:Choice>
              <mc:Fallback>
                <p:oleObj name="公式" r:id="rId13" imgW="889000" imgH="228600" progId="Equation.3">
                  <p:embed/>
                  <p:pic>
                    <p:nvPicPr>
                      <p:cNvPr id="0" name="Object 4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33400" y="3733800"/>
                        <a:ext cx="2057400" cy="498475"/>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5" name="Group 98">
            <a:extLst>
              <a:ext uri="{FF2B5EF4-FFF2-40B4-BE49-F238E27FC236}">
                <a16:creationId xmlns:a16="http://schemas.microsoft.com/office/drawing/2014/main" id="{891DD898-A006-41E0-8D5F-10BB70C0562B}"/>
              </a:ext>
            </a:extLst>
          </p:cNvPr>
          <p:cNvGrpSpPr>
            <a:grpSpLocks/>
          </p:cNvGrpSpPr>
          <p:nvPr/>
        </p:nvGrpSpPr>
        <p:grpSpPr bwMode="auto">
          <a:xfrm>
            <a:off x="5105400" y="5272088"/>
            <a:ext cx="2362200" cy="519112"/>
            <a:chOff x="3216" y="3177"/>
            <a:chExt cx="1488" cy="327"/>
          </a:xfrm>
        </p:grpSpPr>
        <p:sp>
          <p:nvSpPr>
            <p:cNvPr id="31792" name="Text Box 60">
              <a:extLst>
                <a:ext uri="{FF2B5EF4-FFF2-40B4-BE49-F238E27FC236}">
                  <a16:creationId xmlns:a16="http://schemas.microsoft.com/office/drawing/2014/main" id="{EE10D8BF-2F67-4F95-83E2-C61E61EDCC78}"/>
                </a:ext>
              </a:extLst>
            </p:cNvPr>
            <p:cNvSpPr txBox="1">
              <a:spLocks noChangeArrowheads="1"/>
            </p:cNvSpPr>
            <p:nvPr/>
          </p:nvSpPr>
          <p:spPr bwMode="auto">
            <a:xfrm>
              <a:off x="3408" y="3177"/>
              <a:ext cx="1296" cy="327"/>
            </a:xfrm>
            <a:prstGeom prst="rect">
              <a:avLst/>
            </a:prstGeom>
            <a:solidFill>
              <a:srgbClr val="66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传染病蔓延</a:t>
              </a:r>
            </a:p>
          </p:txBody>
        </p:sp>
        <p:sp>
          <p:nvSpPr>
            <p:cNvPr id="31793" name="AutoShape 62">
              <a:extLst>
                <a:ext uri="{FF2B5EF4-FFF2-40B4-BE49-F238E27FC236}">
                  <a16:creationId xmlns:a16="http://schemas.microsoft.com/office/drawing/2014/main" id="{2D268A2A-7C24-4B6F-BAFD-1BAC8ED701B1}"/>
                </a:ext>
              </a:extLst>
            </p:cNvPr>
            <p:cNvSpPr>
              <a:spLocks noChangeArrowheads="1"/>
            </p:cNvSpPr>
            <p:nvPr/>
          </p:nvSpPr>
          <p:spPr bwMode="auto">
            <a:xfrm>
              <a:off x="3216" y="3264"/>
              <a:ext cx="144" cy="192"/>
            </a:xfrm>
            <a:prstGeom prst="rightArrow">
              <a:avLst>
                <a:gd name="adj1" fmla="val 50000"/>
                <a:gd name="adj2" fmla="val 25000"/>
              </a:avLst>
            </a:prstGeom>
            <a:solidFill>
              <a:srgbClr val="66FF99"/>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6" name="Group 66">
            <a:extLst>
              <a:ext uri="{FF2B5EF4-FFF2-40B4-BE49-F238E27FC236}">
                <a16:creationId xmlns:a16="http://schemas.microsoft.com/office/drawing/2014/main" id="{9791392C-93A1-4C83-A3DE-DFFBE6D9F844}"/>
              </a:ext>
            </a:extLst>
          </p:cNvPr>
          <p:cNvGrpSpPr>
            <a:grpSpLocks/>
          </p:cNvGrpSpPr>
          <p:nvPr/>
        </p:nvGrpSpPr>
        <p:grpSpPr bwMode="auto">
          <a:xfrm>
            <a:off x="5105400" y="6019800"/>
            <a:ext cx="2667000" cy="519113"/>
            <a:chOff x="3168" y="3504"/>
            <a:chExt cx="1680" cy="323"/>
          </a:xfrm>
        </p:grpSpPr>
        <p:sp>
          <p:nvSpPr>
            <p:cNvPr id="31790" name="Text Box 61">
              <a:extLst>
                <a:ext uri="{FF2B5EF4-FFF2-40B4-BE49-F238E27FC236}">
                  <a16:creationId xmlns:a16="http://schemas.microsoft.com/office/drawing/2014/main" id="{44A35CFD-7712-40B6-8191-7D0690CB21F9}"/>
                </a:ext>
              </a:extLst>
            </p:cNvPr>
            <p:cNvSpPr txBox="1">
              <a:spLocks noChangeArrowheads="1"/>
            </p:cNvSpPr>
            <p:nvPr/>
          </p:nvSpPr>
          <p:spPr bwMode="auto">
            <a:xfrm>
              <a:off x="3360" y="3504"/>
              <a:ext cx="1488" cy="323"/>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传染病不蔓延</a:t>
              </a:r>
            </a:p>
          </p:txBody>
        </p:sp>
        <p:sp>
          <p:nvSpPr>
            <p:cNvPr id="31791" name="AutoShape 63">
              <a:extLst>
                <a:ext uri="{FF2B5EF4-FFF2-40B4-BE49-F238E27FC236}">
                  <a16:creationId xmlns:a16="http://schemas.microsoft.com/office/drawing/2014/main" id="{A12F4414-1546-4CDA-A82E-C6BA19886EF7}"/>
                </a:ext>
              </a:extLst>
            </p:cNvPr>
            <p:cNvSpPr>
              <a:spLocks noChangeArrowheads="1"/>
            </p:cNvSpPr>
            <p:nvPr/>
          </p:nvSpPr>
          <p:spPr bwMode="auto">
            <a:xfrm>
              <a:off x="3168" y="3552"/>
              <a:ext cx="144" cy="192"/>
            </a:xfrm>
            <a:prstGeom prst="rightArrow">
              <a:avLst>
                <a:gd name="adj1" fmla="val 50000"/>
                <a:gd name="adj2" fmla="val 25000"/>
              </a:avLst>
            </a:prstGeom>
            <a:solidFill>
              <a:srgbClr val="FFFF00"/>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9285" name="Text Box 69">
            <a:extLst>
              <a:ext uri="{FF2B5EF4-FFF2-40B4-BE49-F238E27FC236}">
                <a16:creationId xmlns:a16="http://schemas.microsoft.com/office/drawing/2014/main" id="{E11F0D80-B16D-4884-AB9C-C933AECE6C19}"/>
              </a:ext>
            </a:extLst>
          </p:cNvPr>
          <p:cNvSpPr txBox="1">
            <a:spLocks noChangeArrowheads="1"/>
          </p:cNvSpPr>
          <p:nvPr/>
        </p:nvSpPr>
        <p:spPr bwMode="auto">
          <a:xfrm>
            <a:off x="533400" y="3124200"/>
            <a:ext cx="4267200" cy="519113"/>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t>s</a:t>
            </a:r>
            <a:r>
              <a:rPr lang="en-US" altLang="zh-CN" sz="2800" b="1"/>
              <a:t>(</a:t>
            </a:r>
            <a:r>
              <a:rPr lang="en-US" altLang="zh-CN" sz="2800" b="1" i="1"/>
              <a:t>t</a:t>
            </a:r>
            <a:r>
              <a:rPr lang="en-US" altLang="zh-CN" sz="2800" b="1"/>
              <a:t>)</a:t>
            </a:r>
            <a:r>
              <a:rPr lang="zh-CN" altLang="en-US" sz="2800" b="1"/>
              <a:t>单调减</a:t>
            </a:r>
            <a:r>
              <a:rPr lang="zh-CN" altLang="en-US" sz="2800" b="1">
                <a:sym typeface="Symbol" panose="05050102010706020507" pitchFamily="18" charset="2"/>
              </a:rPr>
              <a:t></a:t>
            </a:r>
            <a:r>
              <a:rPr lang="zh-CN" altLang="en-US" sz="2800" b="1"/>
              <a:t>相轨线的方向</a:t>
            </a:r>
          </a:p>
        </p:txBody>
      </p:sp>
      <p:graphicFrame>
        <p:nvGraphicFramePr>
          <p:cNvPr id="9291" name="Object 75">
            <a:extLst>
              <a:ext uri="{FF2B5EF4-FFF2-40B4-BE49-F238E27FC236}">
                <a16:creationId xmlns:a16="http://schemas.microsoft.com/office/drawing/2014/main" id="{B7CB062A-FB2B-4599-B2F1-5B2B1E8EF535}"/>
              </a:ext>
            </a:extLst>
          </p:cNvPr>
          <p:cNvGraphicFramePr>
            <a:graphicFrameLocks noChangeAspect="1"/>
          </p:cNvGraphicFramePr>
          <p:nvPr/>
        </p:nvGraphicFramePr>
        <p:xfrm>
          <a:off x="2743200" y="3754438"/>
          <a:ext cx="1981200" cy="485775"/>
        </p:xfrm>
        <a:graphic>
          <a:graphicData uri="http://schemas.openxmlformats.org/presentationml/2006/ole">
            <mc:AlternateContent xmlns:mc="http://schemas.openxmlformats.org/markup-compatibility/2006">
              <mc:Choice xmlns:v="urn:schemas-microsoft-com:vml" Requires="v">
                <p:oleObj spid="_x0000_s31833" name="公式" r:id="rId15" imgW="825500" imgH="203200" progId="Equation.3">
                  <p:embed/>
                </p:oleObj>
              </mc:Choice>
              <mc:Fallback>
                <p:oleObj name="公式" r:id="rId15" imgW="825500" imgH="203200" progId="Equation.3">
                  <p:embed/>
                  <p:pic>
                    <p:nvPicPr>
                      <p:cNvPr id="0" name="Object 7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743200" y="3754438"/>
                        <a:ext cx="1981200" cy="485775"/>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7" name="Group 76">
            <a:extLst>
              <a:ext uri="{FF2B5EF4-FFF2-40B4-BE49-F238E27FC236}">
                <a16:creationId xmlns:a16="http://schemas.microsoft.com/office/drawing/2014/main" id="{0954E6C7-D524-4EB2-90C3-E45727F71DF9}"/>
              </a:ext>
            </a:extLst>
          </p:cNvPr>
          <p:cNvGrpSpPr>
            <a:grpSpLocks/>
          </p:cNvGrpSpPr>
          <p:nvPr/>
        </p:nvGrpSpPr>
        <p:grpSpPr bwMode="auto">
          <a:xfrm>
            <a:off x="5791200" y="3581400"/>
            <a:ext cx="1974850" cy="914400"/>
            <a:chOff x="3652" y="2105"/>
            <a:chExt cx="1244" cy="576"/>
          </a:xfrm>
        </p:grpSpPr>
        <p:sp>
          <p:nvSpPr>
            <p:cNvPr id="31788" name="Arc 77">
              <a:extLst>
                <a:ext uri="{FF2B5EF4-FFF2-40B4-BE49-F238E27FC236}">
                  <a16:creationId xmlns:a16="http://schemas.microsoft.com/office/drawing/2014/main" id="{873F72B9-C678-4AE2-8B47-B4739E18081E}"/>
                </a:ext>
              </a:extLst>
            </p:cNvPr>
            <p:cNvSpPr>
              <a:spLocks/>
            </p:cNvSpPr>
            <p:nvPr/>
          </p:nvSpPr>
          <p:spPr bwMode="auto">
            <a:xfrm flipH="1">
              <a:off x="3652" y="2105"/>
              <a:ext cx="432" cy="57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1"/>
              </a:solidFill>
              <a:round/>
              <a:headEnd/>
              <a:tailEnd type="stealth" w="med"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1789" name="Arc 78">
              <a:extLst>
                <a:ext uri="{FF2B5EF4-FFF2-40B4-BE49-F238E27FC236}">
                  <a16:creationId xmlns:a16="http://schemas.microsoft.com/office/drawing/2014/main" id="{F609F7AF-0DED-402C-95CA-1F7A31A0ABB8}"/>
                </a:ext>
              </a:extLst>
            </p:cNvPr>
            <p:cNvSpPr>
              <a:spLocks/>
            </p:cNvSpPr>
            <p:nvPr/>
          </p:nvSpPr>
          <p:spPr bwMode="auto">
            <a:xfrm>
              <a:off x="4090" y="2107"/>
              <a:ext cx="806" cy="288"/>
            </a:xfrm>
            <a:custGeom>
              <a:avLst/>
              <a:gdLst>
                <a:gd name="T0" fmla="*/ 0 w 21322"/>
                <a:gd name="T1" fmla="*/ 0 h 21600"/>
                <a:gd name="T2" fmla="*/ 1 w 21322"/>
                <a:gd name="T3" fmla="*/ 0 h 21600"/>
                <a:gd name="T4" fmla="*/ 0 w 21322"/>
                <a:gd name="T5" fmla="*/ 0 h 21600"/>
                <a:gd name="T6" fmla="*/ 0 60000 65536"/>
                <a:gd name="T7" fmla="*/ 0 60000 65536"/>
                <a:gd name="T8" fmla="*/ 0 60000 65536"/>
                <a:gd name="T9" fmla="*/ 0 w 21322"/>
                <a:gd name="T10" fmla="*/ 0 h 21600"/>
                <a:gd name="T11" fmla="*/ 21322 w 21322"/>
                <a:gd name="T12" fmla="*/ 21600 h 21600"/>
              </a:gdLst>
              <a:ahLst/>
              <a:cxnLst>
                <a:cxn ang="T6">
                  <a:pos x="T0" y="T1"/>
                </a:cxn>
                <a:cxn ang="T7">
                  <a:pos x="T2" y="T3"/>
                </a:cxn>
                <a:cxn ang="T8">
                  <a:pos x="T4" y="T5"/>
                </a:cxn>
              </a:cxnLst>
              <a:rect l="T9" t="T10" r="T11" b="T12"/>
              <a:pathLst>
                <a:path w="21322" h="21600" fill="none" extrusionOk="0">
                  <a:moveTo>
                    <a:pt x="-1" y="0"/>
                  </a:moveTo>
                  <a:cubicBezTo>
                    <a:pt x="10595" y="0"/>
                    <a:pt x="19627" y="7685"/>
                    <a:pt x="21321" y="18145"/>
                  </a:cubicBezTo>
                </a:path>
                <a:path w="21322" h="21600" stroke="0" extrusionOk="0">
                  <a:moveTo>
                    <a:pt x="-1" y="0"/>
                  </a:moveTo>
                  <a:cubicBezTo>
                    <a:pt x="10595" y="0"/>
                    <a:pt x="19627" y="7685"/>
                    <a:pt x="21321" y="18145"/>
                  </a:cubicBezTo>
                  <a:lnTo>
                    <a:pt x="0" y="21600"/>
                  </a:lnTo>
                  <a:lnTo>
                    <a:pt x="-1" y="0"/>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8" name="Group 88">
            <a:extLst>
              <a:ext uri="{FF2B5EF4-FFF2-40B4-BE49-F238E27FC236}">
                <a16:creationId xmlns:a16="http://schemas.microsoft.com/office/drawing/2014/main" id="{F5BEE5CA-A0BE-4E96-BDEF-F95F1433F592}"/>
              </a:ext>
            </a:extLst>
          </p:cNvPr>
          <p:cNvGrpSpPr>
            <a:grpSpLocks/>
          </p:cNvGrpSpPr>
          <p:nvPr/>
        </p:nvGrpSpPr>
        <p:grpSpPr bwMode="auto">
          <a:xfrm>
            <a:off x="6781800" y="3535363"/>
            <a:ext cx="685800" cy="1265237"/>
            <a:chOff x="4272" y="2083"/>
            <a:chExt cx="432" cy="797"/>
          </a:xfrm>
        </p:grpSpPr>
        <p:grpSp>
          <p:nvGrpSpPr>
            <p:cNvPr id="31783" name="Group 79">
              <a:extLst>
                <a:ext uri="{FF2B5EF4-FFF2-40B4-BE49-F238E27FC236}">
                  <a16:creationId xmlns:a16="http://schemas.microsoft.com/office/drawing/2014/main" id="{ACD2A797-3B2C-46DC-9B64-C6A9705896DE}"/>
                </a:ext>
              </a:extLst>
            </p:cNvPr>
            <p:cNvGrpSpPr>
              <a:grpSpLocks/>
            </p:cNvGrpSpPr>
            <p:nvPr/>
          </p:nvGrpSpPr>
          <p:grpSpPr bwMode="auto">
            <a:xfrm>
              <a:off x="4272" y="2083"/>
              <a:ext cx="336" cy="269"/>
              <a:chOff x="4416" y="1450"/>
              <a:chExt cx="336" cy="269"/>
            </a:xfrm>
          </p:grpSpPr>
          <p:sp>
            <p:nvSpPr>
              <p:cNvPr id="31786" name="Text Box 21">
                <a:extLst>
                  <a:ext uri="{FF2B5EF4-FFF2-40B4-BE49-F238E27FC236}">
                    <a16:creationId xmlns:a16="http://schemas.microsoft.com/office/drawing/2014/main" id="{1192800C-DA6A-4215-874B-D88F85848793}"/>
                  </a:ext>
                </a:extLst>
              </p:cNvPr>
              <p:cNvSpPr txBox="1">
                <a:spLocks noChangeArrowheads="1"/>
              </p:cNvSpPr>
              <p:nvPr/>
            </p:nvSpPr>
            <p:spPr bwMode="auto">
              <a:xfrm>
                <a:off x="4416" y="1488"/>
                <a:ext cx="3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800" b="1" i="1"/>
                  <a:t>P</a:t>
                </a:r>
                <a:r>
                  <a:rPr lang="en-US" altLang="zh-CN" sz="1800" b="1" baseline="-25000"/>
                  <a:t>1</a:t>
                </a:r>
                <a:endParaRPr lang="en-US" altLang="zh-CN" sz="1800" b="1"/>
              </a:p>
            </p:txBody>
          </p:sp>
          <p:graphicFrame>
            <p:nvGraphicFramePr>
              <p:cNvPr id="31787" name="Object 27">
                <a:extLst>
                  <a:ext uri="{FF2B5EF4-FFF2-40B4-BE49-F238E27FC236}">
                    <a16:creationId xmlns:a16="http://schemas.microsoft.com/office/drawing/2014/main" id="{EA357FBD-B3E0-42EB-97D8-5057A6E456FE}"/>
                  </a:ext>
                </a:extLst>
              </p:cNvPr>
              <p:cNvGraphicFramePr>
                <a:graphicFrameLocks noChangeAspect="1"/>
              </p:cNvGraphicFramePr>
              <p:nvPr/>
            </p:nvGraphicFramePr>
            <p:xfrm>
              <a:off x="4568" y="1450"/>
              <a:ext cx="155" cy="172"/>
            </p:xfrm>
            <a:graphic>
              <a:graphicData uri="http://schemas.openxmlformats.org/presentationml/2006/ole">
                <mc:AlternateContent xmlns:mc="http://schemas.openxmlformats.org/markup-compatibility/2006">
                  <mc:Choice xmlns:v="urn:schemas-microsoft-com:vml" Requires="v">
                    <p:oleObj spid="_x0000_s31834" name="公式" r:id="rId17" imgW="114102" imgH="126780" progId="Equation.3">
                      <p:embed/>
                    </p:oleObj>
                  </mc:Choice>
                  <mc:Fallback>
                    <p:oleObj name="公式" r:id="rId17" imgW="114102" imgH="126780" progId="Equation.3">
                      <p:embed/>
                      <p:pic>
                        <p:nvPicPr>
                          <p:cNvPr id="0" name="Object 27"/>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568" y="1450"/>
                            <a:ext cx="155" cy="1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31784" name="Line 80">
              <a:extLst>
                <a:ext uri="{FF2B5EF4-FFF2-40B4-BE49-F238E27FC236}">
                  <a16:creationId xmlns:a16="http://schemas.microsoft.com/office/drawing/2014/main" id="{9512C9EC-889F-485E-8C17-7AC1071194EC}"/>
                </a:ext>
              </a:extLst>
            </p:cNvPr>
            <p:cNvSpPr>
              <a:spLocks noChangeShapeType="1"/>
            </p:cNvSpPr>
            <p:nvPr/>
          </p:nvSpPr>
          <p:spPr bwMode="auto">
            <a:xfrm>
              <a:off x="4512" y="2160"/>
              <a:ext cx="0" cy="528"/>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785" name="Text Box 81">
              <a:extLst>
                <a:ext uri="{FF2B5EF4-FFF2-40B4-BE49-F238E27FC236}">
                  <a16:creationId xmlns:a16="http://schemas.microsoft.com/office/drawing/2014/main" id="{EAC56BE8-925A-473F-B977-F61DFA74D5FB}"/>
                </a:ext>
              </a:extLst>
            </p:cNvPr>
            <p:cNvSpPr txBox="1">
              <a:spLocks noChangeArrowheads="1"/>
            </p:cNvSpPr>
            <p:nvPr/>
          </p:nvSpPr>
          <p:spPr bwMode="auto">
            <a:xfrm>
              <a:off x="4416" y="2630"/>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i="1"/>
                <a:t>s</a:t>
              </a:r>
              <a:r>
                <a:rPr lang="en-US" altLang="zh-CN" sz="2000" b="1" baseline="-25000"/>
                <a:t>0</a:t>
              </a:r>
              <a:endParaRPr lang="en-US" altLang="zh-CN" sz="2000" b="1"/>
            </a:p>
          </p:txBody>
        </p:sp>
      </p:grpSp>
      <p:grpSp>
        <p:nvGrpSpPr>
          <p:cNvPr id="10" name="Group 95">
            <a:extLst>
              <a:ext uri="{FF2B5EF4-FFF2-40B4-BE49-F238E27FC236}">
                <a16:creationId xmlns:a16="http://schemas.microsoft.com/office/drawing/2014/main" id="{D026F818-A3EC-4978-AFFE-82D71EB24F4D}"/>
              </a:ext>
            </a:extLst>
          </p:cNvPr>
          <p:cNvGrpSpPr>
            <a:grpSpLocks/>
          </p:cNvGrpSpPr>
          <p:nvPr/>
        </p:nvGrpSpPr>
        <p:grpSpPr bwMode="auto">
          <a:xfrm>
            <a:off x="4876800" y="3336925"/>
            <a:ext cx="2057400" cy="1504950"/>
            <a:chOff x="3072" y="1958"/>
            <a:chExt cx="1296" cy="948"/>
          </a:xfrm>
        </p:grpSpPr>
        <p:graphicFrame>
          <p:nvGraphicFramePr>
            <p:cNvPr id="31779" name="Object 90">
              <a:extLst>
                <a:ext uri="{FF2B5EF4-FFF2-40B4-BE49-F238E27FC236}">
                  <a16:creationId xmlns:a16="http://schemas.microsoft.com/office/drawing/2014/main" id="{E2170D29-E783-48C9-BF17-D4913C933493}"/>
                </a:ext>
              </a:extLst>
            </p:cNvPr>
            <p:cNvGraphicFramePr>
              <a:graphicFrameLocks noChangeAspect="1"/>
            </p:cNvGraphicFramePr>
            <p:nvPr/>
          </p:nvGraphicFramePr>
          <p:xfrm>
            <a:off x="4080" y="2736"/>
            <a:ext cx="288" cy="170"/>
          </p:xfrm>
          <a:graphic>
            <a:graphicData uri="http://schemas.openxmlformats.org/presentationml/2006/ole">
              <mc:AlternateContent xmlns:mc="http://schemas.openxmlformats.org/markup-compatibility/2006">
                <mc:Choice xmlns:v="urn:schemas-microsoft-com:vml" Requires="v">
                  <p:oleObj spid="_x0000_s31835" name="公式" r:id="rId19" imgW="342751" imgH="203112" progId="Equation.3">
                    <p:embed/>
                  </p:oleObj>
                </mc:Choice>
                <mc:Fallback>
                  <p:oleObj name="公式" r:id="rId19" imgW="342751" imgH="203112" progId="Equation.3">
                    <p:embed/>
                    <p:pic>
                      <p:nvPicPr>
                        <p:cNvPr id="0" name="Object 9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080" y="2736"/>
                          <a:ext cx="288" cy="1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780" name="Line 91">
              <a:extLst>
                <a:ext uri="{FF2B5EF4-FFF2-40B4-BE49-F238E27FC236}">
                  <a16:creationId xmlns:a16="http://schemas.microsoft.com/office/drawing/2014/main" id="{9D2F9733-10EC-4134-B692-2BFCAB00C703}"/>
                </a:ext>
              </a:extLst>
            </p:cNvPr>
            <p:cNvSpPr>
              <a:spLocks noChangeShapeType="1"/>
            </p:cNvSpPr>
            <p:nvPr/>
          </p:nvSpPr>
          <p:spPr bwMode="auto">
            <a:xfrm flipV="1">
              <a:off x="4228" y="2105"/>
              <a:ext cx="0" cy="576"/>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781" name="Line 92">
              <a:extLst>
                <a:ext uri="{FF2B5EF4-FFF2-40B4-BE49-F238E27FC236}">
                  <a16:creationId xmlns:a16="http://schemas.microsoft.com/office/drawing/2014/main" id="{38E191CA-629F-44F8-ADE8-19931A1CAC58}"/>
                </a:ext>
              </a:extLst>
            </p:cNvPr>
            <p:cNvSpPr>
              <a:spLocks noChangeShapeType="1"/>
            </p:cNvSpPr>
            <p:nvPr/>
          </p:nvSpPr>
          <p:spPr bwMode="auto">
            <a:xfrm flipH="1">
              <a:off x="3316" y="2112"/>
              <a:ext cx="912"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782" name="Text Box 93">
              <a:extLst>
                <a:ext uri="{FF2B5EF4-FFF2-40B4-BE49-F238E27FC236}">
                  <a16:creationId xmlns:a16="http://schemas.microsoft.com/office/drawing/2014/main" id="{7FF3D0F3-537F-45BE-A51D-35F91CC81412}"/>
                </a:ext>
              </a:extLst>
            </p:cNvPr>
            <p:cNvSpPr txBox="1">
              <a:spLocks noChangeArrowheads="1"/>
            </p:cNvSpPr>
            <p:nvPr/>
          </p:nvSpPr>
          <p:spPr bwMode="auto">
            <a:xfrm>
              <a:off x="3072" y="1958"/>
              <a:ext cx="38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i="1"/>
                <a:t>i</a:t>
              </a:r>
              <a:r>
                <a:rPr lang="en-US" altLang="zh-CN" sz="2000" b="1" i="1" baseline="-25000"/>
                <a:t>m</a:t>
              </a:r>
              <a:endParaRPr lang="en-US" altLang="zh-CN" sz="2000" b="1" i="1"/>
            </a:p>
          </p:txBody>
        </p:sp>
      </p:grpSp>
      <p:graphicFrame>
        <p:nvGraphicFramePr>
          <p:cNvPr id="9310" name="Object 94">
            <a:extLst>
              <a:ext uri="{FF2B5EF4-FFF2-40B4-BE49-F238E27FC236}">
                <a16:creationId xmlns:a16="http://schemas.microsoft.com/office/drawing/2014/main" id="{A5C5CE52-955E-46A8-9A8F-F75F45A945FB}"/>
              </a:ext>
            </a:extLst>
          </p:cNvPr>
          <p:cNvGraphicFramePr>
            <a:graphicFrameLocks noChangeAspect="1"/>
          </p:cNvGraphicFramePr>
          <p:nvPr/>
        </p:nvGraphicFramePr>
        <p:xfrm>
          <a:off x="5638800" y="4413250"/>
          <a:ext cx="463550" cy="463550"/>
        </p:xfrm>
        <a:graphic>
          <a:graphicData uri="http://schemas.openxmlformats.org/presentationml/2006/ole">
            <mc:AlternateContent xmlns:mc="http://schemas.openxmlformats.org/markup-compatibility/2006">
              <mc:Choice xmlns:v="urn:schemas-microsoft-com:vml" Requires="v">
                <p:oleObj spid="_x0000_s31836" name="公式" r:id="rId21" imgW="190417" imgH="253890" progId="Equation.3">
                  <p:embed/>
                </p:oleObj>
              </mc:Choice>
              <mc:Fallback>
                <p:oleObj name="公式" r:id="rId21" imgW="190417" imgH="253890" progId="Equation.3">
                  <p:embed/>
                  <p:pic>
                    <p:nvPicPr>
                      <p:cNvPr id="0" name="Object 94"/>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638800" y="4413250"/>
                        <a:ext cx="463550"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312" name="Text Box 96">
            <a:extLst>
              <a:ext uri="{FF2B5EF4-FFF2-40B4-BE49-F238E27FC236}">
                <a16:creationId xmlns:a16="http://schemas.microsoft.com/office/drawing/2014/main" id="{9505598E-4B98-49F8-9C57-1A52845B8EE8}"/>
              </a:ext>
            </a:extLst>
          </p:cNvPr>
          <p:cNvSpPr txBox="1">
            <a:spLocks noChangeArrowheads="1"/>
          </p:cNvSpPr>
          <p:nvPr/>
        </p:nvSpPr>
        <p:spPr bwMode="auto">
          <a:xfrm>
            <a:off x="304800" y="5257800"/>
            <a:ext cx="4648200" cy="519113"/>
          </a:xfrm>
          <a:prstGeom prst="rect">
            <a:avLst/>
          </a:prstGeom>
          <a:solidFill>
            <a:srgbClr val="66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t>P</a:t>
            </a:r>
            <a:r>
              <a:rPr lang="en-US" altLang="zh-CN" sz="2800" b="1" baseline="-25000"/>
              <a:t>1</a:t>
            </a:r>
            <a:r>
              <a:rPr lang="en-US" altLang="zh-CN" sz="2800" b="1"/>
              <a:t>: </a:t>
            </a:r>
            <a:r>
              <a:rPr lang="en-US" altLang="zh-CN" sz="2800" b="1" i="1"/>
              <a:t>s</a:t>
            </a:r>
            <a:r>
              <a:rPr lang="en-US" altLang="zh-CN" sz="2800" b="1" baseline="-25000"/>
              <a:t>0</a:t>
            </a:r>
            <a:r>
              <a:rPr lang="en-US" altLang="zh-CN" sz="2800" b="1"/>
              <a:t>&gt;1/</a:t>
            </a:r>
            <a:r>
              <a:rPr lang="en-US" altLang="zh-CN" sz="2800" b="1" i="1">
                <a:sym typeface="Symbol" panose="05050102010706020507" pitchFamily="18" charset="2"/>
              </a:rPr>
              <a:t></a:t>
            </a:r>
            <a:r>
              <a:rPr lang="en-US" altLang="zh-CN" sz="2800" b="1">
                <a:sym typeface="Symbol" panose="05050102010706020507" pitchFamily="18" charset="2"/>
              </a:rPr>
              <a:t> </a:t>
            </a:r>
            <a:r>
              <a:rPr lang="en-US" altLang="zh-CN" sz="2800" b="1" i="1">
                <a:sym typeface="Symbol" panose="05050102010706020507" pitchFamily="18" charset="2"/>
              </a:rPr>
              <a:t>i</a:t>
            </a:r>
            <a:r>
              <a:rPr lang="en-US" altLang="zh-CN" sz="2800" b="1">
                <a:sym typeface="Symbol" panose="05050102010706020507" pitchFamily="18" charset="2"/>
              </a:rPr>
              <a:t>(</a:t>
            </a:r>
            <a:r>
              <a:rPr lang="en-US" altLang="zh-CN" sz="2800" b="1" i="1">
                <a:sym typeface="Symbol" panose="05050102010706020507" pitchFamily="18" charset="2"/>
              </a:rPr>
              <a:t>t</a:t>
            </a:r>
            <a:r>
              <a:rPr lang="en-US" altLang="zh-CN" sz="2800" b="1">
                <a:sym typeface="Symbol" panose="05050102010706020507" pitchFamily="18" charset="2"/>
              </a:rPr>
              <a:t>)</a:t>
            </a:r>
            <a:r>
              <a:rPr lang="zh-CN" altLang="zh-CN" sz="2800" b="1">
                <a:sym typeface="Symbol" panose="05050102010706020507" pitchFamily="18" charset="2"/>
              </a:rPr>
              <a:t>先升后降至0</a:t>
            </a:r>
            <a:endParaRPr lang="en-US" altLang="zh-CN" sz="2800" b="1">
              <a:sym typeface="Symbol" panose="05050102010706020507" pitchFamily="18" charset="2"/>
            </a:endParaRPr>
          </a:p>
        </p:txBody>
      </p:sp>
      <p:sp>
        <p:nvSpPr>
          <p:cNvPr id="9313" name="Text Box 97">
            <a:extLst>
              <a:ext uri="{FF2B5EF4-FFF2-40B4-BE49-F238E27FC236}">
                <a16:creationId xmlns:a16="http://schemas.microsoft.com/office/drawing/2014/main" id="{C8A9EAB4-DEE9-429C-B131-D9DD267BE560}"/>
              </a:ext>
            </a:extLst>
          </p:cNvPr>
          <p:cNvSpPr txBox="1">
            <a:spLocks noChangeArrowheads="1"/>
          </p:cNvSpPr>
          <p:nvPr/>
        </p:nvSpPr>
        <p:spPr bwMode="auto">
          <a:xfrm>
            <a:off x="304800" y="6019800"/>
            <a:ext cx="4648200" cy="519113"/>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solidFill>
                  <a:srgbClr val="FF3300"/>
                </a:solidFill>
              </a:rPr>
              <a:t>P</a:t>
            </a:r>
            <a:r>
              <a:rPr lang="en-US" altLang="zh-CN" sz="2800" b="1" baseline="-25000">
                <a:solidFill>
                  <a:srgbClr val="FF3300"/>
                </a:solidFill>
              </a:rPr>
              <a:t>2</a:t>
            </a:r>
            <a:r>
              <a:rPr lang="en-US" altLang="zh-CN" sz="2800" b="1">
                <a:solidFill>
                  <a:srgbClr val="FF3300"/>
                </a:solidFill>
              </a:rPr>
              <a:t>: </a:t>
            </a:r>
            <a:r>
              <a:rPr lang="en-US" altLang="zh-CN" sz="2800" b="1" i="1">
                <a:solidFill>
                  <a:srgbClr val="FF3300"/>
                </a:solidFill>
              </a:rPr>
              <a:t>s</a:t>
            </a:r>
            <a:r>
              <a:rPr lang="en-US" altLang="zh-CN" sz="2800" b="1" baseline="-25000">
                <a:solidFill>
                  <a:srgbClr val="FF3300"/>
                </a:solidFill>
              </a:rPr>
              <a:t>0</a:t>
            </a:r>
            <a:r>
              <a:rPr lang="en-US" altLang="zh-CN" sz="2800" b="1">
                <a:solidFill>
                  <a:srgbClr val="FF3300"/>
                </a:solidFill>
              </a:rPr>
              <a:t>&lt;1/</a:t>
            </a:r>
            <a:r>
              <a:rPr lang="en-US" altLang="zh-CN" b="1">
                <a:solidFill>
                  <a:srgbClr val="FF3300"/>
                </a:solidFill>
                <a:sym typeface="Symbol" panose="05050102010706020507" pitchFamily="18" charset="2"/>
              </a:rPr>
              <a:t></a:t>
            </a:r>
            <a:r>
              <a:rPr lang="en-US" altLang="zh-CN" sz="2800" b="1">
                <a:solidFill>
                  <a:srgbClr val="FF3300"/>
                </a:solidFill>
                <a:sym typeface="Symbol" panose="05050102010706020507" pitchFamily="18" charset="2"/>
              </a:rPr>
              <a:t> </a:t>
            </a:r>
            <a:r>
              <a:rPr lang="en-US" altLang="zh-CN" sz="2800" b="1" i="1">
                <a:solidFill>
                  <a:srgbClr val="FF3300"/>
                </a:solidFill>
                <a:sym typeface="Symbol" panose="05050102010706020507" pitchFamily="18" charset="2"/>
              </a:rPr>
              <a:t>i</a:t>
            </a:r>
            <a:r>
              <a:rPr lang="en-US" altLang="zh-CN" sz="2800" b="1">
                <a:solidFill>
                  <a:srgbClr val="FF3300"/>
                </a:solidFill>
                <a:sym typeface="Symbol" panose="05050102010706020507" pitchFamily="18" charset="2"/>
              </a:rPr>
              <a:t>(</a:t>
            </a:r>
            <a:r>
              <a:rPr lang="en-US" altLang="zh-CN" sz="2800" b="1" i="1">
                <a:solidFill>
                  <a:srgbClr val="FF3300"/>
                </a:solidFill>
                <a:sym typeface="Symbol" panose="05050102010706020507" pitchFamily="18" charset="2"/>
              </a:rPr>
              <a:t>t</a:t>
            </a:r>
            <a:r>
              <a:rPr lang="en-US" altLang="zh-CN" sz="2800" b="1">
                <a:solidFill>
                  <a:srgbClr val="FF3300"/>
                </a:solidFill>
                <a:sym typeface="Symbol" panose="05050102010706020507" pitchFamily="18" charset="2"/>
              </a:rPr>
              <a:t>)</a:t>
            </a:r>
            <a:r>
              <a:rPr lang="zh-CN" altLang="zh-CN" sz="2800" b="1">
                <a:solidFill>
                  <a:srgbClr val="FF3300"/>
                </a:solidFill>
                <a:sym typeface="Symbol" panose="05050102010706020507" pitchFamily="18" charset="2"/>
              </a:rPr>
              <a:t>单调降至0</a:t>
            </a:r>
            <a:endParaRPr lang="en-US" altLang="zh-CN" sz="2800" b="1">
              <a:solidFill>
                <a:srgbClr val="FF3300"/>
              </a:solidFill>
              <a:sym typeface="Symbol" panose="05050102010706020507" pitchFamily="18" charset="2"/>
            </a:endParaRPr>
          </a:p>
        </p:txBody>
      </p:sp>
      <p:sp>
        <p:nvSpPr>
          <p:cNvPr id="9315" name="Text Box 99">
            <a:extLst>
              <a:ext uri="{FF2B5EF4-FFF2-40B4-BE49-F238E27FC236}">
                <a16:creationId xmlns:a16="http://schemas.microsoft.com/office/drawing/2014/main" id="{CA155078-379D-4F87-BBB1-8DFF9FC4C956}"/>
              </a:ext>
            </a:extLst>
          </p:cNvPr>
          <p:cNvSpPr txBox="1">
            <a:spLocks noChangeArrowheads="1"/>
          </p:cNvSpPr>
          <p:nvPr/>
        </p:nvSpPr>
        <p:spPr bwMode="auto">
          <a:xfrm>
            <a:off x="8001000" y="5440363"/>
            <a:ext cx="914400" cy="94615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a:t>1/</a:t>
            </a:r>
            <a:r>
              <a:rPr lang="en-US" altLang="zh-CN" b="1" i="1">
                <a:sym typeface="Symbol" panose="05050102010706020507" pitchFamily="18" charset="2"/>
              </a:rPr>
              <a:t> </a:t>
            </a:r>
            <a:r>
              <a:rPr lang="en-US" altLang="zh-CN" sz="2800" b="1">
                <a:sym typeface="Math1" pitchFamily="2" charset="2"/>
              </a:rPr>
              <a:t>~</a:t>
            </a:r>
            <a:r>
              <a:rPr lang="zh-CN" altLang="en-US" sz="2800" b="1"/>
              <a:t>阈值</a:t>
            </a:r>
          </a:p>
        </p:txBody>
      </p:sp>
      <p:grpSp>
        <p:nvGrpSpPr>
          <p:cNvPr id="11" name="Group 104">
            <a:extLst>
              <a:ext uri="{FF2B5EF4-FFF2-40B4-BE49-F238E27FC236}">
                <a16:creationId xmlns:a16="http://schemas.microsoft.com/office/drawing/2014/main" id="{2E644D6A-8DCD-4968-AA79-CC46220A571B}"/>
              </a:ext>
            </a:extLst>
          </p:cNvPr>
          <p:cNvGrpSpPr>
            <a:grpSpLocks/>
          </p:cNvGrpSpPr>
          <p:nvPr/>
        </p:nvGrpSpPr>
        <p:grpSpPr bwMode="auto">
          <a:xfrm>
            <a:off x="5943600" y="3962400"/>
            <a:ext cx="2057400" cy="609600"/>
            <a:chOff x="3744" y="2352"/>
            <a:chExt cx="1296" cy="384"/>
          </a:xfrm>
        </p:grpSpPr>
        <p:grpSp>
          <p:nvGrpSpPr>
            <p:cNvPr id="31775" name="Group 101">
              <a:extLst>
                <a:ext uri="{FF2B5EF4-FFF2-40B4-BE49-F238E27FC236}">
                  <a16:creationId xmlns:a16="http://schemas.microsoft.com/office/drawing/2014/main" id="{F07252BB-BCCC-43FF-A399-11F0C983AB3C}"/>
                </a:ext>
              </a:extLst>
            </p:cNvPr>
            <p:cNvGrpSpPr>
              <a:grpSpLocks/>
            </p:cNvGrpSpPr>
            <p:nvPr/>
          </p:nvGrpSpPr>
          <p:grpSpPr bwMode="auto">
            <a:xfrm>
              <a:off x="3744" y="2352"/>
              <a:ext cx="1163" cy="384"/>
              <a:chOff x="3744" y="3984"/>
              <a:chExt cx="1163" cy="384"/>
            </a:xfrm>
          </p:grpSpPr>
          <p:sp>
            <p:nvSpPr>
              <p:cNvPr id="31777" name="Arc 10">
                <a:extLst>
                  <a:ext uri="{FF2B5EF4-FFF2-40B4-BE49-F238E27FC236}">
                    <a16:creationId xmlns:a16="http://schemas.microsoft.com/office/drawing/2014/main" id="{82F72813-D350-4540-8512-3FD52DF260A4}"/>
                  </a:ext>
                </a:extLst>
              </p:cNvPr>
              <p:cNvSpPr>
                <a:spLocks/>
              </p:cNvSpPr>
              <p:nvPr/>
            </p:nvSpPr>
            <p:spPr bwMode="auto">
              <a:xfrm flipH="1">
                <a:off x="3744" y="3984"/>
                <a:ext cx="384" cy="38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1"/>
                </a:solidFill>
                <a:round/>
                <a:headEnd/>
                <a:tailEnd type="stealth" w="med"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1778" name="Arc 14">
                <a:extLst>
                  <a:ext uri="{FF2B5EF4-FFF2-40B4-BE49-F238E27FC236}">
                    <a16:creationId xmlns:a16="http://schemas.microsoft.com/office/drawing/2014/main" id="{4D2312BE-2815-4977-9B8E-7CAAB3C24AF9}"/>
                  </a:ext>
                </a:extLst>
              </p:cNvPr>
              <p:cNvSpPr>
                <a:spLocks/>
              </p:cNvSpPr>
              <p:nvPr/>
            </p:nvSpPr>
            <p:spPr bwMode="auto">
              <a:xfrm>
                <a:off x="4128" y="3986"/>
                <a:ext cx="779" cy="336"/>
              </a:xfrm>
              <a:custGeom>
                <a:avLst/>
                <a:gdLst>
                  <a:gd name="T0" fmla="*/ 0 w 15231"/>
                  <a:gd name="T1" fmla="*/ 0 h 21600"/>
                  <a:gd name="T2" fmla="*/ 2 w 15231"/>
                  <a:gd name="T3" fmla="*/ 0 h 21600"/>
                  <a:gd name="T4" fmla="*/ 0 w 15231"/>
                  <a:gd name="T5" fmla="*/ 0 h 21600"/>
                  <a:gd name="T6" fmla="*/ 0 60000 65536"/>
                  <a:gd name="T7" fmla="*/ 0 60000 65536"/>
                  <a:gd name="T8" fmla="*/ 0 60000 65536"/>
                  <a:gd name="T9" fmla="*/ 0 w 15231"/>
                  <a:gd name="T10" fmla="*/ 0 h 21600"/>
                  <a:gd name="T11" fmla="*/ 15231 w 15231"/>
                  <a:gd name="T12" fmla="*/ 21600 h 21600"/>
                </a:gdLst>
                <a:ahLst/>
                <a:cxnLst>
                  <a:cxn ang="T6">
                    <a:pos x="T0" y="T1"/>
                  </a:cxn>
                  <a:cxn ang="T7">
                    <a:pos x="T2" y="T3"/>
                  </a:cxn>
                  <a:cxn ang="T8">
                    <a:pos x="T4" y="T5"/>
                  </a:cxn>
                </a:cxnLst>
                <a:rect l="T9" t="T10" r="T11" b="T12"/>
                <a:pathLst>
                  <a:path w="15231" h="21600" fill="none" extrusionOk="0">
                    <a:moveTo>
                      <a:pt x="-1" y="0"/>
                    </a:moveTo>
                    <a:cubicBezTo>
                      <a:pt x="5707" y="0"/>
                      <a:pt x="11183" y="2259"/>
                      <a:pt x="15230" y="6284"/>
                    </a:cubicBezTo>
                  </a:path>
                  <a:path w="15231" h="21600" stroke="0" extrusionOk="0">
                    <a:moveTo>
                      <a:pt x="-1" y="0"/>
                    </a:moveTo>
                    <a:cubicBezTo>
                      <a:pt x="5707" y="0"/>
                      <a:pt x="11183" y="2259"/>
                      <a:pt x="15230" y="6284"/>
                    </a:cubicBezTo>
                    <a:lnTo>
                      <a:pt x="0" y="21600"/>
                    </a:lnTo>
                    <a:lnTo>
                      <a:pt x="-1" y="0"/>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31776" name="Text Box 102">
              <a:extLst>
                <a:ext uri="{FF2B5EF4-FFF2-40B4-BE49-F238E27FC236}">
                  <a16:creationId xmlns:a16="http://schemas.microsoft.com/office/drawing/2014/main" id="{446FCB80-02AD-464C-97B5-4AE775B1235C}"/>
                </a:ext>
              </a:extLst>
            </p:cNvPr>
            <p:cNvSpPr txBox="1">
              <a:spLocks noChangeArrowheads="1"/>
            </p:cNvSpPr>
            <p:nvPr/>
          </p:nvSpPr>
          <p:spPr bwMode="auto">
            <a:xfrm>
              <a:off x="4752" y="2400"/>
              <a:ext cx="2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800" b="1" i="1"/>
                <a:t>P</a:t>
              </a:r>
              <a:r>
                <a:rPr lang="en-US" altLang="zh-CN" sz="1800" b="1" baseline="-25000"/>
                <a:t>3</a:t>
              </a:r>
              <a:endParaRPr lang="en-US" altLang="zh-CN" sz="1800" b="1" i="1"/>
            </a:p>
          </p:txBody>
        </p:sp>
      </p:grpSp>
      <p:grpSp>
        <p:nvGrpSpPr>
          <p:cNvPr id="13" name="Group 105">
            <a:extLst>
              <a:ext uri="{FF2B5EF4-FFF2-40B4-BE49-F238E27FC236}">
                <a16:creationId xmlns:a16="http://schemas.microsoft.com/office/drawing/2014/main" id="{E739A7AB-8653-4CD3-862A-F059F6234CB9}"/>
              </a:ext>
            </a:extLst>
          </p:cNvPr>
          <p:cNvGrpSpPr>
            <a:grpSpLocks/>
          </p:cNvGrpSpPr>
          <p:nvPr/>
        </p:nvGrpSpPr>
        <p:grpSpPr bwMode="auto">
          <a:xfrm>
            <a:off x="5486400" y="2590800"/>
            <a:ext cx="838200" cy="1905000"/>
            <a:chOff x="3456" y="1488"/>
            <a:chExt cx="528" cy="1200"/>
          </a:xfrm>
        </p:grpSpPr>
        <p:sp>
          <p:nvSpPr>
            <p:cNvPr id="31773" name="Arc 5">
              <a:extLst>
                <a:ext uri="{FF2B5EF4-FFF2-40B4-BE49-F238E27FC236}">
                  <a16:creationId xmlns:a16="http://schemas.microsoft.com/office/drawing/2014/main" id="{BFC75DF2-CDDB-4C70-82DC-17F14E14D47F}"/>
                </a:ext>
              </a:extLst>
            </p:cNvPr>
            <p:cNvSpPr>
              <a:spLocks/>
            </p:cNvSpPr>
            <p:nvPr/>
          </p:nvSpPr>
          <p:spPr bwMode="auto">
            <a:xfrm flipH="1">
              <a:off x="3456" y="1597"/>
              <a:ext cx="432" cy="1091"/>
            </a:xfrm>
            <a:custGeom>
              <a:avLst/>
              <a:gdLst>
                <a:gd name="T0" fmla="*/ 0 w 21600"/>
                <a:gd name="T1" fmla="*/ 0 h 19640"/>
                <a:gd name="T2" fmla="*/ 0 w 21600"/>
                <a:gd name="T3" fmla="*/ 3 h 19640"/>
                <a:gd name="T4" fmla="*/ 0 w 21600"/>
                <a:gd name="T5" fmla="*/ 3 h 19640"/>
                <a:gd name="T6" fmla="*/ 0 60000 65536"/>
                <a:gd name="T7" fmla="*/ 0 60000 65536"/>
                <a:gd name="T8" fmla="*/ 0 60000 65536"/>
                <a:gd name="T9" fmla="*/ 0 w 21600"/>
                <a:gd name="T10" fmla="*/ 0 h 19640"/>
                <a:gd name="T11" fmla="*/ 21600 w 21600"/>
                <a:gd name="T12" fmla="*/ 19640 h 19640"/>
              </a:gdLst>
              <a:ahLst/>
              <a:cxnLst>
                <a:cxn ang="T6">
                  <a:pos x="T0" y="T1"/>
                </a:cxn>
                <a:cxn ang="T7">
                  <a:pos x="T2" y="T3"/>
                </a:cxn>
                <a:cxn ang="T8">
                  <a:pos x="T4" y="T5"/>
                </a:cxn>
              </a:cxnLst>
              <a:rect l="T9" t="T10" r="T11" b="T12"/>
              <a:pathLst>
                <a:path w="21600" h="19640" fill="none" extrusionOk="0">
                  <a:moveTo>
                    <a:pt x="8990" y="0"/>
                  </a:moveTo>
                  <a:cubicBezTo>
                    <a:pt x="16673" y="3517"/>
                    <a:pt x="21600" y="11190"/>
                    <a:pt x="21600" y="19640"/>
                  </a:cubicBezTo>
                </a:path>
                <a:path w="21600" h="19640" stroke="0" extrusionOk="0">
                  <a:moveTo>
                    <a:pt x="8990" y="0"/>
                  </a:moveTo>
                  <a:cubicBezTo>
                    <a:pt x="16673" y="3517"/>
                    <a:pt x="21600" y="11190"/>
                    <a:pt x="21600" y="19640"/>
                  </a:cubicBezTo>
                  <a:lnTo>
                    <a:pt x="0" y="19640"/>
                  </a:lnTo>
                  <a:lnTo>
                    <a:pt x="8990" y="0"/>
                  </a:lnTo>
                  <a:close/>
                </a:path>
              </a:pathLst>
            </a:custGeom>
            <a:noFill/>
            <a:ln w="28575">
              <a:solidFill>
                <a:schemeClr val="tx1"/>
              </a:solidFill>
              <a:round/>
              <a:headEnd/>
              <a:tailEnd type="stealth" w="med"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1774" name="Text Box 103">
              <a:extLst>
                <a:ext uri="{FF2B5EF4-FFF2-40B4-BE49-F238E27FC236}">
                  <a16:creationId xmlns:a16="http://schemas.microsoft.com/office/drawing/2014/main" id="{04A18C48-F8E5-43DF-90BA-74E38C603B72}"/>
                </a:ext>
              </a:extLst>
            </p:cNvPr>
            <p:cNvSpPr txBox="1">
              <a:spLocks noChangeArrowheads="1"/>
            </p:cNvSpPr>
            <p:nvPr/>
          </p:nvSpPr>
          <p:spPr bwMode="auto">
            <a:xfrm>
              <a:off x="3696" y="1488"/>
              <a:ext cx="2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800" b="1" i="1"/>
                <a:t>P</a:t>
              </a:r>
              <a:r>
                <a:rPr lang="en-US" altLang="zh-CN" sz="1800" b="1" baseline="-25000"/>
                <a:t>4</a:t>
              </a:r>
              <a:endParaRPr lang="en-US" altLang="zh-CN" sz="1800" b="1" i="1"/>
            </a:p>
          </p:txBody>
        </p:sp>
      </p:grpSp>
      <p:grpSp>
        <p:nvGrpSpPr>
          <p:cNvPr id="14" name="Group 108">
            <a:extLst>
              <a:ext uri="{FF2B5EF4-FFF2-40B4-BE49-F238E27FC236}">
                <a16:creationId xmlns:a16="http://schemas.microsoft.com/office/drawing/2014/main" id="{927CB505-6FF1-4BBE-A78C-06C0BC214578}"/>
              </a:ext>
            </a:extLst>
          </p:cNvPr>
          <p:cNvGrpSpPr>
            <a:grpSpLocks/>
          </p:cNvGrpSpPr>
          <p:nvPr/>
        </p:nvGrpSpPr>
        <p:grpSpPr bwMode="auto">
          <a:xfrm>
            <a:off x="5638800" y="2971800"/>
            <a:ext cx="1219200" cy="1828800"/>
            <a:chOff x="3552" y="1728"/>
            <a:chExt cx="768" cy="1152"/>
          </a:xfrm>
        </p:grpSpPr>
        <p:sp>
          <p:nvSpPr>
            <p:cNvPr id="31769" name="Arc 8">
              <a:extLst>
                <a:ext uri="{FF2B5EF4-FFF2-40B4-BE49-F238E27FC236}">
                  <a16:creationId xmlns:a16="http://schemas.microsoft.com/office/drawing/2014/main" id="{E0152668-D64B-4F75-B48B-AB2FA5F8138A}"/>
                </a:ext>
              </a:extLst>
            </p:cNvPr>
            <p:cNvSpPr>
              <a:spLocks/>
            </p:cNvSpPr>
            <p:nvPr/>
          </p:nvSpPr>
          <p:spPr bwMode="auto">
            <a:xfrm flipH="1">
              <a:off x="3552" y="1930"/>
              <a:ext cx="528" cy="758"/>
            </a:xfrm>
            <a:custGeom>
              <a:avLst/>
              <a:gdLst>
                <a:gd name="T0" fmla="*/ 0 w 21600"/>
                <a:gd name="T1" fmla="*/ 0 h 21318"/>
                <a:gd name="T2" fmla="*/ 0 w 21600"/>
                <a:gd name="T3" fmla="*/ 1 h 21318"/>
                <a:gd name="T4" fmla="*/ 0 w 21600"/>
                <a:gd name="T5" fmla="*/ 1 h 21318"/>
                <a:gd name="T6" fmla="*/ 0 60000 65536"/>
                <a:gd name="T7" fmla="*/ 0 60000 65536"/>
                <a:gd name="T8" fmla="*/ 0 60000 65536"/>
                <a:gd name="T9" fmla="*/ 0 w 21600"/>
                <a:gd name="T10" fmla="*/ 0 h 21318"/>
                <a:gd name="T11" fmla="*/ 21600 w 21600"/>
                <a:gd name="T12" fmla="*/ 21318 h 21318"/>
              </a:gdLst>
              <a:ahLst/>
              <a:cxnLst>
                <a:cxn ang="T6">
                  <a:pos x="T0" y="T1"/>
                </a:cxn>
                <a:cxn ang="T7">
                  <a:pos x="T2" y="T3"/>
                </a:cxn>
                <a:cxn ang="T8">
                  <a:pos x="T4" y="T5"/>
                </a:cxn>
              </a:cxnLst>
              <a:rect l="T9" t="T10" r="T11" b="T12"/>
              <a:pathLst>
                <a:path w="21600" h="21318" fill="none" extrusionOk="0">
                  <a:moveTo>
                    <a:pt x="3478" y="0"/>
                  </a:moveTo>
                  <a:cubicBezTo>
                    <a:pt x="13927" y="1705"/>
                    <a:pt x="21600" y="10731"/>
                    <a:pt x="21600" y="21318"/>
                  </a:cubicBezTo>
                </a:path>
                <a:path w="21600" h="21318" stroke="0" extrusionOk="0">
                  <a:moveTo>
                    <a:pt x="3478" y="0"/>
                  </a:moveTo>
                  <a:cubicBezTo>
                    <a:pt x="13927" y="1705"/>
                    <a:pt x="21600" y="10731"/>
                    <a:pt x="21600" y="21318"/>
                  </a:cubicBezTo>
                  <a:lnTo>
                    <a:pt x="0" y="21318"/>
                  </a:lnTo>
                  <a:lnTo>
                    <a:pt x="3478" y="0"/>
                  </a:lnTo>
                  <a:close/>
                </a:path>
              </a:pathLst>
            </a:custGeom>
            <a:noFill/>
            <a:ln w="28575">
              <a:solidFill>
                <a:srgbClr val="FF3300"/>
              </a:solidFill>
              <a:round/>
              <a:headEnd/>
              <a:tailEnd type="stealth" w="med"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1770" name="Text Box 22">
              <a:extLst>
                <a:ext uri="{FF2B5EF4-FFF2-40B4-BE49-F238E27FC236}">
                  <a16:creationId xmlns:a16="http://schemas.microsoft.com/office/drawing/2014/main" id="{0EA07629-6919-4BA3-B594-98F6036A758B}"/>
                </a:ext>
              </a:extLst>
            </p:cNvPr>
            <p:cNvSpPr txBox="1">
              <a:spLocks noChangeArrowheads="1"/>
            </p:cNvSpPr>
            <p:nvPr/>
          </p:nvSpPr>
          <p:spPr bwMode="auto">
            <a:xfrm>
              <a:off x="3936" y="1728"/>
              <a:ext cx="38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i="1">
                  <a:solidFill>
                    <a:srgbClr val="FF3300"/>
                  </a:solidFill>
                </a:rPr>
                <a:t>P</a:t>
              </a:r>
              <a:r>
                <a:rPr lang="en-US" altLang="zh-CN" sz="2000" b="1" baseline="-25000">
                  <a:solidFill>
                    <a:srgbClr val="FF3300"/>
                  </a:solidFill>
                </a:rPr>
                <a:t>2</a:t>
              </a:r>
              <a:endParaRPr lang="en-US" altLang="zh-CN" sz="2000" b="1"/>
            </a:p>
          </p:txBody>
        </p:sp>
        <p:sp>
          <p:nvSpPr>
            <p:cNvPr id="31771" name="Text Box 106">
              <a:extLst>
                <a:ext uri="{FF2B5EF4-FFF2-40B4-BE49-F238E27FC236}">
                  <a16:creationId xmlns:a16="http://schemas.microsoft.com/office/drawing/2014/main" id="{150EE7D0-A87C-494C-A2E3-BA54EFBDD75D}"/>
                </a:ext>
              </a:extLst>
            </p:cNvPr>
            <p:cNvSpPr txBox="1">
              <a:spLocks noChangeArrowheads="1"/>
            </p:cNvSpPr>
            <p:nvPr/>
          </p:nvSpPr>
          <p:spPr bwMode="auto">
            <a:xfrm>
              <a:off x="3840" y="2668"/>
              <a:ext cx="28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600" b="1" i="1">
                  <a:solidFill>
                    <a:srgbClr val="FF3300"/>
                  </a:solidFill>
                </a:rPr>
                <a:t>S</a:t>
              </a:r>
              <a:r>
                <a:rPr lang="en-US" altLang="zh-CN" sz="1600" b="1" baseline="-25000">
                  <a:solidFill>
                    <a:srgbClr val="FF3300"/>
                  </a:solidFill>
                </a:rPr>
                <a:t>0</a:t>
              </a:r>
              <a:endParaRPr lang="en-US" altLang="zh-CN" sz="1600" b="1">
                <a:solidFill>
                  <a:srgbClr val="FF3300"/>
                </a:solidFill>
              </a:endParaRPr>
            </a:p>
          </p:txBody>
        </p:sp>
        <p:sp>
          <p:nvSpPr>
            <p:cNvPr id="31772" name="Line 107">
              <a:extLst>
                <a:ext uri="{FF2B5EF4-FFF2-40B4-BE49-F238E27FC236}">
                  <a16:creationId xmlns:a16="http://schemas.microsoft.com/office/drawing/2014/main" id="{8D0A0FC1-F742-4E5F-8129-393728C08613}"/>
                </a:ext>
              </a:extLst>
            </p:cNvPr>
            <p:cNvSpPr>
              <a:spLocks noChangeShapeType="1"/>
            </p:cNvSpPr>
            <p:nvPr/>
          </p:nvSpPr>
          <p:spPr bwMode="auto">
            <a:xfrm>
              <a:off x="3984" y="1920"/>
              <a:ext cx="0" cy="768"/>
            </a:xfrm>
            <a:prstGeom prst="line">
              <a:avLst/>
            </a:prstGeom>
            <a:noFill/>
            <a:ln w="9525">
              <a:solidFill>
                <a:srgbClr val="FF3300"/>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fill="hold"/>
                                        <p:tgtEl>
                                          <p:spTgt spid="4"/>
                                        </p:tgtEl>
                                        <p:attrNameLst>
                                          <p:attrName>ppt_x</p:attrName>
                                        </p:attrNameLst>
                                      </p:cBhvr>
                                      <p:tavLst>
                                        <p:tav tm="0">
                                          <p:val>
                                            <p:strVal val="#ppt_x"/>
                                          </p:val>
                                        </p:tav>
                                        <p:tav tm="100000">
                                          <p:val>
                                            <p:strVal val="#ppt_x"/>
                                          </p:val>
                                        </p:tav>
                                      </p:tavLst>
                                    </p:anim>
                                    <p:anim calcmode="lin" valueType="num">
                                      <p:cBhvr additive="base">
                                        <p:cTn id="8" dur="1000" fill="hold"/>
                                        <p:tgtEl>
                                          <p:spTgt spid="4"/>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5" presetClass="entr" presetSubtype="10" fill="hold" nodeType="clickEffect">
                                  <p:stCondLst>
                                    <p:cond delay="0"/>
                                  </p:stCondLst>
                                  <p:childTnLst>
                                    <p:set>
                                      <p:cBhvr>
                                        <p:cTn id="12" dur="1" fill="hold">
                                          <p:stCondLst>
                                            <p:cond delay="0"/>
                                          </p:stCondLst>
                                        </p:cTn>
                                        <p:tgtEl>
                                          <p:spTgt spid="9257"/>
                                        </p:tgtEl>
                                        <p:attrNameLst>
                                          <p:attrName>style.visibility</p:attrName>
                                        </p:attrNameLst>
                                      </p:cBhvr>
                                      <p:to>
                                        <p:strVal val="visible"/>
                                      </p:to>
                                    </p:set>
                                    <p:animEffect transition="in" filter="checkerboard(across)">
                                      <p:cBhvr>
                                        <p:cTn id="13" dur="1000"/>
                                        <p:tgtEl>
                                          <p:spTgt spid="9257"/>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4" presetClass="entr" presetSubtype="32" fill="hold" nodeType="clickEffect">
                                  <p:stCondLst>
                                    <p:cond delay="0"/>
                                  </p:stCondLst>
                                  <p:childTnLst>
                                    <p:set>
                                      <p:cBhvr>
                                        <p:cTn id="17" dur="1" fill="hold">
                                          <p:stCondLst>
                                            <p:cond delay="0"/>
                                          </p:stCondLst>
                                        </p:cTn>
                                        <p:tgtEl>
                                          <p:spTgt spid="9258"/>
                                        </p:tgtEl>
                                        <p:attrNameLst>
                                          <p:attrName>style.visibility</p:attrName>
                                        </p:attrNameLst>
                                      </p:cBhvr>
                                      <p:to>
                                        <p:strVal val="visible"/>
                                      </p:to>
                                    </p:set>
                                    <p:animEffect transition="in" filter="box(out)">
                                      <p:cBhvr>
                                        <p:cTn id="18" dur="1000"/>
                                        <p:tgtEl>
                                          <p:spTgt spid="9258"/>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nodeType="clickEffect">
                                  <p:stCondLst>
                                    <p:cond delay="0"/>
                                  </p:stCondLst>
                                  <p:childTnLst>
                                    <p:set>
                                      <p:cBhvr>
                                        <p:cTn id="22" dur="1" fill="hold">
                                          <p:stCondLst>
                                            <p:cond delay="0"/>
                                          </p:stCondLst>
                                        </p:cTn>
                                        <p:tgtEl>
                                          <p:spTgt spid="9259"/>
                                        </p:tgtEl>
                                        <p:attrNameLst>
                                          <p:attrName>style.visibility</p:attrName>
                                        </p:attrNameLst>
                                      </p:cBhvr>
                                      <p:to>
                                        <p:strVal val="visible"/>
                                      </p:to>
                                    </p:set>
                                    <p:animEffect transition="in" filter="blinds(horizontal)">
                                      <p:cBhvr>
                                        <p:cTn id="23" dur="1000"/>
                                        <p:tgtEl>
                                          <p:spTgt spid="9259"/>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10" fill="hold" nodeType="click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blinds(horizontal)">
                                      <p:cBhvr>
                                        <p:cTn id="28" dur="1000"/>
                                        <p:tgtEl>
                                          <p:spTgt spid="2"/>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3" presetClass="entr" presetSubtype="16" fill="hold" nodeType="clickEffect">
                                  <p:stCondLst>
                                    <p:cond delay="0"/>
                                  </p:stCondLst>
                                  <p:childTnLst>
                                    <p:set>
                                      <p:cBhvr>
                                        <p:cTn id="32" dur="1" fill="hold">
                                          <p:stCondLst>
                                            <p:cond delay="0"/>
                                          </p:stCondLst>
                                        </p:cTn>
                                        <p:tgtEl>
                                          <p:spTgt spid="7"/>
                                        </p:tgtEl>
                                        <p:attrNameLst>
                                          <p:attrName>style.visibility</p:attrName>
                                        </p:attrNameLst>
                                      </p:cBhvr>
                                      <p:to>
                                        <p:strVal val="visible"/>
                                      </p:to>
                                    </p:set>
                                    <p:anim calcmode="lin" valueType="num">
                                      <p:cBhvr>
                                        <p:cTn id="33" dur="1000" fill="hold"/>
                                        <p:tgtEl>
                                          <p:spTgt spid="7"/>
                                        </p:tgtEl>
                                        <p:attrNameLst>
                                          <p:attrName>ppt_w</p:attrName>
                                        </p:attrNameLst>
                                      </p:cBhvr>
                                      <p:tavLst>
                                        <p:tav tm="0">
                                          <p:val>
                                            <p:fltVal val="0"/>
                                          </p:val>
                                        </p:tav>
                                        <p:tav tm="100000">
                                          <p:val>
                                            <p:strVal val="#ppt_w"/>
                                          </p:val>
                                        </p:tav>
                                      </p:tavLst>
                                    </p:anim>
                                    <p:anim calcmode="lin" valueType="num">
                                      <p:cBhvr>
                                        <p:cTn id="34" dur="1000" fill="hold"/>
                                        <p:tgtEl>
                                          <p:spTgt spid="7"/>
                                        </p:tgtEl>
                                        <p:attrNameLst>
                                          <p:attrName>ppt_h</p:attrName>
                                        </p:attrNameLst>
                                      </p:cBhvr>
                                      <p:tavLst>
                                        <p:tav tm="0">
                                          <p:val>
                                            <p:fltVal val="0"/>
                                          </p:val>
                                        </p:tav>
                                        <p:tav tm="100000">
                                          <p:val>
                                            <p:strVal val="#ppt_h"/>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4" presetClass="entr" presetSubtype="16" fill="hold" grpId="0" nodeType="clickEffect">
                                  <p:stCondLst>
                                    <p:cond delay="0"/>
                                  </p:stCondLst>
                                  <p:childTnLst>
                                    <p:set>
                                      <p:cBhvr>
                                        <p:cTn id="38" dur="1" fill="hold">
                                          <p:stCondLst>
                                            <p:cond delay="0"/>
                                          </p:stCondLst>
                                        </p:cTn>
                                        <p:tgtEl>
                                          <p:spTgt spid="9285"/>
                                        </p:tgtEl>
                                        <p:attrNameLst>
                                          <p:attrName>style.visibility</p:attrName>
                                        </p:attrNameLst>
                                      </p:cBhvr>
                                      <p:to>
                                        <p:strVal val="visible"/>
                                      </p:to>
                                    </p:set>
                                    <p:animEffect transition="in" filter="box(in)">
                                      <p:cBhvr>
                                        <p:cTn id="39" dur="1000"/>
                                        <p:tgtEl>
                                          <p:spTgt spid="9285"/>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3" presetClass="entr" presetSubtype="16" fill="hold" nodeType="clickEffect">
                                  <p:stCondLst>
                                    <p:cond delay="0"/>
                                  </p:stCondLst>
                                  <p:childTnLst>
                                    <p:set>
                                      <p:cBhvr>
                                        <p:cTn id="43" dur="1" fill="hold">
                                          <p:stCondLst>
                                            <p:cond delay="0"/>
                                          </p:stCondLst>
                                        </p:cTn>
                                        <p:tgtEl>
                                          <p:spTgt spid="10"/>
                                        </p:tgtEl>
                                        <p:attrNameLst>
                                          <p:attrName>style.visibility</p:attrName>
                                        </p:attrNameLst>
                                      </p:cBhvr>
                                      <p:to>
                                        <p:strVal val="visible"/>
                                      </p:to>
                                    </p:set>
                                    <p:anim calcmode="lin" valueType="num">
                                      <p:cBhvr>
                                        <p:cTn id="44" dur="1000" fill="hold"/>
                                        <p:tgtEl>
                                          <p:spTgt spid="10"/>
                                        </p:tgtEl>
                                        <p:attrNameLst>
                                          <p:attrName>ppt_w</p:attrName>
                                        </p:attrNameLst>
                                      </p:cBhvr>
                                      <p:tavLst>
                                        <p:tav tm="0">
                                          <p:val>
                                            <p:fltVal val="0"/>
                                          </p:val>
                                        </p:tav>
                                        <p:tav tm="100000">
                                          <p:val>
                                            <p:strVal val="#ppt_w"/>
                                          </p:val>
                                        </p:tav>
                                      </p:tavLst>
                                    </p:anim>
                                    <p:anim calcmode="lin" valueType="num">
                                      <p:cBhvr>
                                        <p:cTn id="45" dur="1000" fill="hold"/>
                                        <p:tgtEl>
                                          <p:spTgt spid="10"/>
                                        </p:tgtEl>
                                        <p:attrNameLst>
                                          <p:attrName>ppt_h</p:attrName>
                                        </p:attrNameLst>
                                      </p:cBhvr>
                                      <p:tavLst>
                                        <p:tav tm="0">
                                          <p:val>
                                            <p:fltVal val="0"/>
                                          </p:val>
                                        </p:tav>
                                        <p:tav tm="100000">
                                          <p:val>
                                            <p:strVal val="#ppt_h"/>
                                          </p:val>
                                        </p:tav>
                                      </p:tavLst>
                                    </p:anim>
                                  </p:childTnLst>
                                </p:cTn>
                              </p:par>
                            </p:childTnLst>
                          </p:cTn>
                        </p:par>
                      </p:childTnLst>
                    </p:cTn>
                  </p:par>
                  <p:par>
                    <p:cTn id="46" fill="hold" nodeType="clickPar">
                      <p:stCondLst>
                        <p:cond delay="indefinite"/>
                      </p:stCondLst>
                      <p:childTnLst>
                        <p:par>
                          <p:cTn id="47" fill="hold" nodeType="withGroup">
                            <p:stCondLst>
                              <p:cond delay="0"/>
                            </p:stCondLst>
                            <p:childTnLst>
                              <p:par>
                                <p:cTn id="48" presetID="9" presetClass="entr" presetSubtype="0" fill="hold" nodeType="clickEffect">
                                  <p:stCondLst>
                                    <p:cond delay="0"/>
                                  </p:stCondLst>
                                  <p:childTnLst>
                                    <p:set>
                                      <p:cBhvr>
                                        <p:cTn id="49" dur="1" fill="hold">
                                          <p:stCondLst>
                                            <p:cond delay="0"/>
                                          </p:stCondLst>
                                        </p:cTn>
                                        <p:tgtEl>
                                          <p:spTgt spid="9264"/>
                                        </p:tgtEl>
                                        <p:attrNameLst>
                                          <p:attrName>style.visibility</p:attrName>
                                        </p:attrNameLst>
                                      </p:cBhvr>
                                      <p:to>
                                        <p:strVal val="visible"/>
                                      </p:to>
                                    </p:set>
                                    <p:animEffect transition="in" filter="dissolve">
                                      <p:cBhvr>
                                        <p:cTn id="50" dur="1000"/>
                                        <p:tgtEl>
                                          <p:spTgt spid="9264"/>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3" presetClass="entr" presetSubtype="5" fill="hold" nodeType="clickEffect">
                                  <p:stCondLst>
                                    <p:cond delay="0"/>
                                  </p:stCondLst>
                                  <p:childTnLst>
                                    <p:set>
                                      <p:cBhvr>
                                        <p:cTn id="54" dur="1" fill="hold">
                                          <p:stCondLst>
                                            <p:cond delay="0"/>
                                          </p:stCondLst>
                                        </p:cTn>
                                        <p:tgtEl>
                                          <p:spTgt spid="9291"/>
                                        </p:tgtEl>
                                        <p:attrNameLst>
                                          <p:attrName>style.visibility</p:attrName>
                                        </p:attrNameLst>
                                      </p:cBhvr>
                                      <p:to>
                                        <p:strVal val="visible"/>
                                      </p:to>
                                    </p:set>
                                    <p:animEffect transition="in" filter="blinds(vertical)">
                                      <p:cBhvr>
                                        <p:cTn id="55" dur="1000"/>
                                        <p:tgtEl>
                                          <p:spTgt spid="9291"/>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 presetClass="entr" presetSubtype="4" fill="hold" nodeType="clickEffect">
                                  <p:stCondLst>
                                    <p:cond delay="0"/>
                                  </p:stCondLst>
                                  <p:childTnLst>
                                    <p:set>
                                      <p:cBhvr>
                                        <p:cTn id="59" dur="1" fill="hold">
                                          <p:stCondLst>
                                            <p:cond delay="0"/>
                                          </p:stCondLst>
                                        </p:cTn>
                                        <p:tgtEl>
                                          <p:spTgt spid="9310"/>
                                        </p:tgtEl>
                                        <p:attrNameLst>
                                          <p:attrName>style.visibility</p:attrName>
                                        </p:attrNameLst>
                                      </p:cBhvr>
                                      <p:to>
                                        <p:strVal val="visible"/>
                                      </p:to>
                                    </p:set>
                                    <p:anim calcmode="lin" valueType="num">
                                      <p:cBhvr additive="base">
                                        <p:cTn id="60" dur="1000" fill="hold"/>
                                        <p:tgtEl>
                                          <p:spTgt spid="9310"/>
                                        </p:tgtEl>
                                        <p:attrNameLst>
                                          <p:attrName>ppt_x</p:attrName>
                                        </p:attrNameLst>
                                      </p:cBhvr>
                                      <p:tavLst>
                                        <p:tav tm="0">
                                          <p:val>
                                            <p:strVal val="#ppt_x"/>
                                          </p:val>
                                        </p:tav>
                                        <p:tav tm="100000">
                                          <p:val>
                                            <p:strVal val="#ppt_x"/>
                                          </p:val>
                                        </p:tav>
                                      </p:tavLst>
                                    </p:anim>
                                    <p:anim calcmode="lin" valueType="num">
                                      <p:cBhvr additive="base">
                                        <p:cTn id="61" dur="1000" fill="hold"/>
                                        <p:tgtEl>
                                          <p:spTgt spid="9310"/>
                                        </p:tgtEl>
                                        <p:attrNameLst>
                                          <p:attrName>ppt_y</p:attrName>
                                        </p:attrNameLst>
                                      </p:cBhvr>
                                      <p:tavLst>
                                        <p:tav tm="0">
                                          <p:val>
                                            <p:strVal val="1+#ppt_h/2"/>
                                          </p:val>
                                        </p:tav>
                                        <p:tav tm="100000">
                                          <p:val>
                                            <p:strVal val="#ppt_y"/>
                                          </p:val>
                                        </p:tav>
                                      </p:tavLst>
                                    </p:anim>
                                  </p:childTnLst>
                                </p:cTn>
                              </p:par>
                            </p:childTnLst>
                          </p:cTn>
                        </p:par>
                      </p:childTnLst>
                    </p:cTn>
                  </p:par>
                  <p:par>
                    <p:cTn id="62" fill="hold" nodeType="clickPar">
                      <p:stCondLst>
                        <p:cond delay="indefinite"/>
                      </p:stCondLst>
                      <p:childTnLst>
                        <p:par>
                          <p:cTn id="63" fill="hold" nodeType="withGroup">
                            <p:stCondLst>
                              <p:cond delay="0"/>
                            </p:stCondLst>
                            <p:childTnLst>
                              <p:par>
                                <p:cTn id="64" presetID="9" presetClass="entr" presetSubtype="0" fill="hold" nodeType="clickEffect">
                                  <p:stCondLst>
                                    <p:cond delay="0"/>
                                  </p:stCondLst>
                                  <p:childTnLst>
                                    <p:set>
                                      <p:cBhvr>
                                        <p:cTn id="65" dur="1" fill="hold">
                                          <p:stCondLst>
                                            <p:cond delay="0"/>
                                          </p:stCondLst>
                                        </p:cTn>
                                        <p:tgtEl>
                                          <p:spTgt spid="9246"/>
                                        </p:tgtEl>
                                        <p:attrNameLst>
                                          <p:attrName>style.visibility</p:attrName>
                                        </p:attrNameLst>
                                      </p:cBhvr>
                                      <p:to>
                                        <p:strVal val="visible"/>
                                      </p:to>
                                    </p:set>
                                    <p:animEffect transition="in" filter="dissolve">
                                      <p:cBhvr>
                                        <p:cTn id="66" dur="1000"/>
                                        <p:tgtEl>
                                          <p:spTgt spid="9246"/>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3" presetClass="entr" presetSubtype="16" fill="hold" nodeType="clickEffect">
                                  <p:stCondLst>
                                    <p:cond delay="0"/>
                                  </p:stCondLst>
                                  <p:childTnLst>
                                    <p:set>
                                      <p:cBhvr>
                                        <p:cTn id="70" dur="1" fill="hold">
                                          <p:stCondLst>
                                            <p:cond delay="0"/>
                                          </p:stCondLst>
                                        </p:cTn>
                                        <p:tgtEl>
                                          <p:spTgt spid="8"/>
                                        </p:tgtEl>
                                        <p:attrNameLst>
                                          <p:attrName>style.visibility</p:attrName>
                                        </p:attrNameLst>
                                      </p:cBhvr>
                                      <p:to>
                                        <p:strVal val="visible"/>
                                      </p:to>
                                    </p:set>
                                    <p:anim calcmode="lin" valueType="num">
                                      <p:cBhvr>
                                        <p:cTn id="71" dur="1000" fill="hold"/>
                                        <p:tgtEl>
                                          <p:spTgt spid="8"/>
                                        </p:tgtEl>
                                        <p:attrNameLst>
                                          <p:attrName>ppt_w</p:attrName>
                                        </p:attrNameLst>
                                      </p:cBhvr>
                                      <p:tavLst>
                                        <p:tav tm="0">
                                          <p:val>
                                            <p:fltVal val="0"/>
                                          </p:val>
                                        </p:tav>
                                        <p:tav tm="100000">
                                          <p:val>
                                            <p:strVal val="#ppt_w"/>
                                          </p:val>
                                        </p:tav>
                                      </p:tavLst>
                                    </p:anim>
                                    <p:anim calcmode="lin" valueType="num">
                                      <p:cBhvr>
                                        <p:cTn id="72" dur="1000" fill="hold"/>
                                        <p:tgtEl>
                                          <p:spTgt spid="8"/>
                                        </p:tgtEl>
                                        <p:attrNameLst>
                                          <p:attrName>ppt_h</p:attrName>
                                        </p:attrNameLst>
                                      </p:cBhvr>
                                      <p:tavLst>
                                        <p:tav tm="0">
                                          <p:val>
                                            <p:fltVal val="0"/>
                                          </p:val>
                                        </p:tav>
                                        <p:tav tm="100000">
                                          <p:val>
                                            <p:strVal val="#ppt_h"/>
                                          </p:val>
                                        </p:tav>
                                      </p:tavLst>
                                    </p:anim>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9312"/>
                                        </p:tgtEl>
                                        <p:attrNameLst>
                                          <p:attrName>style.visibility</p:attrName>
                                        </p:attrNameLst>
                                      </p:cBhvr>
                                      <p:to>
                                        <p:strVal val="visible"/>
                                      </p:to>
                                    </p:set>
                                    <p:animEffect transition="in" filter="wipe(left)">
                                      <p:cBhvr>
                                        <p:cTn id="77" dur="1000"/>
                                        <p:tgtEl>
                                          <p:spTgt spid="9312"/>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16" presetClass="entr" presetSubtype="21" fill="hold" nodeType="clickEffect">
                                  <p:stCondLst>
                                    <p:cond delay="0"/>
                                  </p:stCondLst>
                                  <p:childTnLst>
                                    <p:set>
                                      <p:cBhvr>
                                        <p:cTn id="81" dur="1" fill="hold">
                                          <p:stCondLst>
                                            <p:cond delay="0"/>
                                          </p:stCondLst>
                                        </p:cTn>
                                        <p:tgtEl>
                                          <p:spTgt spid="14"/>
                                        </p:tgtEl>
                                        <p:attrNameLst>
                                          <p:attrName>style.visibility</p:attrName>
                                        </p:attrNameLst>
                                      </p:cBhvr>
                                      <p:to>
                                        <p:strVal val="visible"/>
                                      </p:to>
                                    </p:set>
                                    <p:animEffect transition="in" filter="barn(inVertical)">
                                      <p:cBhvr>
                                        <p:cTn id="82" dur="1000"/>
                                        <p:tgtEl>
                                          <p:spTgt spid="14"/>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9313"/>
                                        </p:tgtEl>
                                        <p:attrNameLst>
                                          <p:attrName>style.visibility</p:attrName>
                                        </p:attrNameLst>
                                      </p:cBhvr>
                                      <p:to>
                                        <p:strVal val="visible"/>
                                      </p:to>
                                    </p:set>
                                    <p:animEffect transition="in" filter="wipe(left)">
                                      <p:cBhvr>
                                        <p:cTn id="87" dur="1000"/>
                                        <p:tgtEl>
                                          <p:spTgt spid="9313"/>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8" fill="hold" nodeType="clickEffect">
                                  <p:stCondLst>
                                    <p:cond delay="0"/>
                                  </p:stCondLst>
                                  <p:childTnLst>
                                    <p:set>
                                      <p:cBhvr>
                                        <p:cTn id="91" dur="1" fill="hold">
                                          <p:stCondLst>
                                            <p:cond delay="0"/>
                                          </p:stCondLst>
                                        </p:cTn>
                                        <p:tgtEl>
                                          <p:spTgt spid="5"/>
                                        </p:tgtEl>
                                        <p:attrNameLst>
                                          <p:attrName>style.visibility</p:attrName>
                                        </p:attrNameLst>
                                      </p:cBhvr>
                                      <p:to>
                                        <p:strVal val="visible"/>
                                      </p:to>
                                    </p:set>
                                    <p:animEffect transition="in" filter="wipe(left)">
                                      <p:cBhvr>
                                        <p:cTn id="92" dur="1000"/>
                                        <p:tgtEl>
                                          <p:spTgt spid="5"/>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22" presetClass="entr" presetSubtype="8" fill="hold" nodeType="clickEffect">
                                  <p:stCondLst>
                                    <p:cond delay="0"/>
                                  </p:stCondLst>
                                  <p:childTnLst>
                                    <p:set>
                                      <p:cBhvr>
                                        <p:cTn id="96" dur="1" fill="hold">
                                          <p:stCondLst>
                                            <p:cond delay="0"/>
                                          </p:stCondLst>
                                        </p:cTn>
                                        <p:tgtEl>
                                          <p:spTgt spid="6"/>
                                        </p:tgtEl>
                                        <p:attrNameLst>
                                          <p:attrName>style.visibility</p:attrName>
                                        </p:attrNameLst>
                                      </p:cBhvr>
                                      <p:to>
                                        <p:strVal val="visible"/>
                                      </p:to>
                                    </p:set>
                                    <p:animEffect transition="in" filter="wipe(left)">
                                      <p:cBhvr>
                                        <p:cTn id="97" dur="1000"/>
                                        <p:tgtEl>
                                          <p:spTgt spid="6"/>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16" presetClass="entr" presetSubtype="42" fill="hold" nodeType="clickEffect">
                                  <p:stCondLst>
                                    <p:cond delay="0"/>
                                  </p:stCondLst>
                                  <p:childTnLst>
                                    <p:set>
                                      <p:cBhvr>
                                        <p:cTn id="101" dur="1" fill="hold">
                                          <p:stCondLst>
                                            <p:cond delay="0"/>
                                          </p:stCondLst>
                                        </p:cTn>
                                        <p:tgtEl>
                                          <p:spTgt spid="11"/>
                                        </p:tgtEl>
                                        <p:attrNameLst>
                                          <p:attrName>style.visibility</p:attrName>
                                        </p:attrNameLst>
                                      </p:cBhvr>
                                      <p:to>
                                        <p:strVal val="visible"/>
                                      </p:to>
                                    </p:set>
                                    <p:animEffect transition="in" filter="barn(outHorizontal)">
                                      <p:cBhvr>
                                        <p:cTn id="102" dur="1000"/>
                                        <p:tgtEl>
                                          <p:spTgt spid="11"/>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55" presetClass="entr" presetSubtype="0" fill="hold" nodeType="clickEffect">
                                  <p:stCondLst>
                                    <p:cond delay="0"/>
                                  </p:stCondLst>
                                  <p:childTnLst>
                                    <p:set>
                                      <p:cBhvr>
                                        <p:cTn id="106" dur="1" fill="hold">
                                          <p:stCondLst>
                                            <p:cond delay="0"/>
                                          </p:stCondLst>
                                        </p:cTn>
                                        <p:tgtEl>
                                          <p:spTgt spid="13"/>
                                        </p:tgtEl>
                                        <p:attrNameLst>
                                          <p:attrName>style.visibility</p:attrName>
                                        </p:attrNameLst>
                                      </p:cBhvr>
                                      <p:to>
                                        <p:strVal val="visible"/>
                                      </p:to>
                                    </p:set>
                                    <p:anim calcmode="lin" valueType="num">
                                      <p:cBhvr>
                                        <p:cTn id="107" dur="1000" fill="hold"/>
                                        <p:tgtEl>
                                          <p:spTgt spid="13"/>
                                        </p:tgtEl>
                                        <p:attrNameLst>
                                          <p:attrName>ppt_w</p:attrName>
                                        </p:attrNameLst>
                                      </p:cBhvr>
                                      <p:tavLst>
                                        <p:tav tm="0">
                                          <p:val>
                                            <p:strVal val="#ppt_w*0.70"/>
                                          </p:val>
                                        </p:tav>
                                        <p:tav tm="100000">
                                          <p:val>
                                            <p:strVal val="#ppt_w"/>
                                          </p:val>
                                        </p:tav>
                                      </p:tavLst>
                                    </p:anim>
                                    <p:anim calcmode="lin" valueType="num">
                                      <p:cBhvr>
                                        <p:cTn id="108" dur="1000" fill="hold"/>
                                        <p:tgtEl>
                                          <p:spTgt spid="13"/>
                                        </p:tgtEl>
                                        <p:attrNameLst>
                                          <p:attrName>ppt_h</p:attrName>
                                        </p:attrNameLst>
                                      </p:cBhvr>
                                      <p:tavLst>
                                        <p:tav tm="0">
                                          <p:val>
                                            <p:strVal val="#ppt_h"/>
                                          </p:val>
                                        </p:tav>
                                        <p:tav tm="100000">
                                          <p:val>
                                            <p:strVal val="#ppt_h"/>
                                          </p:val>
                                        </p:tav>
                                      </p:tavLst>
                                    </p:anim>
                                    <p:animEffect transition="in" filter="fade">
                                      <p:cBhvr>
                                        <p:cTn id="109" dur="1000"/>
                                        <p:tgtEl>
                                          <p:spTgt spid="13"/>
                                        </p:tgtEl>
                                      </p:cBhvr>
                                    </p:animEffect>
                                  </p:childTnLst>
                                </p:cTn>
                              </p:par>
                            </p:childTnLst>
                          </p:cTn>
                        </p:par>
                      </p:childTnLst>
                    </p:cTn>
                  </p:par>
                  <p:par>
                    <p:cTn id="110" fill="hold" nodeType="clickPar">
                      <p:stCondLst>
                        <p:cond delay="indefinite"/>
                      </p:stCondLst>
                      <p:childTnLst>
                        <p:par>
                          <p:cTn id="111" fill="hold" nodeType="withGroup">
                            <p:stCondLst>
                              <p:cond delay="0"/>
                            </p:stCondLst>
                            <p:childTnLst>
                              <p:par>
                                <p:cTn id="112" presetID="22" presetClass="entr" presetSubtype="1" fill="hold" grpId="0" nodeType="clickEffect">
                                  <p:stCondLst>
                                    <p:cond delay="0"/>
                                  </p:stCondLst>
                                  <p:childTnLst>
                                    <p:set>
                                      <p:cBhvr>
                                        <p:cTn id="113" dur="1" fill="hold">
                                          <p:stCondLst>
                                            <p:cond delay="0"/>
                                          </p:stCondLst>
                                        </p:cTn>
                                        <p:tgtEl>
                                          <p:spTgt spid="9315"/>
                                        </p:tgtEl>
                                        <p:attrNameLst>
                                          <p:attrName>style.visibility</p:attrName>
                                        </p:attrNameLst>
                                      </p:cBhvr>
                                      <p:to>
                                        <p:strVal val="visible"/>
                                      </p:to>
                                    </p:set>
                                    <p:animEffect transition="in" filter="wipe(up)">
                                      <p:cBhvr>
                                        <p:cTn id="114" dur="1000"/>
                                        <p:tgtEl>
                                          <p:spTgt spid="93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85" grpId="0" animBg="1" autoUpdateAnimBg="0"/>
      <p:bldP spid="9312" grpId="0" animBg="1" autoUpdateAnimBg="0"/>
      <p:bldP spid="9313" grpId="0" animBg="1" autoUpdateAnimBg="0"/>
      <p:bldP spid="9315" grpId="0" animBg="1"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242" name="Object 2">
            <a:extLst>
              <a:ext uri="{FF2B5EF4-FFF2-40B4-BE49-F238E27FC236}">
                <a16:creationId xmlns:a16="http://schemas.microsoft.com/office/drawing/2014/main" id="{322C53B0-F859-4C76-9B63-0447BE129935}"/>
              </a:ext>
            </a:extLst>
          </p:cNvPr>
          <p:cNvGraphicFramePr>
            <a:graphicFrameLocks noChangeAspect="1"/>
          </p:cNvGraphicFramePr>
          <p:nvPr/>
        </p:nvGraphicFramePr>
        <p:xfrm>
          <a:off x="6011863" y="5229225"/>
          <a:ext cx="2743200" cy="1219200"/>
        </p:xfrm>
        <a:graphic>
          <a:graphicData uri="http://schemas.openxmlformats.org/presentationml/2006/ole">
            <mc:AlternateContent xmlns:mc="http://schemas.openxmlformats.org/markup-compatibility/2006">
              <mc:Choice xmlns:v="urn:schemas-microsoft-com:vml" Requires="v">
                <p:oleObj spid="_x0000_s32806" name="公式" r:id="rId3" imgW="1218671" imgH="520474" progId="Equation.3">
                  <p:embed/>
                </p:oleObj>
              </mc:Choice>
              <mc:Fallback>
                <p:oleObj name="公式" r:id="rId3" imgW="1218671" imgH="520474"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11863" y="5229225"/>
                        <a:ext cx="2743200" cy="1219200"/>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2771" name="Text Box 3">
            <a:extLst>
              <a:ext uri="{FF2B5EF4-FFF2-40B4-BE49-F238E27FC236}">
                <a16:creationId xmlns:a16="http://schemas.microsoft.com/office/drawing/2014/main" id="{6B433C7F-D338-4543-B200-2721F66364AB}"/>
              </a:ext>
            </a:extLst>
          </p:cNvPr>
          <p:cNvSpPr txBox="1">
            <a:spLocks noChangeArrowheads="1"/>
          </p:cNvSpPr>
          <p:nvPr/>
        </p:nvSpPr>
        <p:spPr bwMode="auto">
          <a:xfrm>
            <a:off x="609600" y="411163"/>
            <a:ext cx="1371600" cy="579437"/>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ea typeface="楷体_GB2312" pitchFamily="49" charset="-122"/>
              </a:rPr>
              <a:t>模型</a:t>
            </a:r>
            <a:r>
              <a:rPr lang="en-US" altLang="zh-CN" sz="3200" b="1"/>
              <a:t>4</a:t>
            </a:r>
          </a:p>
        </p:txBody>
      </p:sp>
      <p:sp>
        <p:nvSpPr>
          <p:cNvPr id="32772" name="Text Box 4">
            <a:extLst>
              <a:ext uri="{FF2B5EF4-FFF2-40B4-BE49-F238E27FC236}">
                <a16:creationId xmlns:a16="http://schemas.microsoft.com/office/drawing/2014/main" id="{A74E0B44-1DC6-44A4-80F8-A7D7B4A0FD43}"/>
              </a:ext>
            </a:extLst>
          </p:cNvPr>
          <p:cNvSpPr txBox="1">
            <a:spLocks noChangeArrowheads="1"/>
          </p:cNvSpPr>
          <p:nvPr/>
        </p:nvSpPr>
        <p:spPr bwMode="auto">
          <a:xfrm>
            <a:off x="7010400" y="533400"/>
            <a:ext cx="1524000" cy="519113"/>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a:t>SIR</a:t>
            </a:r>
            <a:r>
              <a:rPr lang="zh-CN" altLang="zh-CN" sz="2800" b="1">
                <a:ea typeface="楷体_GB2312" pitchFamily="49" charset="-122"/>
              </a:rPr>
              <a:t>模型</a:t>
            </a:r>
            <a:endParaRPr lang="zh-CN" altLang="en-US" sz="2800" b="1">
              <a:ea typeface="楷体_GB2312" pitchFamily="49" charset="-122"/>
            </a:endParaRPr>
          </a:p>
        </p:txBody>
      </p:sp>
      <p:sp>
        <p:nvSpPr>
          <p:cNvPr id="10245" name="Text Box 5">
            <a:extLst>
              <a:ext uri="{FF2B5EF4-FFF2-40B4-BE49-F238E27FC236}">
                <a16:creationId xmlns:a16="http://schemas.microsoft.com/office/drawing/2014/main" id="{7621CE34-5A86-4E1E-9759-ADA434282782}"/>
              </a:ext>
            </a:extLst>
          </p:cNvPr>
          <p:cNvSpPr txBox="1">
            <a:spLocks noChangeArrowheads="1"/>
          </p:cNvSpPr>
          <p:nvPr/>
        </p:nvSpPr>
        <p:spPr bwMode="auto">
          <a:xfrm>
            <a:off x="2362200" y="411163"/>
            <a:ext cx="4191000" cy="519112"/>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b="1">
                <a:ea typeface="楷体_GB2312" pitchFamily="49" charset="-122"/>
              </a:rPr>
              <a:t>预防传染病蔓延的手段</a:t>
            </a:r>
          </a:p>
        </p:txBody>
      </p:sp>
      <p:sp>
        <p:nvSpPr>
          <p:cNvPr id="10271" name="Text Box 31">
            <a:extLst>
              <a:ext uri="{FF2B5EF4-FFF2-40B4-BE49-F238E27FC236}">
                <a16:creationId xmlns:a16="http://schemas.microsoft.com/office/drawing/2014/main" id="{47F44534-1CD8-4AFB-A38C-CF8FD861D28F}"/>
              </a:ext>
            </a:extLst>
          </p:cNvPr>
          <p:cNvSpPr txBox="1">
            <a:spLocks noChangeArrowheads="1"/>
          </p:cNvSpPr>
          <p:nvPr/>
        </p:nvSpPr>
        <p:spPr bwMode="auto">
          <a:xfrm>
            <a:off x="2209800" y="2625725"/>
            <a:ext cx="4648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sym typeface="Symbol" panose="05050102010706020507" pitchFamily="18" charset="2"/>
              </a:rPr>
              <a:t></a:t>
            </a:r>
            <a:r>
              <a:rPr lang="en-US" altLang="zh-CN" sz="2800" b="1">
                <a:sym typeface="Symbol" panose="05050102010706020507" pitchFamily="18" charset="2"/>
              </a:rPr>
              <a:t> (</a:t>
            </a:r>
            <a:r>
              <a:rPr lang="zh-CN" altLang="en-US" sz="2800" b="1">
                <a:sym typeface="Symbol" panose="05050102010706020507" pitchFamily="18" charset="2"/>
              </a:rPr>
              <a:t>日接触率</a:t>
            </a:r>
            <a:r>
              <a:rPr lang="en-US" altLang="zh-CN" sz="2800" b="1">
                <a:sym typeface="Symbol" panose="05050102010706020507" pitchFamily="18" charset="2"/>
              </a:rPr>
              <a:t>)  </a:t>
            </a:r>
            <a:r>
              <a:rPr lang="zh-CN" altLang="en-US" sz="2800" b="1">
                <a:solidFill>
                  <a:srgbClr val="FF3300"/>
                </a:solidFill>
                <a:sym typeface="Symbol" panose="05050102010706020507" pitchFamily="18" charset="2"/>
              </a:rPr>
              <a:t>卫生水平</a:t>
            </a:r>
          </a:p>
        </p:txBody>
      </p:sp>
      <p:sp>
        <p:nvSpPr>
          <p:cNvPr id="10272" name="Text Box 32">
            <a:extLst>
              <a:ext uri="{FF2B5EF4-FFF2-40B4-BE49-F238E27FC236}">
                <a16:creationId xmlns:a16="http://schemas.microsoft.com/office/drawing/2014/main" id="{81B52A72-2773-47B2-9191-7948452E8DAB}"/>
              </a:ext>
            </a:extLst>
          </p:cNvPr>
          <p:cNvSpPr txBox="1">
            <a:spLocks noChangeArrowheads="1"/>
          </p:cNvSpPr>
          <p:nvPr/>
        </p:nvSpPr>
        <p:spPr bwMode="auto">
          <a:xfrm>
            <a:off x="2209800" y="3325813"/>
            <a:ext cx="4724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sym typeface="Symbol" panose="05050102010706020507" pitchFamily="18" charset="2"/>
              </a:rPr>
              <a:t></a:t>
            </a:r>
            <a:r>
              <a:rPr lang="en-US" altLang="zh-CN" sz="2800" b="1">
                <a:sym typeface="Symbol" panose="05050102010706020507" pitchFamily="18" charset="2"/>
              </a:rPr>
              <a:t>(</a:t>
            </a:r>
            <a:r>
              <a:rPr lang="zh-CN" altLang="en-US" sz="2800" b="1">
                <a:sym typeface="Symbol" panose="05050102010706020507" pitchFamily="18" charset="2"/>
              </a:rPr>
              <a:t>日</a:t>
            </a:r>
            <a:r>
              <a:rPr lang="zh-CN" altLang="en-US" sz="2800" b="1"/>
              <a:t>治愈率</a:t>
            </a:r>
            <a:r>
              <a:rPr lang="en-US" altLang="zh-CN" sz="2800" b="1"/>
              <a:t>)</a:t>
            </a:r>
            <a:r>
              <a:rPr lang="en-US" altLang="zh-CN" sz="2800" b="1">
                <a:sym typeface="Symbol" panose="05050102010706020507" pitchFamily="18" charset="2"/>
              </a:rPr>
              <a:t>  </a:t>
            </a:r>
            <a:r>
              <a:rPr lang="zh-CN" altLang="en-US" sz="2800" b="1">
                <a:solidFill>
                  <a:srgbClr val="FF3300"/>
                </a:solidFill>
                <a:sym typeface="Symbol" panose="05050102010706020507" pitchFamily="18" charset="2"/>
              </a:rPr>
              <a:t>医疗水平</a:t>
            </a:r>
          </a:p>
        </p:txBody>
      </p:sp>
      <p:sp>
        <p:nvSpPr>
          <p:cNvPr id="10274" name="Text Box 34">
            <a:extLst>
              <a:ext uri="{FF2B5EF4-FFF2-40B4-BE49-F238E27FC236}">
                <a16:creationId xmlns:a16="http://schemas.microsoft.com/office/drawing/2014/main" id="{F6EDAE77-EB30-4EF2-9790-D00B317B2225}"/>
              </a:ext>
            </a:extLst>
          </p:cNvPr>
          <p:cNvSpPr txBox="1">
            <a:spLocks noChangeArrowheads="1"/>
          </p:cNvSpPr>
          <p:nvPr/>
        </p:nvSpPr>
        <p:spPr bwMode="auto">
          <a:xfrm>
            <a:off x="990600" y="1219200"/>
            <a:ext cx="5334000" cy="519113"/>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传染病不蔓延的条件</a:t>
            </a:r>
            <a:r>
              <a:rPr lang="en-US" altLang="zh-CN" sz="2800" b="1"/>
              <a:t>——</a:t>
            </a:r>
            <a:r>
              <a:rPr lang="en-US" altLang="zh-CN" sz="2800" b="1" i="1"/>
              <a:t>s</a:t>
            </a:r>
            <a:r>
              <a:rPr lang="en-US" altLang="zh-CN" sz="2800" b="1" baseline="-25000"/>
              <a:t>0</a:t>
            </a:r>
            <a:r>
              <a:rPr lang="en-US" altLang="zh-CN" sz="2800" b="1"/>
              <a:t>&lt;1/</a:t>
            </a:r>
            <a:r>
              <a:rPr lang="en-US" altLang="zh-CN" sz="2800" b="1" i="1">
                <a:sym typeface="Symbol" panose="05050102010706020507" pitchFamily="18" charset="2"/>
              </a:rPr>
              <a:t></a:t>
            </a:r>
            <a:endParaRPr lang="en-US" altLang="zh-CN" sz="2800" b="1" i="1"/>
          </a:p>
        </p:txBody>
      </p:sp>
      <p:sp>
        <p:nvSpPr>
          <p:cNvPr id="10281" name="Text Box 41">
            <a:extLst>
              <a:ext uri="{FF2B5EF4-FFF2-40B4-BE49-F238E27FC236}">
                <a16:creationId xmlns:a16="http://schemas.microsoft.com/office/drawing/2014/main" id="{35B36870-D478-4AC0-B0C4-55881EF61356}"/>
              </a:ext>
            </a:extLst>
          </p:cNvPr>
          <p:cNvSpPr txBox="1">
            <a:spLocks noChangeArrowheads="1"/>
          </p:cNvSpPr>
          <p:nvPr/>
        </p:nvSpPr>
        <p:spPr bwMode="auto">
          <a:xfrm>
            <a:off x="381000" y="4876800"/>
            <a:ext cx="1752600" cy="519113"/>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sym typeface="Symbol" panose="05050102010706020507" pitchFamily="18" charset="2"/>
              </a:rPr>
              <a:t>  </a:t>
            </a:r>
            <a:r>
              <a:rPr lang="zh-CN" altLang="en-US" sz="2800" b="1"/>
              <a:t>的估计</a:t>
            </a:r>
          </a:p>
        </p:txBody>
      </p:sp>
      <p:graphicFrame>
        <p:nvGraphicFramePr>
          <p:cNvPr id="10283" name="Object 43">
            <a:extLst>
              <a:ext uri="{FF2B5EF4-FFF2-40B4-BE49-F238E27FC236}">
                <a16:creationId xmlns:a16="http://schemas.microsoft.com/office/drawing/2014/main" id="{B1A5089D-6B4A-4628-8904-9970D5BD98AC}"/>
              </a:ext>
            </a:extLst>
          </p:cNvPr>
          <p:cNvGraphicFramePr>
            <a:graphicFrameLocks noChangeAspect="1"/>
          </p:cNvGraphicFramePr>
          <p:nvPr/>
        </p:nvGraphicFramePr>
        <p:xfrm>
          <a:off x="304800" y="5407025"/>
          <a:ext cx="3810000" cy="993775"/>
        </p:xfrm>
        <a:graphic>
          <a:graphicData uri="http://schemas.openxmlformats.org/presentationml/2006/ole">
            <mc:AlternateContent xmlns:mc="http://schemas.openxmlformats.org/markup-compatibility/2006">
              <mc:Choice xmlns:v="urn:schemas-microsoft-com:vml" Requires="v">
                <p:oleObj spid="_x0000_s32807" name="公式" r:id="rId5" imgW="1816100" imgH="520700" progId="Equation.3">
                  <p:embed/>
                </p:oleObj>
              </mc:Choice>
              <mc:Fallback>
                <p:oleObj name="公式" r:id="rId5" imgW="1816100" imgH="520700" progId="Equation.3">
                  <p:embed/>
                  <p:pic>
                    <p:nvPicPr>
                      <p:cNvPr id="0" name="Object 4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4800" y="5407025"/>
                        <a:ext cx="3810000" cy="993775"/>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91" name="Text Box 51">
            <a:extLst>
              <a:ext uri="{FF2B5EF4-FFF2-40B4-BE49-F238E27FC236}">
                <a16:creationId xmlns:a16="http://schemas.microsoft.com/office/drawing/2014/main" id="{89B0CD7F-F40A-4476-8B00-CDAF73351B41}"/>
              </a:ext>
            </a:extLst>
          </p:cNvPr>
          <p:cNvSpPr txBox="1">
            <a:spLocks noChangeArrowheads="1"/>
          </p:cNvSpPr>
          <p:nvPr/>
        </p:nvSpPr>
        <p:spPr bwMode="auto">
          <a:xfrm>
            <a:off x="838200" y="3921125"/>
            <a:ext cx="1752600" cy="519113"/>
          </a:xfrm>
          <a:prstGeom prst="rect">
            <a:avLst/>
          </a:prstGeom>
          <a:solidFill>
            <a:srgbClr val="66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Char char="•"/>
            </a:pPr>
            <a:r>
              <a:rPr lang="en-US" altLang="zh-CN" sz="2800" b="1"/>
              <a:t> </a:t>
            </a:r>
            <a:r>
              <a:rPr lang="zh-CN" altLang="en-US" sz="2800" b="1"/>
              <a:t>降低 </a:t>
            </a:r>
            <a:r>
              <a:rPr lang="en-US" altLang="zh-CN" sz="2800" b="1" i="1"/>
              <a:t>s</a:t>
            </a:r>
            <a:r>
              <a:rPr lang="en-US" altLang="zh-CN" sz="2800" b="1" baseline="-25000"/>
              <a:t>0</a:t>
            </a:r>
            <a:endParaRPr lang="en-US" altLang="zh-CN" sz="2800" b="1"/>
          </a:p>
        </p:txBody>
      </p:sp>
      <p:sp>
        <p:nvSpPr>
          <p:cNvPr id="10293" name="Text Box 53">
            <a:extLst>
              <a:ext uri="{FF2B5EF4-FFF2-40B4-BE49-F238E27FC236}">
                <a16:creationId xmlns:a16="http://schemas.microsoft.com/office/drawing/2014/main" id="{F0A053C5-6309-4186-934F-0FC8AFD9E37F}"/>
              </a:ext>
            </a:extLst>
          </p:cNvPr>
          <p:cNvSpPr txBox="1">
            <a:spLocks noChangeArrowheads="1"/>
          </p:cNvSpPr>
          <p:nvPr/>
        </p:nvSpPr>
        <p:spPr bwMode="auto">
          <a:xfrm>
            <a:off x="3851275" y="3933825"/>
            <a:ext cx="1295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提高 </a:t>
            </a:r>
            <a:r>
              <a:rPr lang="en-US" altLang="zh-CN" sz="2800" b="1" i="1"/>
              <a:t>r</a:t>
            </a:r>
            <a:r>
              <a:rPr lang="en-US" altLang="zh-CN" sz="2800" b="1" baseline="-25000"/>
              <a:t>0 </a:t>
            </a:r>
            <a:endParaRPr lang="en-US" altLang="zh-CN" sz="2800" b="1"/>
          </a:p>
        </p:txBody>
      </p:sp>
      <p:grpSp>
        <p:nvGrpSpPr>
          <p:cNvPr id="2" name="Group 66">
            <a:extLst>
              <a:ext uri="{FF2B5EF4-FFF2-40B4-BE49-F238E27FC236}">
                <a16:creationId xmlns:a16="http://schemas.microsoft.com/office/drawing/2014/main" id="{71658967-B0C4-4110-8025-E905B7063775}"/>
              </a:ext>
            </a:extLst>
          </p:cNvPr>
          <p:cNvGrpSpPr>
            <a:grpSpLocks/>
          </p:cNvGrpSpPr>
          <p:nvPr/>
        </p:nvGrpSpPr>
        <p:grpSpPr bwMode="auto">
          <a:xfrm>
            <a:off x="2484438" y="3997325"/>
            <a:ext cx="1871662" cy="1012825"/>
            <a:chOff x="1565" y="2518"/>
            <a:chExt cx="1179" cy="638"/>
          </a:xfrm>
        </p:grpSpPr>
        <p:graphicFrame>
          <p:nvGraphicFramePr>
            <p:cNvPr id="32797" name="Object 38">
              <a:extLst>
                <a:ext uri="{FF2B5EF4-FFF2-40B4-BE49-F238E27FC236}">
                  <a16:creationId xmlns:a16="http://schemas.microsoft.com/office/drawing/2014/main" id="{F0CDA795-0A19-4979-B5E8-D0C4FDB12295}"/>
                </a:ext>
              </a:extLst>
            </p:cNvPr>
            <p:cNvGraphicFramePr>
              <a:graphicFrameLocks noChangeAspect="1"/>
            </p:cNvGraphicFramePr>
            <p:nvPr/>
          </p:nvGraphicFramePr>
          <p:xfrm>
            <a:off x="1565" y="2830"/>
            <a:ext cx="1179" cy="326"/>
          </p:xfrm>
          <a:graphic>
            <a:graphicData uri="http://schemas.openxmlformats.org/presentationml/2006/ole">
              <mc:AlternateContent xmlns:mc="http://schemas.openxmlformats.org/markup-compatibility/2006">
                <mc:Choice xmlns:v="urn:schemas-microsoft-com:vml" Requires="v">
                  <p:oleObj spid="_x0000_s32808" name="公式" r:id="rId7" imgW="889000" imgH="228600" progId="Equation.3">
                    <p:embed/>
                  </p:oleObj>
                </mc:Choice>
                <mc:Fallback>
                  <p:oleObj name="公式" r:id="rId7" imgW="889000" imgH="228600" progId="Equation.3">
                    <p:embed/>
                    <p:pic>
                      <p:nvPicPr>
                        <p:cNvPr id="0" name="Object 3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65" y="2830"/>
                          <a:ext cx="1179" cy="326"/>
                        </a:xfrm>
                        <a:prstGeom prst="rect">
                          <a:avLst/>
                        </a:prstGeom>
                        <a:noFill/>
                        <a:ln>
                          <a:noFill/>
                        </a:ln>
                        <a:effectLst/>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2798" name="AutoShape 54">
              <a:extLst>
                <a:ext uri="{FF2B5EF4-FFF2-40B4-BE49-F238E27FC236}">
                  <a16:creationId xmlns:a16="http://schemas.microsoft.com/office/drawing/2014/main" id="{32CF40E0-BA65-4A68-BB5F-19DA5383EEE8}"/>
                </a:ext>
              </a:extLst>
            </p:cNvPr>
            <p:cNvSpPr>
              <a:spLocks noChangeArrowheads="1"/>
            </p:cNvSpPr>
            <p:nvPr/>
          </p:nvSpPr>
          <p:spPr bwMode="auto">
            <a:xfrm>
              <a:off x="1920" y="2518"/>
              <a:ext cx="240" cy="306"/>
            </a:xfrm>
            <a:prstGeom prst="rightArrow">
              <a:avLst>
                <a:gd name="adj1" fmla="val 50000"/>
                <a:gd name="adj2" fmla="val 25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10296" name="Text Box 56">
            <a:extLst>
              <a:ext uri="{FF2B5EF4-FFF2-40B4-BE49-F238E27FC236}">
                <a16:creationId xmlns:a16="http://schemas.microsoft.com/office/drawing/2014/main" id="{50CA4617-0D72-41B0-82AB-DE53B6016939}"/>
              </a:ext>
            </a:extLst>
          </p:cNvPr>
          <p:cNvSpPr txBox="1">
            <a:spLocks noChangeArrowheads="1"/>
          </p:cNvSpPr>
          <p:nvPr/>
        </p:nvSpPr>
        <p:spPr bwMode="auto">
          <a:xfrm>
            <a:off x="838200" y="1939925"/>
            <a:ext cx="2590800" cy="519113"/>
          </a:xfrm>
          <a:prstGeom prst="rect">
            <a:avLst/>
          </a:prstGeom>
          <a:solidFill>
            <a:srgbClr val="66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Char char="•"/>
            </a:pPr>
            <a:r>
              <a:rPr lang="en-US" altLang="zh-CN" sz="2800" b="1"/>
              <a:t>  </a:t>
            </a:r>
            <a:r>
              <a:rPr lang="zh-CN" altLang="en-US" sz="2800" b="1"/>
              <a:t>提高阈值 </a:t>
            </a:r>
            <a:r>
              <a:rPr lang="en-US" altLang="zh-CN" sz="2800" b="1"/>
              <a:t>1/</a:t>
            </a:r>
            <a:r>
              <a:rPr lang="en-US" altLang="zh-CN" sz="2800" b="1" i="1">
                <a:sym typeface="Symbol" panose="05050102010706020507" pitchFamily="18" charset="2"/>
              </a:rPr>
              <a:t></a:t>
            </a:r>
            <a:endParaRPr lang="en-US" altLang="zh-CN" sz="2800" b="1" i="1"/>
          </a:p>
        </p:txBody>
      </p:sp>
      <p:grpSp>
        <p:nvGrpSpPr>
          <p:cNvPr id="3" name="Group 61">
            <a:extLst>
              <a:ext uri="{FF2B5EF4-FFF2-40B4-BE49-F238E27FC236}">
                <a16:creationId xmlns:a16="http://schemas.microsoft.com/office/drawing/2014/main" id="{E358C446-53FC-41ED-BA74-A753F9B3CAFC}"/>
              </a:ext>
            </a:extLst>
          </p:cNvPr>
          <p:cNvGrpSpPr>
            <a:grpSpLocks/>
          </p:cNvGrpSpPr>
          <p:nvPr/>
        </p:nvGrpSpPr>
        <p:grpSpPr bwMode="auto">
          <a:xfrm>
            <a:off x="3581400" y="1939925"/>
            <a:ext cx="2590800" cy="519113"/>
            <a:chOff x="2256" y="1104"/>
            <a:chExt cx="1632" cy="327"/>
          </a:xfrm>
        </p:grpSpPr>
        <p:sp>
          <p:nvSpPr>
            <p:cNvPr id="32795" name="Text Box 57">
              <a:extLst>
                <a:ext uri="{FF2B5EF4-FFF2-40B4-BE49-F238E27FC236}">
                  <a16:creationId xmlns:a16="http://schemas.microsoft.com/office/drawing/2014/main" id="{B36E00AD-029C-4878-B7F0-59C696F8625F}"/>
                </a:ext>
              </a:extLst>
            </p:cNvPr>
            <p:cNvSpPr txBox="1">
              <a:spLocks noChangeArrowheads="1"/>
            </p:cNvSpPr>
            <p:nvPr/>
          </p:nvSpPr>
          <p:spPr bwMode="auto">
            <a:xfrm>
              <a:off x="2400" y="1104"/>
              <a:ext cx="148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a:t> </a:t>
              </a:r>
              <a:r>
                <a:rPr lang="zh-CN" altLang="en-US" sz="2800" b="1"/>
                <a:t>降低 </a:t>
              </a:r>
              <a:r>
                <a:rPr lang="zh-CN" altLang="en-US" sz="2800" b="1" i="1">
                  <a:sym typeface="Symbol" panose="05050102010706020507" pitchFamily="18" charset="2"/>
                </a:rPr>
                <a:t> </a:t>
              </a:r>
              <a:r>
                <a:rPr lang="en-US" altLang="zh-CN" sz="2800" b="1">
                  <a:sym typeface="Symbol" panose="05050102010706020507" pitchFamily="18" charset="2"/>
                </a:rPr>
                <a:t>(=</a:t>
              </a:r>
              <a:r>
                <a:rPr lang="en-US" altLang="zh-CN" sz="2800" b="1" i="1">
                  <a:sym typeface="Symbol" panose="05050102010706020507" pitchFamily="18" charset="2"/>
                </a:rPr>
                <a:t></a:t>
              </a:r>
              <a:r>
                <a:rPr lang="en-US" altLang="zh-CN" sz="2800" b="1">
                  <a:sym typeface="Symbol" panose="05050102010706020507" pitchFamily="18" charset="2"/>
                </a:rPr>
                <a:t>/</a:t>
              </a:r>
              <a:r>
                <a:rPr lang="en-US" altLang="zh-CN" sz="2800" b="1" i="1">
                  <a:sym typeface="Symbol" panose="05050102010706020507" pitchFamily="18" charset="2"/>
                </a:rPr>
                <a:t></a:t>
              </a:r>
              <a:r>
                <a:rPr lang="en-US" altLang="zh-CN" sz="2800" b="1">
                  <a:sym typeface="Symbol" panose="05050102010706020507" pitchFamily="18" charset="2"/>
                </a:rPr>
                <a:t>)</a:t>
              </a:r>
            </a:p>
          </p:txBody>
        </p:sp>
        <p:sp>
          <p:nvSpPr>
            <p:cNvPr id="32796" name="AutoShape 59">
              <a:extLst>
                <a:ext uri="{FF2B5EF4-FFF2-40B4-BE49-F238E27FC236}">
                  <a16:creationId xmlns:a16="http://schemas.microsoft.com/office/drawing/2014/main" id="{BDAAABB6-563A-4699-B029-7E01D1E16831}"/>
                </a:ext>
              </a:extLst>
            </p:cNvPr>
            <p:cNvSpPr>
              <a:spLocks noChangeArrowheads="1"/>
            </p:cNvSpPr>
            <p:nvPr/>
          </p:nvSpPr>
          <p:spPr bwMode="auto">
            <a:xfrm>
              <a:off x="2256" y="1104"/>
              <a:ext cx="96" cy="306"/>
            </a:xfrm>
            <a:prstGeom prst="rightArrow">
              <a:avLst>
                <a:gd name="adj1" fmla="val 50000"/>
                <a:gd name="adj2" fmla="val 25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4" name="Group 62">
            <a:extLst>
              <a:ext uri="{FF2B5EF4-FFF2-40B4-BE49-F238E27FC236}">
                <a16:creationId xmlns:a16="http://schemas.microsoft.com/office/drawing/2014/main" id="{004AAB45-88E2-4657-A53A-2A5551E2AD2D}"/>
              </a:ext>
            </a:extLst>
          </p:cNvPr>
          <p:cNvGrpSpPr>
            <a:grpSpLocks/>
          </p:cNvGrpSpPr>
          <p:nvPr/>
        </p:nvGrpSpPr>
        <p:grpSpPr bwMode="auto">
          <a:xfrm>
            <a:off x="6400800" y="1939925"/>
            <a:ext cx="2133600" cy="561975"/>
            <a:chOff x="4080" y="1104"/>
            <a:chExt cx="1344" cy="354"/>
          </a:xfrm>
        </p:grpSpPr>
        <p:sp>
          <p:nvSpPr>
            <p:cNvPr id="32793" name="Text Box 58">
              <a:extLst>
                <a:ext uri="{FF2B5EF4-FFF2-40B4-BE49-F238E27FC236}">
                  <a16:creationId xmlns:a16="http://schemas.microsoft.com/office/drawing/2014/main" id="{8AD40DBD-DB8D-4583-954C-107BFDD13E98}"/>
                </a:ext>
              </a:extLst>
            </p:cNvPr>
            <p:cNvSpPr txBox="1">
              <a:spLocks noChangeArrowheads="1"/>
            </p:cNvSpPr>
            <p:nvPr/>
          </p:nvSpPr>
          <p:spPr bwMode="auto">
            <a:xfrm>
              <a:off x="4320" y="1104"/>
              <a:ext cx="110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sym typeface="Symbol" panose="05050102010706020507" pitchFamily="18" charset="2"/>
                </a:rPr>
                <a:t></a:t>
              </a:r>
              <a:r>
                <a:rPr lang="en-US" altLang="zh-CN" sz="2800" b="1">
                  <a:sym typeface="Symbol" panose="05050102010706020507" pitchFamily="18" charset="2"/>
                </a:rPr>
                <a:t>  ,   </a:t>
              </a:r>
              <a:r>
                <a:rPr lang="en-US" altLang="zh-CN" sz="2800" b="1" i="1">
                  <a:sym typeface="Symbol" panose="05050102010706020507" pitchFamily="18" charset="2"/>
                </a:rPr>
                <a:t> </a:t>
              </a:r>
              <a:r>
                <a:rPr lang="en-US" altLang="zh-CN" sz="2800" b="1">
                  <a:sym typeface="Symbol" panose="05050102010706020507" pitchFamily="18" charset="2"/>
                </a:rPr>
                <a:t></a:t>
              </a:r>
            </a:p>
          </p:txBody>
        </p:sp>
        <p:sp>
          <p:nvSpPr>
            <p:cNvPr id="32794" name="AutoShape 60">
              <a:extLst>
                <a:ext uri="{FF2B5EF4-FFF2-40B4-BE49-F238E27FC236}">
                  <a16:creationId xmlns:a16="http://schemas.microsoft.com/office/drawing/2014/main" id="{94258FAF-CF1B-46B5-974F-A1577CA3CF0D}"/>
                </a:ext>
              </a:extLst>
            </p:cNvPr>
            <p:cNvSpPr>
              <a:spLocks noChangeArrowheads="1"/>
            </p:cNvSpPr>
            <p:nvPr/>
          </p:nvSpPr>
          <p:spPr bwMode="auto">
            <a:xfrm>
              <a:off x="4080" y="1152"/>
              <a:ext cx="96" cy="306"/>
            </a:xfrm>
            <a:prstGeom prst="rightArrow">
              <a:avLst>
                <a:gd name="adj1" fmla="val 50000"/>
                <a:gd name="adj2" fmla="val 25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5" name="Group 69">
            <a:extLst>
              <a:ext uri="{FF2B5EF4-FFF2-40B4-BE49-F238E27FC236}">
                <a16:creationId xmlns:a16="http://schemas.microsoft.com/office/drawing/2014/main" id="{8165E957-C7ED-4D47-9AC5-AA7DF38FB920}"/>
              </a:ext>
            </a:extLst>
          </p:cNvPr>
          <p:cNvGrpSpPr>
            <a:grpSpLocks/>
          </p:cNvGrpSpPr>
          <p:nvPr/>
        </p:nvGrpSpPr>
        <p:grpSpPr bwMode="auto">
          <a:xfrm>
            <a:off x="5364163" y="3933825"/>
            <a:ext cx="3182937" cy="579438"/>
            <a:chOff x="3379" y="2478"/>
            <a:chExt cx="2005" cy="365"/>
          </a:xfrm>
        </p:grpSpPr>
        <p:grpSp>
          <p:nvGrpSpPr>
            <p:cNvPr id="32789" name="Group 47">
              <a:extLst>
                <a:ext uri="{FF2B5EF4-FFF2-40B4-BE49-F238E27FC236}">
                  <a16:creationId xmlns:a16="http://schemas.microsoft.com/office/drawing/2014/main" id="{98B0863C-AA0E-4240-A21A-FE3CAF5649F1}"/>
                </a:ext>
              </a:extLst>
            </p:cNvPr>
            <p:cNvGrpSpPr>
              <a:grpSpLocks/>
            </p:cNvGrpSpPr>
            <p:nvPr/>
          </p:nvGrpSpPr>
          <p:grpSpPr bwMode="auto">
            <a:xfrm>
              <a:off x="3379" y="2478"/>
              <a:ext cx="1344" cy="336"/>
              <a:chOff x="3840" y="2352"/>
              <a:chExt cx="1344" cy="336"/>
            </a:xfrm>
          </p:grpSpPr>
          <p:sp>
            <p:nvSpPr>
              <p:cNvPr id="32791" name="Text Box 39">
                <a:extLst>
                  <a:ext uri="{FF2B5EF4-FFF2-40B4-BE49-F238E27FC236}">
                    <a16:creationId xmlns:a16="http://schemas.microsoft.com/office/drawing/2014/main" id="{470949A0-2942-4A7E-B03F-3F644C369121}"/>
                  </a:ext>
                </a:extLst>
              </p:cNvPr>
              <p:cNvSpPr txBox="1">
                <a:spLocks noChangeArrowheads="1"/>
              </p:cNvSpPr>
              <p:nvPr/>
            </p:nvSpPr>
            <p:spPr bwMode="auto">
              <a:xfrm>
                <a:off x="4080" y="2352"/>
                <a:ext cx="110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solidFill>
                      <a:srgbClr val="FF3300"/>
                    </a:solidFill>
                  </a:rPr>
                  <a:t>群体免疫</a:t>
                </a:r>
              </a:p>
            </p:txBody>
          </p:sp>
          <p:sp>
            <p:nvSpPr>
              <p:cNvPr id="32792" name="AutoShape 40">
                <a:extLst>
                  <a:ext uri="{FF2B5EF4-FFF2-40B4-BE49-F238E27FC236}">
                    <a16:creationId xmlns:a16="http://schemas.microsoft.com/office/drawing/2014/main" id="{3B6F4AD5-4DE7-4426-9AB6-B51BDC5F75C5}"/>
                  </a:ext>
                </a:extLst>
              </p:cNvPr>
              <p:cNvSpPr>
                <a:spLocks noChangeArrowheads="1"/>
              </p:cNvSpPr>
              <p:nvPr/>
            </p:nvSpPr>
            <p:spPr bwMode="auto">
              <a:xfrm>
                <a:off x="3840" y="2400"/>
                <a:ext cx="192" cy="288"/>
              </a:xfrm>
              <a:prstGeom prst="rightArrow">
                <a:avLst>
                  <a:gd name="adj1" fmla="val 50000"/>
                  <a:gd name="adj2" fmla="val 25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pic>
          <p:nvPicPr>
            <p:cNvPr id="32790" name="Picture 63" descr="HM00163_">
              <a:extLst>
                <a:ext uri="{FF2B5EF4-FFF2-40B4-BE49-F238E27FC236}">
                  <a16:creationId xmlns:a16="http://schemas.microsoft.com/office/drawing/2014/main" id="{E73E6442-A9D6-4AE1-BFD2-EDB8F533039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694" y="2478"/>
              <a:ext cx="690"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7" name="Group 68">
            <a:extLst>
              <a:ext uri="{FF2B5EF4-FFF2-40B4-BE49-F238E27FC236}">
                <a16:creationId xmlns:a16="http://schemas.microsoft.com/office/drawing/2014/main" id="{23379D9B-748E-46B9-8705-AF362C6A0C1B}"/>
              </a:ext>
            </a:extLst>
          </p:cNvPr>
          <p:cNvGrpSpPr>
            <a:grpSpLocks/>
          </p:cNvGrpSpPr>
          <p:nvPr/>
        </p:nvGrpSpPr>
        <p:grpSpPr bwMode="auto">
          <a:xfrm>
            <a:off x="4356100" y="5589588"/>
            <a:ext cx="1295400" cy="519112"/>
            <a:chOff x="2744" y="3521"/>
            <a:chExt cx="816" cy="327"/>
          </a:xfrm>
        </p:grpSpPr>
        <p:sp>
          <p:nvSpPr>
            <p:cNvPr id="32787" name="Text Box 65">
              <a:extLst>
                <a:ext uri="{FF2B5EF4-FFF2-40B4-BE49-F238E27FC236}">
                  <a16:creationId xmlns:a16="http://schemas.microsoft.com/office/drawing/2014/main" id="{1DC72381-1B32-4798-AC54-2AD587A629B2}"/>
                </a:ext>
              </a:extLst>
            </p:cNvPr>
            <p:cNvSpPr txBox="1">
              <a:spLocks noChangeArrowheads="1"/>
            </p:cNvSpPr>
            <p:nvPr/>
          </p:nvSpPr>
          <p:spPr bwMode="auto">
            <a:xfrm>
              <a:off x="2744" y="3521"/>
              <a:ext cx="72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忽略</a:t>
              </a:r>
              <a:r>
                <a:rPr lang="en-US" altLang="zh-CN" sz="2800" b="1" i="1"/>
                <a:t>i</a:t>
              </a:r>
              <a:r>
                <a:rPr lang="en-US" altLang="zh-CN" sz="2800" b="1" baseline="-25000"/>
                <a:t>0</a:t>
              </a:r>
              <a:endParaRPr lang="en-US" altLang="zh-CN" sz="2800" b="1"/>
            </a:p>
          </p:txBody>
        </p:sp>
        <p:sp>
          <p:nvSpPr>
            <p:cNvPr id="32788" name="AutoShape 67">
              <a:extLst>
                <a:ext uri="{FF2B5EF4-FFF2-40B4-BE49-F238E27FC236}">
                  <a16:creationId xmlns:a16="http://schemas.microsoft.com/office/drawing/2014/main" id="{69CA84E6-3EA7-486A-9554-CC84BD177C1B}"/>
                </a:ext>
              </a:extLst>
            </p:cNvPr>
            <p:cNvSpPr>
              <a:spLocks noChangeArrowheads="1"/>
            </p:cNvSpPr>
            <p:nvPr/>
          </p:nvSpPr>
          <p:spPr bwMode="auto">
            <a:xfrm>
              <a:off x="3469" y="3521"/>
              <a:ext cx="91" cy="306"/>
            </a:xfrm>
            <a:prstGeom prst="rightArrow">
              <a:avLst>
                <a:gd name="adj1" fmla="val 50000"/>
                <a:gd name="adj2" fmla="val 25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grpId="0" nodeType="clickEffect">
                                  <p:stCondLst>
                                    <p:cond delay="0"/>
                                  </p:stCondLst>
                                  <p:childTnLst>
                                    <p:set>
                                      <p:cBhvr>
                                        <p:cTn id="6" dur="1" fill="hold">
                                          <p:stCondLst>
                                            <p:cond delay="0"/>
                                          </p:stCondLst>
                                        </p:cTn>
                                        <p:tgtEl>
                                          <p:spTgt spid="10245"/>
                                        </p:tgtEl>
                                        <p:attrNameLst>
                                          <p:attrName>style.visibility</p:attrName>
                                        </p:attrNameLst>
                                      </p:cBhvr>
                                      <p:to>
                                        <p:strVal val="visible"/>
                                      </p:to>
                                    </p:set>
                                    <p:anim calcmode="lin" valueType="num">
                                      <p:cBhvr additive="base">
                                        <p:cTn id="7" dur="1000" fill="hold"/>
                                        <p:tgtEl>
                                          <p:spTgt spid="10245"/>
                                        </p:tgtEl>
                                        <p:attrNameLst>
                                          <p:attrName>ppt_x</p:attrName>
                                        </p:attrNameLst>
                                      </p:cBhvr>
                                      <p:tavLst>
                                        <p:tav tm="0">
                                          <p:val>
                                            <p:strVal val="#ppt_x"/>
                                          </p:val>
                                        </p:tav>
                                        <p:tav tm="100000">
                                          <p:val>
                                            <p:strVal val="#ppt_x"/>
                                          </p:val>
                                        </p:tav>
                                      </p:tavLst>
                                    </p:anim>
                                    <p:anim calcmode="lin" valueType="num">
                                      <p:cBhvr additive="base">
                                        <p:cTn id="8" dur="1000" fill="hold"/>
                                        <p:tgtEl>
                                          <p:spTgt spid="10245"/>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5" presetClass="entr" presetSubtype="10" fill="hold" grpId="0" nodeType="clickEffect">
                                  <p:stCondLst>
                                    <p:cond delay="0"/>
                                  </p:stCondLst>
                                  <p:childTnLst>
                                    <p:set>
                                      <p:cBhvr>
                                        <p:cTn id="12" dur="1" fill="hold">
                                          <p:stCondLst>
                                            <p:cond delay="0"/>
                                          </p:stCondLst>
                                        </p:cTn>
                                        <p:tgtEl>
                                          <p:spTgt spid="10274"/>
                                        </p:tgtEl>
                                        <p:attrNameLst>
                                          <p:attrName>style.visibility</p:attrName>
                                        </p:attrNameLst>
                                      </p:cBhvr>
                                      <p:to>
                                        <p:strVal val="visible"/>
                                      </p:to>
                                    </p:set>
                                    <p:animEffect transition="in" filter="checkerboard(across)">
                                      <p:cBhvr>
                                        <p:cTn id="13" dur="1000"/>
                                        <p:tgtEl>
                                          <p:spTgt spid="10274"/>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5" presetClass="entr" presetSubtype="10" fill="hold" grpId="0" nodeType="clickEffect">
                                  <p:stCondLst>
                                    <p:cond delay="0"/>
                                  </p:stCondLst>
                                  <p:childTnLst>
                                    <p:set>
                                      <p:cBhvr>
                                        <p:cTn id="17" dur="1" fill="hold">
                                          <p:stCondLst>
                                            <p:cond delay="0"/>
                                          </p:stCondLst>
                                        </p:cTn>
                                        <p:tgtEl>
                                          <p:spTgt spid="10296"/>
                                        </p:tgtEl>
                                        <p:attrNameLst>
                                          <p:attrName>style.visibility</p:attrName>
                                        </p:attrNameLst>
                                      </p:cBhvr>
                                      <p:to>
                                        <p:strVal val="visible"/>
                                      </p:to>
                                    </p:set>
                                    <p:animEffect transition="in" filter="checkerboard(across)">
                                      <p:cBhvr>
                                        <p:cTn id="18" dur="1000"/>
                                        <p:tgtEl>
                                          <p:spTgt spid="10296"/>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4" presetClass="entr" presetSubtype="16"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box(in)">
                                      <p:cBhvr>
                                        <p:cTn id="23" dur="1000"/>
                                        <p:tgtEl>
                                          <p:spTgt spid="3"/>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4" presetClass="entr" presetSubtype="16" fill="hold"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box(in)">
                                      <p:cBhvr>
                                        <p:cTn id="28" dur="1000"/>
                                        <p:tgtEl>
                                          <p:spTgt spid="4"/>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0271"/>
                                        </p:tgtEl>
                                        <p:attrNameLst>
                                          <p:attrName>style.visibility</p:attrName>
                                        </p:attrNameLst>
                                      </p:cBhvr>
                                      <p:to>
                                        <p:strVal val="visible"/>
                                      </p:to>
                                    </p:set>
                                    <p:animEffect transition="in" filter="wipe(left)">
                                      <p:cBhvr>
                                        <p:cTn id="33" dur="1000"/>
                                        <p:tgtEl>
                                          <p:spTgt spid="10271"/>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0272"/>
                                        </p:tgtEl>
                                        <p:attrNameLst>
                                          <p:attrName>style.visibility</p:attrName>
                                        </p:attrNameLst>
                                      </p:cBhvr>
                                      <p:to>
                                        <p:strVal val="visible"/>
                                      </p:to>
                                    </p:set>
                                    <p:animEffect transition="in" filter="wipe(left)">
                                      <p:cBhvr>
                                        <p:cTn id="38" dur="1000"/>
                                        <p:tgtEl>
                                          <p:spTgt spid="10272"/>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5" presetClass="entr" presetSubtype="10" fill="hold" grpId="0" nodeType="clickEffect">
                                  <p:stCondLst>
                                    <p:cond delay="0"/>
                                  </p:stCondLst>
                                  <p:childTnLst>
                                    <p:set>
                                      <p:cBhvr>
                                        <p:cTn id="42" dur="1" fill="hold">
                                          <p:stCondLst>
                                            <p:cond delay="0"/>
                                          </p:stCondLst>
                                        </p:cTn>
                                        <p:tgtEl>
                                          <p:spTgt spid="10291"/>
                                        </p:tgtEl>
                                        <p:attrNameLst>
                                          <p:attrName>style.visibility</p:attrName>
                                        </p:attrNameLst>
                                      </p:cBhvr>
                                      <p:to>
                                        <p:strVal val="visible"/>
                                      </p:to>
                                    </p:set>
                                    <p:animEffect transition="in" filter="checkerboard(across)">
                                      <p:cBhvr>
                                        <p:cTn id="43" dur="1000"/>
                                        <p:tgtEl>
                                          <p:spTgt spid="10291"/>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5" presetClass="entr" presetSubtype="10" fill="hold" nodeType="clickEffect">
                                  <p:stCondLst>
                                    <p:cond delay="0"/>
                                  </p:stCondLst>
                                  <p:childTnLst>
                                    <p:set>
                                      <p:cBhvr>
                                        <p:cTn id="47" dur="1" fill="hold">
                                          <p:stCondLst>
                                            <p:cond delay="0"/>
                                          </p:stCondLst>
                                        </p:cTn>
                                        <p:tgtEl>
                                          <p:spTgt spid="2"/>
                                        </p:tgtEl>
                                        <p:attrNameLst>
                                          <p:attrName>style.visibility</p:attrName>
                                        </p:attrNameLst>
                                      </p:cBhvr>
                                      <p:to>
                                        <p:strVal val="visible"/>
                                      </p:to>
                                    </p:set>
                                    <p:animEffect transition="in" filter="checkerboard(across)">
                                      <p:cBhvr>
                                        <p:cTn id="48" dur="1000"/>
                                        <p:tgtEl>
                                          <p:spTgt spid="2"/>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5" presetClass="entr" presetSubtype="10" fill="hold" grpId="0" nodeType="clickEffect">
                                  <p:stCondLst>
                                    <p:cond delay="0"/>
                                  </p:stCondLst>
                                  <p:childTnLst>
                                    <p:set>
                                      <p:cBhvr>
                                        <p:cTn id="52" dur="1" fill="hold">
                                          <p:stCondLst>
                                            <p:cond delay="0"/>
                                          </p:stCondLst>
                                        </p:cTn>
                                        <p:tgtEl>
                                          <p:spTgt spid="10293"/>
                                        </p:tgtEl>
                                        <p:attrNameLst>
                                          <p:attrName>style.visibility</p:attrName>
                                        </p:attrNameLst>
                                      </p:cBhvr>
                                      <p:to>
                                        <p:strVal val="visible"/>
                                      </p:to>
                                    </p:set>
                                    <p:animEffect transition="in" filter="checkerboard(across)">
                                      <p:cBhvr>
                                        <p:cTn id="53" dur="1000"/>
                                        <p:tgtEl>
                                          <p:spTgt spid="10293"/>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12" presetClass="entr" presetSubtype="4" fill="hold" nodeType="clickEffect">
                                  <p:stCondLst>
                                    <p:cond delay="0"/>
                                  </p:stCondLst>
                                  <p:childTnLst>
                                    <p:set>
                                      <p:cBhvr>
                                        <p:cTn id="57" dur="1" fill="hold">
                                          <p:stCondLst>
                                            <p:cond delay="0"/>
                                          </p:stCondLst>
                                        </p:cTn>
                                        <p:tgtEl>
                                          <p:spTgt spid="5"/>
                                        </p:tgtEl>
                                        <p:attrNameLst>
                                          <p:attrName>style.visibility</p:attrName>
                                        </p:attrNameLst>
                                      </p:cBhvr>
                                      <p:to>
                                        <p:strVal val="visible"/>
                                      </p:to>
                                    </p:set>
                                    <p:animEffect transition="in" filter="slide(fromBottom)">
                                      <p:cBhvr>
                                        <p:cTn id="58" dur="1000"/>
                                        <p:tgtEl>
                                          <p:spTgt spid="5"/>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grpId="0" nodeType="clickEffect">
                                  <p:stCondLst>
                                    <p:cond delay="0"/>
                                  </p:stCondLst>
                                  <p:childTnLst>
                                    <p:set>
                                      <p:cBhvr>
                                        <p:cTn id="62" dur="1" fill="hold">
                                          <p:stCondLst>
                                            <p:cond delay="499"/>
                                          </p:stCondLst>
                                        </p:cTn>
                                        <p:tgtEl>
                                          <p:spTgt spid="10281"/>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4" presetClass="entr" presetSubtype="16" fill="hold" nodeType="clickEffect">
                                  <p:stCondLst>
                                    <p:cond delay="0"/>
                                  </p:stCondLst>
                                  <p:childTnLst>
                                    <p:set>
                                      <p:cBhvr>
                                        <p:cTn id="66" dur="1" fill="hold">
                                          <p:stCondLst>
                                            <p:cond delay="0"/>
                                          </p:stCondLst>
                                        </p:cTn>
                                        <p:tgtEl>
                                          <p:spTgt spid="10283"/>
                                        </p:tgtEl>
                                        <p:attrNameLst>
                                          <p:attrName>style.visibility</p:attrName>
                                        </p:attrNameLst>
                                      </p:cBhvr>
                                      <p:to>
                                        <p:strVal val="visible"/>
                                      </p:to>
                                    </p:set>
                                    <p:animEffect transition="in" filter="box(in)">
                                      <p:cBhvr>
                                        <p:cTn id="67" dur="1000"/>
                                        <p:tgtEl>
                                          <p:spTgt spid="10283"/>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3" presetClass="entr" presetSubtype="10" fill="hold" nodeType="clickEffect">
                                  <p:stCondLst>
                                    <p:cond delay="0"/>
                                  </p:stCondLst>
                                  <p:childTnLst>
                                    <p:set>
                                      <p:cBhvr>
                                        <p:cTn id="71" dur="1" fill="hold">
                                          <p:stCondLst>
                                            <p:cond delay="0"/>
                                          </p:stCondLst>
                                        </p:cTn>
                                        <p:tgtEl>
                                          <p:spTgt spid="7"/>
                                        </p:tgtEl>
                                        <p:attrNameLst>
                                          <p:attrName>style.visibility</p:attrName>
                                        </p:attrNameLst>
                                      </p:cBhvr>
                                      <p:to>
                                        <p:strVal val="visible"/>
                                      </p:to>
                                    </p:set>
                                    <p:animEffect transition="in" filter="blinds(horizontal)">
                                      <p:cBhvr>
                                        <p:cTn id="72" dur="1000"/>
                                        <p:tgtEl>
                                          <p:spTgt spid="7"/>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4" presetClass="entr" presetSubtype="16" fill="hold" nodeType="clickEffect">
                                  <p:stCondLst>
                                    <p:cond delay="0"/>
                                  </p:stCondLst>
                                  <p:childTnLst>
                                    <p:set>
                                      <p:cBhvr>
                                        <p:cTn id="76" dur="1" fill="hold">
                                          <p:stCondLst>
                                            <p:cond delay="0"/>
                                          </p:stCondLst>
                                        </p:cTn>
                                        <p:tgtEl>
                                          <p:spTgt spid="10242"/>
                                        </p:tgtEl>
                                        <p:attrNameLst>
                                          <p:attrName>style.visibility</p:attrName>
                                        </p:attrNameLst>
                                      </p:cBhvr>
                                      <p:to>
                                        <p:strVal val="visible"/>
                                      </p:to>
                                    </p:set>
                                    <p:animEffect transition="in" filter="box(in)">
                                      <p:cBhvr>
                                        <p:cTn id="77" dur="1000"/>
                                        <p:tgtEl>
                                          <p:spTgt spid="102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5" grpId="0" animBg="1" autoUpdateAnimBg="0"/>
      <p:bldP spid="10271" grpId="0" autoUpdateAnimBg="0"/>
      <p:bldP spid="10272" grpId="0" autoUpdateAnimBg="0"/>
      <p:bldP spid="10274" grpId="0" animBg="1"/>
      <p:bldP spid="10281" grpId="0" animBg="1" autoUpdateAnimBg="0"/>
      <p:bldP spid="10291" grpId="0" animBg="1" autoUpdateAnimBg="0"/>
      <p:bldP spid="10293" grpId="0" autoUpdateAnimBg="0"/>
      <p:bldP spid="10296" grpId="0" animBg="1"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794" name="Text Box 4">
            <a:extLst>
              <a:ext uri="{FF2B5EF4-FFF2-40B4-BE49-F238E27FC236}">
                <a16:creationId xmlns:a16="http://schemas.microsoft.com/office/drawing/2014/main" id="{B38F9CD4-4B95-40B2-8390-C185F20FCBA5}"/>
              </a:ext>
            </a:extLst>
          </p:cNvPr>
          <p:cNvSpPr txBox="1">
            <a:spLocks noChangeArrowheads="1"/>
          </p:cNvSpPr>
          <p:nvPr/>
        </p:nvSpPr>
        <p:spPr bwMode="auto">
          <a:xfrm>
            <a:off x="609600" y="411163"/>
            <a:ext cx="1371600" cy="579437"/>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ea typeface="楷体_GB2312" pitchFamily="49" charset="-122"/>
              </a:rPr>
              <a:t>模型</a:t>
            </a:r>
            <a:r>
              <a:rPr lang="en-US" altLang="zh-CN" sz="3200" b="1"/>
              <a:t>4</a:t>
            </a:r>
          </a:p>
        </p:txBody>
      </p:sp>
      <p:sp>
        <p:nvSpPr>
          <p:cNvPr id="33795" name="Text Box 5">
            <a:extLst>
              <a:ext uri="{FF2B5EF4-FFF2-40B4-BE49-F238E27FC236}">
                <a16:creationId xmlns:a16="http://schemas.microsoft.com/office/drawing/2014/main" id="{890051B6-AB85-4CE2-9422-BCDE1B236159}"/>
              </a:ext>
            </a:extLst>
          </p:cNvPr>
          <p:cNvSpPr txBox="1">
            <a:spLocks noChangeArrowheads="1"/>
          </p:cNvSpPr>
          <p:nvPr/>
        </p:nvSpPr>
        <p:spPr bwMode="auto">
          <a:xfrm>
            <a:off x="2362200" y="411163"/>
            <a:ext cx="4191000" cy="519112"/>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b="1">
                <a:ea typeface="楷体_GB2312" pitchFamily="49" charset="-122"/>
              </a:rPr>
              <a:t>预防传染病蔓延的手段</a:t>
            </a:r>
          </a:p>
        </p:txBody>
      </p:sp>
      <p:sp>
        <p:nvSpPr>
          <p:cNvPr id="80907" name="Text Box 11">
            <a:extLst>
              <a:ext uri="{FF2B5EF4-FFF2-40B4-BE49-F238E27FC236}">
                <a16:creationId xmlns:a16="http://schemas.microsoft.com/office/drawing/2014/main" id="{D43F02E9-92C5-4FA9-B4A0-ACDBC7E9E637}"/>
              </a:ext>
            </a:extLst>
          </p:cNvPr>
          <p:cNvSpPr txBox="1">
            <a:spLocks noChangeArrowheads="1"/>
          </p:cNvSpPr>
          <p:nvPr/>
        </p:nvSpPr>
        <p:spPr bwMode="auto">
          <a:xfrm>
            <a:off x="395288" y="1125538"/>
            <a:ext cx="2952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Char char="•"/>
            </a:pPr>
            <a:r>
              <a:rPr lang="en-US" altLang="zh-CN" sz="2800" b="1">
                <a:sym typeface="Symbol" panose="05050102010706020507" pitchFamily="18" charset="2"/>
              </a:rPr>
              <a:t> </a:t>
            </a:r>
            <a:r>
              <a:rPr lang="zh-CN" altLang="en-US" sz="2800" b="1">
                <a:sym typeface="Symbol" panose="05050102010706020507" pitchFamily="18" charset="2"/>
              </a:rPr>
              <a:t>降低日接触率</a:t>
            </a:r>
            <a:r>
              <a:rPr lang="zh-CN" altLang="en-US" sz="2800" b="1" i="1">
                <a:sym typeface="Symbol" panose="05050102010706020507" pitchFamily="18" charset="2"/>
              </a:rPr>
              <a:t></a:t>
            </a:r>
            <a:r>
              <a:rPr lang="zh-CN" altLang="en-US" sz="2800" b="1">
                <a:sym typeface="Symbol" panose="05050102010706020507" pitchFamily="18" charset="2"/>
              </a:rPr>
              <a:t> </a:t>
            </a:r>
          </a:p>
        </p:txBody>
      </p:sp>
      <p:sp>
        <p:nvSpPr>
          <p:cNvPr id="80908" name="Text Box 12">
            <a:extLst>
              <a:ext uri="{FF2B5EF4-FFF2-40B4-BE49-F238E27FC236}">
                <a16:creationId xmlns:a16="http://schemas.microsoft.com/office/drawing/2014/main" id="{1F098268-DCD4-4E2A-A360-3774658158B4}"/>
              </a:ext>
            </a:extLst>
          </p:cNvPr>
          <p:cNvSpPr txBox="1">
            <a:spLocks noChangeArrowheads="1"/>
          </p:cNvSpPr>
          <p:nvPr/>
        </p:nvSpPr>
        <p:spPr bwMode="auto">
          <a:xfrm>
            <a:off x="3276600" y="1125538"/>
            <a:ext cx="28670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Char char="•"/>
            </a:pPr>
            <a:r>
              <a:rPr lang="en-US" altLang="zh-CN" sz="2800" b="1">
                <a:sym typeface="Symbol" panose="05050102010706020507" pitchFamily="18" charset="2"/>
              </a:rPr>
              <a:t> </a:t>
            </a:r>
            <a:r>
              <a:rPr lang="zh-CN" altLang="en-US" sz="2800" b="1">
                <a:sym typeface="Symbol" panose="05050102010706020507" pitchFamily="18" charset="2"/>
              </a:rPr>
              <a:t>提高日</a:t>
            </a:r>
            <a:r>
              <a:rPr lang="zh-CN" altLang="en-US" sz="2800" b="1"/>
              <a:t>治愈率</a:t>
            </a:r>
            <a:r>
              <a:rPr lang="zh-CN" altLang="en-US" sz="2800" b="1" i="1">
                <a:sym typeface="Symbol" panose="05050102010706020507" pitchFamily="18" charset="2"/>
              </a:rPr>
              <a:t></a:t>
            </a:r>
          </a:p>
        </p:txBody>
      </p:sp>
      <p:sp>
        <p:nvSpPr>
          <p:cNvPr id="80909" name="Text Box 13">
            <a:extLst>
              <a:ext uri="{FF2B5EF4-FFF2-40B4-BE49-F238E27FC236}">
                <a16:creationId xmlns:a16="http://schemas.microsoft.com/office/drawing/2014/main" id="{96FBFDF3-84B8-42F4-822D-50803C029670}"/>
              </a:ext>
            </a:extLst>
          </p:cNvPr>
          <p:cNvSpPr txBox="1">
            <a:spLocks noChangeArrowheads="1"/>
          </p:cNvSpPr>
          <p:nvPr/>
        </p:nvSpPr>
        <p:spPr bwMode="auto">
          <a:xfrm>
            <a:off x="6262688" y="1125538"/>
            <a:ext cx="288131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Char char="•"/>
            </a:pPr>
            <a:r>
              <a:rPr lang="en-US" altLang="zh-CN" sz="2800" b="1"/>
              <a:t> </a:t>
            </a:r>
            <a:r>
              <a:rPr lang="zh-CN" altLang="en-US" sz="2800" b="1"/>
              <a:t>提高移出比例</a:t>
            </a:r>
            <a:r>
              <a:rPr lang="en-US" altLang="zh-CN" sz="2800" b="1" i="1"/>
              <a:t>r</a:t>
            </a:r>
            <a:r>
              <a:rPr lang="en-US" altLang="zh-CN" sz="2800" b="1" baseline="-25000"/>
              <a:t>0 </a:t>
            </a:r>
            <a:endParaRPr lang="en-US" altLang="zh-CN" sz="2800" b="1"/>
          </a:p>
        </p:txBody>
      </p:sp>
      <p:sp>
        <p:nvSpPr>
          <p:cNvPr id="33799" name="Rectangle 21">
            <a:extLst>
              <a:ext uri="{FF2B5EF4-FFF2-40B4-BE49-F238E27FC236}">
                <a16:creationId xmlns:a16="http://schemas.microsoft.com/office/drawing/2014/main" id="{8BC8951E-E38C-410C-BDCC-09DED04E396B}"/>
              </a:ext>
            </a:extLst>
          </p:cNvPr>
          <p:cNvSpPr>
            <a:spLocks noChangeArrowheads="1"/>
          </p:cNvSpPr>
          <p:nvPr/>
        </p:nvSpPr>
        <p:spPr bwMode="auto">
          <a:xfrm>
            <a:off x="2960688" y="979488"/>
            <a:ext cx="666750" cy="0"/>
          </a:xfrm>
          <a:prstGeom prst="rect">
            <a:avLst/>
          </a:prstGeom>
          <a:solidFill>
            <a:srgbClr val="DFDFD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3800" name="Rectangle 23">
            <a:extLst>
              <a:ext uri="{FF2B5EF4-FFF2-40B4-BE49-F238E27FC236}">
                <a16:creationId xmlns:a16="http://schemas.microsoft.com/office/drawing/2014/main" id="{12E5AECF-54E9-4670-AB0F-5CFC212CDA6E}"/>
              </a:ext>
            </a:extLst>
          </p:cNvPr>
          <p:cNvSpPr>
            <a:spLocks noChangeArrowheads="1"/>
          </p:cNvSpPr>
          <p:nvPr/>
        </p:nvSpPr>
        <p:spPr bwMode="auto">
          <a:xfrm>
            <a:off x="2960688" y="979488"/>
            <a:ext cx="628650" cy="0"/>
          </a:xfrm>
          <a:prstGeom prst="rect">
            <a:avLst/>
          </a:prstGeom>
          <a:solidFill>
            <a:srgbClr val="DFDFD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3801" name="Rectangle 27">
            <a:extLst>
              <a:ext uri="{FF2B5EF4-FFF2-40B4-BE49-F238E27FC236}">
                <a16:creationId xmlns:a16="http://schemas.microsoft.com/office/drawing/2014/main" id="{DB3B30D2-C085-43B5-B8C6-549F94EB97BC}"/>
              </a:ext>
            </a:extLst>
          </p:cNvPr>
          <p:cNvSpPr>
            <a:spLocks noChangeArrowheads="1"/>
          </p:cNvSpPr>
          <p:nvPr/>
        </p:nvSpPr>
        <p:spPr bwMode="auto">
          <a:xfrm>
            <a:off x="2960688" y="979488"/>
            <a:ext cx="657225" cy="0"/>
          </a:xfrm>
          <a:prstGeom prst="rect">
            <a:avLst/>
          </a:prstGeom>
          <a:solidFill>
            <a:srgbClr val="DFDFD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3802" name="Rectangle 29">
            <a:extLst>
              <a:ext uri="{FF2B5EF4-FFF2-40B4-BE49-F238E27FC236}">
                <a16:creationId xmlns:a16="http://schemas.microsoft.com/office/drawing/2014/main" id="{44ADE407-D8EC-4F7A-AB80-807E86095C82}"/>
              </a:ext>
            </a:extLst>
          </p:cNvPr>
          <p:cNvSpPr>
            <a:spLocks noChangeArrowheads="1"/>
          </p:cNvSpPr>
          <p:nvPr/>
        </p:nvSpPr>
        <p:spPr bwMode="auto">
          <a:xfrm>
            <a:off x="2960688" y="979488"/>
            <a:ext cx="647700" cy="0"/>
          </a:xfrm>
          <a:prstGeom prst="rect">
            <a:avLst/>
          </a:prstGeom>
          <a:solidFill>
            <a:srgbClr val="DFDFD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3803" name="Rectangle 31">
            <a:extLst>
              <a:ext uri="{FF2B5EF4-FFF2-40B4-BE49-F238E27FC236}">
                <a16:creationId xmlns:a16="http://schemas.microsoft.com/office/drawing/2014/main" id="{A56024A2-B137-4F9D-9D29-CC7D0E1F8F3D}"/>
              </a:ext>
            </a:extLst>
          </p:cNvPr>
          <p:cNvSpPr>
            <a:spLocks noChangeArrowheads="1"/>
          </p:cNvSpPr>
          <p:nvPr/>
        </p:nvSpPr>
        <p:spPr bwMode="auto">
          <a:xfrm>
            <a:off x="2960688" y="979488"/>
            <a:ext cx="628650" cy="0"/>
          </a:xfrm>
          <a:prstGeom prst="rect">
            <a:avLst/>
          </a:prstGeom>
          <a:solidFill>
            <a:srgbClr val="DFDFD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3804" name="Rectangle 33">
            <a:extLst>
              <a:ext uri="{FF2B5EF4-FFF2-40B4-BE49-F238E27FC236}">
                <a16:creationId xmlns:a16="http://schemas.microsoft.com/office/drawing/2014/main" id="{82BF935A-8385-41E3-853F-10408FC81708}"/>
              </a:ext>
            </a:extLst>
          </p:cNvPr>
          <p:cNvSpPr>
            <a:spLocks noChangeArrowheads="1"/>
          </p:cNvSpPr>
          <p:nvPr/>
        </p:nvSpPr>
        <p:spPr bwMode="auto">
          <a:xfrm>
            <a:off x="2960688" y="979488"/>
            <a:ext cx="647700" cy="0"/>
          </a:xfrm>
          <a:prstGeom prst="rect">
            <a:avLst/>
          </a:prstGeom>
          <a:solidFill>
            <a:srgbClr val="DFDFD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03497" name="Text Box 1097">
            <a:extLst>
              <a:ext uri="{FF2B5EF4-FFF2-40B4-BE49-F238E27FC236}">
                <a16:creationId xmlns:a16="http://schemas.microsoft.com/office/drawing/2014/main" id="{772D6E9C-2112-4E27-88F7-038600A85677}"/>
              </a:ext>
            </a:extLst>
          </p:cNvPr>
          <p:cNvSpPr txBox="1">
            <a:spLocks noChangeArrowheads="1"/>
          </p:cNvSpPr>
          <p:nvPr/>
        </p:nvSpPr>
        <p:spPr bwMode="auto">
          <a:xfrm>
            <a:off x="539750" y="1700213"/>
            <a:ext cx="83534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以最终未感染比例</a:t>
            </a:r>
            <a:r>
              <a:rPr lang="en-US" altLang="zh-CN" sz="2800" b="1" i="1">
                <a:solidFill>
                  <a:srgbClr val="FF3300"/>
                </a:solidFill>
                <a:cs typeface="Times New Roman" panose="02020603050405020304" pitchFamily="18" charset="0"/>
              </a:rPr>
              <a:t>s</a:t>
            </a:r>
            <a:r>
              <a:rPr lang="en-US" altLang="zh-CN" sz="2800" b="1" baseline="-30000">
                <a:solidFill>
                  <a:srgbClr val="FF3300"/>
                </a:solidFill>
                <a:cs typeface="Times New Roman" panose="02020603050405020304" pitchFamily="18" charset="0"/>
                <a:sym typeface="Symbol" panose="05050102010706020507" pitchFamily="18" charset="2"/>
              </a:rPr>
              <a:t></a:t>
            </a:r>
            <a:r>
              <a:rPr lang="zh-CN" altLang="en-US" sz="2800" b="1">
                <a:cs typeface="Times New Roman" panose="02020603050405020304" pitchFamily="18" charset="0"/>
                <a:sym typeface="Symbol" panose="05050102010706020507" pitchFamily="18" charset="2"/>
              </a:rPr>
              <a:t>和病人比例最大值</a:t>
            </a:r>
            <a:r>
              <a:rPr lang="en-US" altLang="zh-CN" sz="2800" b="1" i="1">
                <a:solidFill>
                  <a:srgbClr val="FF3300"/>
                </a:solidFill>
                <a:cs typeface="Times New Roman" panose="02020603050405020304" pitchFamily="18" charset="0"/>
              </a:rPr>
              <a:t>i</a:t>
            </a:r>
            <a:r>
              <a:rPr lang="en-US" altLang="zh-CN" sz="2800" b="1" i="1" baseline="-30000">
                <a:solidFill>
                  <a:srgbClr val="FF3300"/>
                </a:solidFill>
                <a:cs typeface="Times New Roman" panose="02020603050405020304" pitchFamily="18" charset="0"/>
                <a:sym typeface="Symbol" panose="05050102010706020507" pitchFamily="18" charset="2"/>
              </a:rPr>
              <a:t>m</a:t>
            </a:r>
            <a:r>
              <a:rPr lang="zh-CN" altLang="en-US" sz="2800" b="1">
                <a:cs typeface="Times New Roman" panose="02020603050405020304" pitchFamily="18" charset="0"/>
                <a:sym typeface="Symbol" panose="05050102010706020507" pitchFamily="18" charset="2"/>
              </a:rPr>
              <a:t>为度量指标</a:t>
            </a:r>
            <a:r>
              <a:rPr lang="en-US" altLang="zh-CN" sz="2800" b="1">
                <a:cs typeface="Times New Roman" panose="02020603050405020304" pitchFamily="18" charset="0"/>
                <a:sym typeface="Symbol" panose="05050102010706020507" pitchFamily="18" charset="2"/>
              </a:rPr>
              <a:t>.</a:t>
            </a:r>
            <a:endParaRPr lang="en-US" altLang="zh-CN" sz="2800" b="1"/>
          </a:p>
        </p:txBody>
      </p:sp>
      <p:graphicFrame>
        <p:nvGraphicFramePr>
          <p:cNvPr id="71791" name="Group 111">
            <a:extLst>
              <a:ext uri="{FF2B5EF4-FFF2-40B4-BE49-F238E27FC236}">
                <a16:creationId xmlns:a16="http://schemas.microsoft.com/office/drawing/2014/main" id="{A43EE444-0002-4DDA-A286-00BB8668DE66}"/>
              </a:ext>
            </a:extLst>
          </p:cNvPr>
          <p:cNvGraphicFramePr>
            <a:graphicFrameLocks noGrp="1"/>
          </p:cNvGraphicFramePr>
          <p:nvPr>
            <p:ph sz="half" idx="1"/>
          </p:nvPr>
        </p:nvGraphicFramePr>
        <p:xfrm>
          <a:off x="684213" y="2205038"/>
          <a:ext cx="7848600" cy="2019686"/>
        </p:xfrm>
        <a:graphic>
          <a:graphicData uri="http://schemas.openxmlformats.org/drawingml/2006/table">
            <a:tbl>
              <a:tblPr/>
              <a:tblGrid>
                <a:gridCol w="1122362">
                  <a:extLst>
                    <a:ext uri="{9D8B030D-6E8A-4147-A177-3AD203B41FA5}">
                      <a16:colId xmlns:a16="http://schemas.microsoft.com/office/drawing/2014/main" val="20000"/>
                    </a:ext>
                  </a:extLst>
                </a:gridCol>
                <a:gridCol w="1119188">
                  <a:extLst>
                    <a:ext uri="{9D8B030D-6E8A-4147-A177-3AD203B41FA5}">
                      <a16:colId xmlns:a16="http://schemas.microsoft.com/office/drawing/2014/main" val="20001"/>
                    </a:ext>
                  </a:extLst>
                </a:gridCol>
                <a:gridCol w="1120775">
                  <a:extLst>
                    <a:ext uri="{9D8B030D-6E8A-4147-A177-3AD203B41FA5}">
                      <a16:colId xmlns:a16="http://schemas.microsoft.com/office/drawing/2014/main" val="20002"/>
                    </a:ext>
                  </a:extLst>
                </a:gridCol>
                <a:gridCol w="1123950">
                  <a:extLst>
                    <a:ext uri="{9D8B030D-6E8A-4147-A177-3AD203B41FA5}">
                      <a16:colId xmlns:a16="http://schemas.microsoft.com/office/drawing/2014/main" val="20003"/>
                    </a:ext>
                  </a:extLst>
                </a:gridCol>
                <a:gridCol w="1120775">
                  <a:extLst>
                    <a:ext uri="{9D8B030D-6E8A-4147-A177-3AD203B41FA5}">
                      <a16:colId xmlns:a16="http://schemas.microsoft.com/office/drawing/2014/main" val="20004"/>
                    </a:ext>
                  </a:extLst>
                </a:gridCol>
                <a:gridCol w="1119187">
                  <a:extLst>
                    <a:ext uri="{9D8B030D-6E8A-4147-A177-3AD203B41FA5}">
                      <a16:colId xmlns:a16="http://schemas.microsoft.com/office/drawing/2014/main" val="20005"/>
                    </a:ext>
                  </a:extLst>
                </a:gridCol>
                <a:gridCol w="1122363">
                  <a:extLst>
                    <a:ext uri="{9D8B030D-6E8A-4147-A177-3AD203B41FA5}">
                      <a16:colId xmlns:a16="http://schemas.microsoft.com/office/drawing/2014/main" val="20006"/>
                    </a:ext>
                  </a:extLst>
                </a:gridCol>
              </a:tblGrid>
              <a:tr h="396115">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1" i="1" u="none" strike="noStrike" cap="none" normalizeH="0" baseline="0">
                          <a:ln>
                            <a:noFill/>
                          </a:ln>
                          <a:solidFill>
                            <a:schemeClr val="tx1"/>
                          </a:solidFill>
                          <a:effectLst/>
                          <a:latin typeface="Times New Roman" pitchFamily="18" charset="0"/>
                          <a:ea typeface="宋体" pitchFamily="2" charset="-122"/>
                          <a:cs typeface="Times New Roman" pitchFamily="18" charset="0"/>
                          <a:sym typeface="Symbol" pitchFamily="18" charset="2"/>
                        </a:rPr>
                        <a:t></a:t>
                      </a: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1" i="1" u="none" strike="noStrike" cap="none" normalizeH="0" baseline="0">
                          <a:ln>
                            <a:noFill/>
                          </a:ln>
                          <a:solidFill>
                            <a:schemeClr val="tx1"/>
                          </a:solidFill>
                          <a:effectLst/>
                          <a:latin typeface="Times New Roman" pitchFamily="18" charset="0"/>
                          <a:ea typeface="宋体" pitchFamily="2" charset="-122"/>
                          <a:cs typeface="Times New Roman" pitchFamily="18" charset="0"/>
                          <a:sym typeface="Symbol" pitchFamily="18" charset="2"/>
                        </a:rPr>
                        <a:t></a:t>
                      </a: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r>
                        <a:rPr kumimoji="1" lang="en-US" altLang="zh-CN" sz="2000" b="1" i="1" u="none" strike="noStrike" cap="none" normalizeH="0" baseline="0">
                          <a:ln>
                            <a:noFill/>
                          </a:ln>
                          <a:solidFill>
                            <a:schemeClr val="tx1"/>
                          </a:solidFill>
                          <a:effectLst/>
                          <a:latin typeface="Times New Roman" pitchFamily="18" charset="0"/>
                          <a:ea typeface="宋体" pitchFamily="2" charset="-122"/>
                          <a:cs typeface="Times New Roman" pitchFamily="18" charset="0"/>
                        </a:rPr>
                        <a:t>/</a:t>
                      </a:r>
                      <a:r>
                        <a:rPr kumimoji="1" lang="en-US" altLang="zh-CN" sz="2000" b="1" i="1" u="none" strike="noStrike" cap="none" normalizeH="0" baseline="0">
                          <a:ln>
                            <a:noFill/>
                          </a:ln>
                          <a:solidFill>
                            <a:schemeClr val="tx1"/>
                          </a:solidFill>
                          <a:effectLst/>
                          <a:latin typeface="Times New Roman" pitchFamily="18" charset="0"/>
                          <a:ea typeface="宋体" pitchFamily="2" charset="-122"/>
                          <a:cs typeface="Times New Roman" pitchFamily="18" charset="0"/>
                          <a:sym typeface="Symbol" pitchFamily="18" charset="2"/>
                        </a:rPr>
                        <a:t></a:t>
                      </a: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1" i="1" u="none" strike="noStrike" cap="none" normalizeH="0" baseline="0">
                          <a:ln>
                            <a:noFill/>
                          </a:ln>
                          <a:solidFill>
                            <a:schemeClr val="tx1"/>
                          </a:solidFill>
                          <a:effectLst/>
                          <a:latin typeface="Times New Roman" pitchFamily="18" charset="0"/>
                          <a:ea typeface="宋体" pitchFamily="2" charset="-122"/>
                          <a:cs typeface="Times New Roman" pitchFamily="18" charset="0"/>
                        </a:rPr>
                        <a:t>s</a:t>
                      </a:r>
                      <a:r>
                        <a:rPr kumimoji="1" lang="en-US" altLang="zh-CN" sz="2000" b="1" i="0" u="none" strike="noStrike" cap="none" normalizeH="0" baseline="-30000">
                          <a:ln>
                            <a:noFill/>
                          </a:ln>
                          <a:solidFill>
                            <a:schemeClr val="tx1"/>
                          </a:solidFill>
                          <a:effectLst/>
                          <a:latin typeface="Times New Roman" pitchFamily="18" charset="0"/>
                          <a:ea typeface="宋体" pitchFamily="2" charset="-122"/>
                          <a:cs typeface="Times New Roman" pitchFamily="18" charset="0"/>
                        </a:rPr>
                        <a:t>0</a:t>
                      </a:r>
                      <a:endParaRPr kumimoji="1" lang="en-US" altLang="zh-CN" sz="2000" b="1" i="0" u="none" strike="noStrike" cap="none" normalizeH="0" baseline="0">
                        <a:ln>
                          <a:noFill/>
                        </a:ln>
                        <a:solidFill>
                          <a:schemeClr val="tx1"/>
                        </a:solidFill>
                        <a:effectLst/>
                        <a:latin typeface="Times New Roman" pitchFamily="18" charset="0"/>
                        <a:ea typeface="宋体" pitchFamily="2" charset="-122"/>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1" i="1" u="none" strike="noStrike" cap="none" normalizeH="0" baseline="0">
                          <a:ln>
                            <a:noFill/>
                          </a:ln>
                          <a:solidFill>
                            <a:schemeClr val="tx1"/>
                          </a:solidFill>
                          <a:effectLst/>
                          <a:latin typeface="Times New Roman" pitchFamily="18" charset="0"/>
                          <a:ea typeface="宋体" pitchFamily="2" charset="-122"/>
                          <a:cs typeface="Times New Roman" pitchFamily="18" charset="0"/>
                        </a:rPr>
                        <a:t>i</a:t>
                      </a:r>
                      <a:r>
                        <a:rPr kumimoji="1" lang="en-US" altLang="zh-CN" sz="2000" b="1" i="0" u="none" strike="noStrike" cap="none" normalizeH="0" baseline="-30000">
                          <a:ln>
                            <a:noFill/>
                          </a:ln>
                          <a:solidFill>
                            <a:schemeClr val="tx1"/>
                          </a:solidFill>
                          <a:effectLst/>
                          <a:latin typeface="Times New Roman" pitchFamily="18" charset="0"/>
                          <a:ea typeface="宋体" pitchFamily="2" charset="-122"/>
                          <a:cs typeface="Times New Roman" pitchFamily="18" charset="0"/>
                        </a:rPr>
                        <a:t>0</a:t>
                      </a:r>
                      <a:endParaRPr kumimoji="1" lang="en-US" altLang="zh-CN" sz="2000" b="1" i="0" u="none" strike="noStrike" cap="none" normalizeH="0" baseline="0">
                        <a:ln>
                          <a:noFill/>
                        </a:ln>
                        <a:solidFill>
                          <a:schemeClr val="tx1"/>
                        </a:solidFill>
                        <a:effectLst/>
                        <a:latin typeface="Times New Roman" pitchFamily="18" charset="0"/>
                        <a:ea typeface="宋体" pitchFamily="2" charset="-122"/>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1" i="1" u="none" strike="noStrike" cap="none" normalizeH="0" baseline="0">
                          <a:ln>
                            <a:noFill/>
                          </a:ln>
                          <a:solidFill>
                            <a:srgbClr val="FF3300"/>
                          </a:solidFill>
                          <a:effectLst/>
                          <a:latin typeface="Times New Roman" pitchFamily="18" charset="0"/>
                          <a:ea typeface="宋体" pitchFamily="2" charset="-122"/>
                          <a:cs typeface="Times New Roman" pitchFamily="18" charset="0"/>
                        </a:rPr>
                        <a:t>s</a:t>
                      </a:r>
                      <a:r>
                        <a:rPr kumimoji="1" lang="en-US" altLang="zh-CN" sz="2000" b="1" i="1" u="none" strike="noStrike" cap="none" normalizeH="0" baseline="-30000">
                          <a:ln>
                            <a:noFill/>
                          </a:ln>
                          <a:solidFill>
                            <a:srgbClr val="FF3300"/>
                          </a:solidFill>
                          <a:effectLst/>
                          <a:latin typeface="Times New Roman" pitchFamily="18" charset="0"/>
                          <a:ea typeface="宋体" pitchFamily="2" charset="-122"/>
                          <a:cs typeface="Times New Roman" pitchFamily="18" charset="0"/>
                          <a:sym typeface="Symbol" pitchFamily="18" charset="2"/>
                        </a:rPr>
                        <a:t></a:t>
                      </a: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1" i="1" u="none" strike="noStrike" cap="none" normalizeH="0" baseline="0">
                          <a:ln>
                            <a:noFill/>
                          </a:ln>
                          <a:solidFill>
                            <a:srgbClr val="FF3300"/>
                          </a:solidFill>
                          <a:effectLst/>
                          <a:latin typeface="Times New Roman" pitchFamily="18" charset="0"/>
                          <a:ea typeface="宋体" pitchFamily="2" charset="-122"/>
                          <a:cs typeface="Times New Roman" pitchFamily="18" charset="0"/>
                        </a:rPr>
                        <a:t>i</a:t>
                      </a:r>
                      <a:r>
                        <a:rPr kumimoji="1" lang="en-US" altLang="zh-CN" sz="2000" b="1" i="1" u="none" strike="noStrike" cap="none" normalizeH="0" baseline="-30000">
                          <a:ln>
                            <a:noFill/>
                          </a:ln>
                          <a:solidFill>
                            <a:srgbClr val="FF3300"/>
                          </a:solidFill>
                          <a:effectLst/>
                          <a:latin typeface="Times New Roman" pitchFamily="18" charset="0"/>
                          <a:ea typeface="宋体" pitchFamily="2" charset="-122"/>
                          <a:cs typeface="Times New Roman" pitchFamily="18" charset="0"/>
                          <a:sym typeface="Symbol" pitchFamily="18" charset="2"/>
                        </a:rPr>
                        <a:t></a:t>
                      </a: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115">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1" lang="en-US" altLang="zh-CN" sz="2000" b="1" i="0" u="none" strike="noStrike" cap="none" normalizeH="0" baseline="0">
                        <a:ln>
                          <a:noFill/>
                        </a:ln>
                        <a:solidFill>
                          <a:schemeClr val="tx1"/>
                        </a:solidFill>
                        <a:effectLst/>
                        <a:latin typeface="Times New Roman" pitchFamily="18" charset="0"/>
                        <a:ea typeface="宋体" pitchFamily="2" charset="-122"/>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0.3</a:t>
                      </a:r>
                      <a:endParaRPr kumimoji="1" lang="en-US" altLang="zh-CN" sz="2000" b="1" i="0" u="none" strike="noStrike" cap="none" normalizeH="0" baseline="0">
                        <a:ln>
                          <a:noFill/>
                        </a:ln>
                        <a:solidFill>
                          <a:schemeClr val="tx1"/>
                        </a:solidFill>
                        <a:effectLst/>
                        <a:latin typeface="Times New Roman" pitchFamily="18" charset="0"/>
                        <a:ea typeface="宋体" pitchFamily="2" charset="-122"/>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0.3</a:t>
                      </a:r>
                      <a:endParaRPr kumimoji="1" lang="en-US" altLang="zh-CN" sz="2000" b="1" i="0" u="none" strike="noStrike" cap="none" normalizeH="0" baseline="0">
                        <a:ln>
                          <a:noFill/>
                        </a:ln>
                        <a:solidFill>
                          <a:schemeClr val="tx1"/>
                        </a:solidFill>
                        <a:effectLst/>
                        <a:latin typeface="Times New Roman" pitchFamily="18" charset="0"/>
                        <a:ea typeface="宋体" pitchFamily="2" charset="-122"/>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0.98</a:t>
                      </a:r>
                      <a:endParaRPr kumimoji="1" lang="en-US" altLang="zh-CN" sz="2000" b="1" i="0" u="none" strike="noStrike" cap="none" normalizeH="0" baseline="0">
                        <a:ln>
                          <a:noFill/>
                        </a:ln>
                        <a:solidFill>
                          <a:schemeClr val="tx1"/>
                        </a:solidFill>
                        <a:effectLst/>
                        <a:latin typeface="Times New Roman" pitchFamily="18" charset="0"/>
                        <a:ea typeface="宋体" pitchFamily="2" charset="-122"/>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0.02</a:t>
                      </a:r>
                      <a:endParaRPr kumimoji="1" lang="en-US" altLang="zh-CN" sz="2000" b="1" i="0" u="none" strike="noStrike" cap="none" normalizeH="0" baseline="0">
                        <a:ln>
                          <a:noFill/>
                        </a:ln>
                        <a:solidFill>
                          <a:schemeClr val="tx1"/>
                        </a:solidFill>
                        <a:effectLst/>
                        <a:latin typeface="Times New Roman" pitchFamily="18" charset="0"/>
                        <a:ea typeface="宋体" pitchFamily="2" charset="-122"/>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rgbClr val="FF3300"/>
                          </a:solidFill>
                          <a:effectLst/>
                          <a:latin typeface="Times New Roman" pitchFamily="18" charset="0"/>
                          <a:ea typeface="宋体" pitchFamily="2" charset="-122"/>
                          <a:cs typeface="Times New Roman" pitchFamily="18" charset="0"/>
                        </a:rPr>
                        <a:t>0.0398</a:t>
                      </a:r>
                      <a:endParaRPr kumimoji="1" lang="en-US" altLang="zh-CN" sz="2000" b="1" i="0" u="none" strike="noStrike" cap="none" normalizeH="0" baseline="0">
                        <a:ln>
                          <a:noFill/>
                        </a:ln>
                        <a:solidFill>
                          <a:srgbClr val="FF3300"/>
                        </a:solidFill>
                        <a:effectLst/>
                        <a:latin typeface="Times New Roman" pitchFamily="18" charset="0"/>
                        <a:ea typeface="宋体" pitchFamily="2" charset="-122"/>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rgbClr val="FF3300"/>
                          </a:solidFill>
                          <a:effectLst/>
                          <a:latin typeface="Times New Roman" pitchFamily="18" charset="0"/>
                          <a:ea typeface="宋体" pitchFamily="2" charset="-122"/>
                          <a:cs typeface="Times New Roman" pitchFamily="18" charset="0"/>
                        </a:rPr>
                        <a:t>0.3449</a:t>
                      </a:r>
                      <a:endParaRPr kumimoji="1" lang="en-US" altLang="zh-CN" sz="2000" b="1" i="0" u="none" strike="noStrike" cap="none" normalizeH="0" baseline="0">
                        <a:ln>
                          <a:noFill/>
                        </a:ln>
                        <a:solidFill>
                          <a:srgbClr val="FF3300"/>
                        </a:solidFill>
                        <a:effectLst/>
                        <a:latin typeface="Times New Roman" pitchFamily="18" charset="0"/>
                        <a:ea typeface="宋体" pitchFamily="2" charset="-122"/>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396115">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0.6</a:t>
                      </a:r>
                      <a:endParaRPr kumimoji="1" lang="en-US" altLang="zh-CN" sz="2000" b="1" i="0" u="none" strike="noStrike" cap="none" normalizeH="0" baseline="0">
                        <a:ln>
                          <a:noFill/>
                        </a:ln>
                        <a:solidFill>
                          <a:schemeClr val="tx1"/>
                        </a:solidFill>
                        <a:effectLst/>
                        <a:latin typeface="Times New Roman" pitchFamily="18" charset="0"/>
                        <a:ea typeface="宋体" pitchFamily="2" charset="-122"/>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0.3</a:t>
                      </a:r>
                      <a:endParaRPr kumimoji="1" lang="en-US" altLang="zh-CN" sz="2000" b="1" i="0" u="none" strike="noStrike" cap="none" normalizeH="0" baseline="0">
                        <a:ln>
                          <a:noFill/>
                        </a:ln>
                        <a:solidFill>
                          <a:schemeClr val="tx1"/>
                        </a:solidFill>
                        <a:effectLst/>
                        <a:latin typeface="Times New Roman" pitchFamily="18" charset="0"/>
                        <a:ea typeface="宋体" pitchFamily="2" charset="-122"/>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0.5</a:t>
                      </a:r>
                      <a:endParaRPr kumimoji="1" lang="en-US" altLang="zh-CN" sz="2000" b="1" i="0" u="none" strike="noStrike" cap="none" normalizeH="0" baseline="0">
                        <a:ln>
                          <a:noFill/>
                        </a:ln>
                        <a:solidFill>
                          <a:schemeClr val="tx1"/>
                        </a:solidFill>
                        <a:effectLst/>
                        <a:latin typeface="Times New Roman" pitchFamily="18" charset="0"/>
                        <a:ea typeface="宋体" pitchFamily="2" charset="-122"/>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0.98</a:t>
                      </a:r>
                      <a:endParaRPr kumimoji="1" lang="en-US" altLang="zh-CN" sz="2000" b="1" i="0" u="none" strike="noStrike" cap="none" normalizeH="0" baseline="0">
                        <a:ln>
                          <a:noFill/>
                        </a:ln>
                        <a:solidFill>
                          <a:schemeClr val="tx1"/>
                        </a:solidFill>
                        <a:effectLst/>
                        <a:latin typeface="Times New Roman" pitchFamily="18" charset="0"/>
                        <a:ea typeface="宋体" pitchFamily="2" charset="-122"/>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0.02</a:t>
                      </a:r>
                      <a:endParaRPr kumimoji="1" lang="en-US" altLang="zh-CN" sz="2000" b="1" i="0" u="none" strike="noStrike" cap="none" normalizeH="0" baseline="0">
                        <a:ln>
                          <a:noFill/>
                        </a:ln>
                        <a:solidFill>
                          <a:schemeClr val="tx1"/>
                        </a:solidFill>
                        <a:effectLst/>
                        <a:latin typeface="Times New Roman" pitchFamily="18" charset="0"/>
                        <a:ea typeface="宋体" pitchFamily="2" charset="-122"/>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rgbClr val="FF3300"/>
                          </a:solidFill>
                          <a:effectLst/>
                          <a:latin typeface="Times New Roman" pitchFamily="18" charset="0"/>
                          <a:ea typeface="宋体" pitchFamily="2" charset="-122"/>
                          <a:cs typeface="Times New Roman" pitchFamily="18" charset="0"/>
                        </a:rPr>
                        <a:t>0.1965</a:t>
                      </a:r>
                      <a:endParaRPr kumimoji="1" lang="en-US" altLang="zh-CN" sz="2000" b="1" i="0" u="none" strike="noStrike" cap="none" normalizeH="0" baseline="0">
                        <a:ln>
                          <a:noFill/>
                        </a:ln>
                        <a:solidFill>
                          <a:srgbClr val="FF3300"/>
                        </a:solidFill>
                        <a:effectLst/>
                        <a:latin typeface="Times New Roman" pitchFamily="18" charset="0"/>
                        <a:ea typeface="宋体" pitchFamily="2" charset="-122"/>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rgbClr val="FF3300"/>
                          </a:solidFill>
                          <a:effectLst/>
                          <a:latin typeface="Times New Roman" pitchFamily="18" charset="0"/>
                          <a:ea typeface="宋体" pitchFamily="2" charset="-122"/>
                          <a:cs typeface="Times New Roman" pitchFamily="18" charset="0"/>
                        </a:rPr>
                        <a:t>0.1635</a:t>
                      </a:r>
                      <a:endParaRPr kumimoji="1" lang="en-US" altLang="zh-CN" sz="2000" b="1" i="0" u="none" strike="noStrike" cap="none" normalizeH="0" baseline="0">
                        <a:ln>
                          <a:noFill/>
                        </a:ln>
                        <a:solidFill>
                          <a:srgbClr val="FF3300"/>
                        </a:solidFill>
                        <a:effectLst/>
                        <a:latin typeface="Times New Roman" pitchFamily="18" charset="0"/>
                        <a:ea typeface="宋体" pitchFamily="2" charset="-122"/>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2"/>
                  </a:ext>
                </a:extLst>
              </a:tr>
              <a:tr h="396115">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0.5</a:t>
                      </a:r>
                      <a:endParaRPr kumimoji="1" lang="en-US" altLang="zh-CN" sz="2000" b="1" i="0" u="none" strike="noStrike" cap="none" normalizeH="0" baseline="0">
                        <a:ln>
                          <a:noFill/>
                        </a:ln>
                        <a:solidFill>
                          <a:schemeClr val="tx1"/>
                        </a:solidFill>
                        <a:effectLst/>
                        <a:latin typeface="Times New Roman" pitchFamily="18" charset="0"/>
                        <a:ea typeface="宋体" pitchFamily="2" charset="-122"/>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0.5</a:t>
                      </a:r>
                      <a:endParaRPr kumimoji="1" lang="en-US" altLang="zh-CN" sz="2000" b="1" i="0" u="none" strike="noStrike" cap="none" normalizeH="0" baseline="0">
                        <a:ln>
                          <a:noFill/>
                        </a:ln>
                        <a:solidFill>
                          <a:schemeClr val="tx1"/>
                        </a:solidFill>
                        <a:effectLst/>
                        <a:latin typeface="Times New Roman" pitchFamily="18" charset="0"/>
                        <a:ea typeface="宋体" pitchFamily="2" charset="-122"/>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1.0</a:t>
                      </a:r>
                      <a:endParaRPr kumimoji="1" lang="en-US" altLang="zh-CN" sz="2000" b="1" i="0" u="none" strike="noStrike" cap="none" normalizeH="0" baseline="0">
                        <a:ln>
                          <a:noFill/>
                        </a:ln>
                        <a:solidFill>
                          <a:schemeClr val="tx1"/>
                        </a:solidFill>
                        <a:effectLst/>
                        <a:latin typeface="Times New Roman" pitchFamily="18" charset="0"/>
                        <a:ea typeface="宋体" pitchFamily="2" charset="-122"/>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0.98</a:t>
                      </a:r>
                      <a:endParaRPr kumimoji="1" lang="en-US" altLang="zh-CN" sz="2000" b="1" i="0" u="none" strike="noStrike" cap="none" normalizeH="0" baseline="0">
                        <a:ln>
                          <a:noFill/>
                        </a:ln>
                        <a:solidFill>
                          <a:schemeClr val="tx1"/>
                        </a:solidFill>
                        <a:effectLst/>
                        <a:latin typeface="Times New Roman" pitchFamily="18" charset="0"/>
                        <a:ea typeface="宋体" pitchFamily="2" charset="-122"/>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0.02</a:t>
                      </a:r>
                      <a:endParaRPr kumimoji="1" lang="en-US" altLang="zh-CN" sz="2000" b="1" i="0" u="none" strike="noStrike" cap="none" normalizeH="0" baseline="0">
                        <a:ln>
                          <a:noFill/>
                        </a:ln>
                        <a:solidFill>
                          <a:schemeClr val="tx1"/>
                        </a:solidFill>
                        <a:effectLst/>
                        <a:latin typeface="Times New Roman" pitchFamily="18" charset="0"/>
                        <a:ea typeface="宋体" pitchFamily="2" charset="-122"/>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rgbClr val="FF3300"/>
                          </a:solidFill>
                          <a:effectLst/>
                          <a:latin typeface="Times New Roman" pitchFamily="18" charset="0"/>
                          <a:ea typeface="宋体" pitchFamily="2" charset="-122"/>
                          <a:cs typeface="Times New Roman" pitchFamily="18" charset="0"/>
                        </a:rPr>
                        <a:t>0.8122</a:t>
                      </a:r>
                      <a:endParaRPr kumimoji="1" lang="en-US" altLang="zh-CN" sz="2000" b="1" i="0" u="none" strike="noStrike" cap="none" normalizeH="0" baseline="0">
                        <a:ln>
                          <a:noFill/>
                        </a:ln>
                        <a:solidFill>
                          <a:srgbClr val="FF3300"/>
                        </a:solidFill>
                        <a:effectLst/>
                        <a:latin typeface="Times New Roman" pitchFamily="18" charset="0"/>
                        <a:ea typeface="宋体" pitchFamily="2" charset="-122"/>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rgbClr val="FF3300"/>
                          </a:solidFill>
                          <a:effectLst/>
                          <a:latin typeface="Times New Roman" pitchFamily="18" charset="0"/>
                          <a:ea typeface="宋体" pitchFamily="2" charset="-122"/>
                          <a:cs typeface="Times New Roman" pitchFamily="18" charset="0"/>
                        </a:rPr>
                        <a:t>0.0200</a:t>
                      </a:r>
                      <a:endParaRPr kumimoji="1" lang="en-US" altLang="zh-CN" sz="2000" b="1" i="0" u="none" strike="noStrike" cap="none" normalizeH="0" baseline="0">
                        <a:ln>
                          <a:noFill/>
                        </a:ln>
                        <a:solidFill>
                          <a:srgbClr val="FF3300"/>
                        </a:solidFill>
                        <a:effectLst/>
                        <a:latin typeface="Times New Roman" pitchFamily="18" charset="0"/>
                        <a:ea typeface="宋体" pitchFamily="2" charset="-122"/>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3"/>
                  </a:ext>
                </a:extLst>
              </a:tr>
              <a:tr h="434838">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0.4</a:t>
                      </a:r>
                      <a:endParaRPr kumimoji="1" lang="en-US" altLang="zh-CN" sz="2000" b="1" i="0" u="none" strike="noStrike" cap="none" normalizeH="0" baseline="0">
                        <a:ln>
                          <a:noFill/>
                        </a:ln>
                        <a:solidFill>
                          <a:schemeClr val="tx1"/>
                        </a:solidFill>
                        <a:effectLst/>
                        <a:latin typeface="Times New Roman" pitchFamily="18" charset="0"/>
                        <a:ea typeface="宋体" pitchFamily="2" charset="-122"/>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0.5</a:t>
                      </a:r>
                      <a:endParaRPr kumimoji="1" lang="en-US" altLang="zh-CN" sz="2000" b="1" i="0" u="none" strike="noStrike" cap="none" normalizeH="0" baseline="0">
                        <a:ln>
                          <a:noFill/>
                        </a:ln>
                        <a:solidFill>
                          <a:schemeClr val="tx1"/>
                        </a:solidFill>
                        <a:effectLst/>
                        <a:latin typeface="Times New Roman" pitchFamily="18" charset="0"/>
                        <a:ea typeface="宋体" pitchFamily="2" charset="-122"/>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1.25</a:t>
                      </a:r>
                      <a:endParaRPr kumimoji="1" lang="en-US" altLang="zh-CN" sz="2000" b="1" i="0" u="none" strike="noStrike" cap="none" normalizeH="0" baseline="0">
                        <a:ln>
                          <a:noFill/>
                        </a:ln>
                        <a:solidFill>
                          <a:schemeClr val="tx1"/>
                        </a:solidFill>
                        <a:effectLst/>
                        <a:latin typeface="Times New Roman" pitchFamily="18" charset="0"/>
                        <a:ea typeface="宋体" pitchFamily="2" charset="-122"/>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0.98</a:t>
                      </a:r>
                      <a:endParaRPr kumimoji="1" lang="en-US" altLang="zh-CN" sz="2000" b="1" i="0" u="none" strike="noStrike" cap="none" normalizeH="0" baseline="0">
                        <a:ln>
                          <a:noFill/>
                        </a:ln>
                        <a:solidFill>
                          <a:schemeClr val="tx1"/>
                        </a:solidFill>
                        <a:effectLst/>
                        <a:latin typeface="Times New Roman" pitchFamily="18" charset="0"/>
                        <a:ea typeface="宋体" pitchFamily="2" charset="-122"/>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0.02</a:t>
                      </a:r>
                      <a:endParaRPr kumimoji="1" lang="en-US" altLang="zh-CN" sz="2000" b="1" i="0" u="none" strike="noStrike" cap="none" normalizeH="0" baseline="0">
                        <a:ln>
                          <a:noFill/>
                        </a:ln>
                        <a:solidFill>
                          <a:schemeClr val="tx1"/>
                        </a:solidFill>
                        <a:effectLst/>
                        <a:latin typeface="Times New Roman" pitchFamily="18" charset="0"/>
                        <a:ea typeface="宋体" pitchFamily="2" charset="-122"/>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rgbClr val="FF3300"/>
                          </a:solidFill>
                          <a:effectLst/>
                          <a:latin typeface="Times New Roman" pitchFamily="18" charset="0"/>
                          <a:ea typeface="宋体" pitchFamily="2" charset="-122"/>
                          <a:cs typeface="Times New Roman" pitchFamily="18" charset="0"/>
                        </a:rPr>
                        <a:t>0.9172</a:t>
                      </a:r>
                      <a:endParaRPr kumimoji="1" lang="en-US" altLang="zh-CN" sz="2000" b="1" i="0" u="none" strike="noStrike" cap="none" normalizeH="0" baseline="0">
                        <a:ln>
                          <a:noFill/>
                        </a:ln>
                        <a:solidFill>
                          <a:srgbClr val="FF3300"/>
                        </a:solidFill>
                        <a:effectLst/>
                        <a:latin typeface="Times New Roman" pitchFamily="18" charset="0"/>
                        <a:ea typeface="宋体" pitchFamily="2" charset="-122"/>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rgbClr val="FF3300"/>
                          </a:solidFill>
                          <a:effectLst/>
                          <a:latin typeface="Times New Roman" pitchFamily="18" charset="0"/>
                          <a:ea typeface="宋体" pitchFamily="2" charset="-122"/>
                          <a:cs typeface="Times New Roman" pitchFamily="18" charset="0"/>
                        </a:rPr>
                        <a:t>0.0200</a:t>
                      </a:r>
                      <a:endParaRPr kumimoji="1" lang="en-US" altLang="zh-CN" sz="2000" b="1" i="0" u="none" strike="noStrike" cap="none" normalizeH="0" baseline="0">
                        <a:ln>
                          <a:noFill/>
                        </a:ln>
                        <a:solidFill>
                          <a:srgbClr val="FF3300"/>
                        </a:solidFill>
                        <a:effectLst/>
                        <a:latin typeface="Times New Roman" pitchFamily="18" charset="0"/>
                        <a:ea typeface="宋体" pitchFamily="2" charset="-122"/>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71790" name="Group 110">
            <a:extLst>
              <a:ext uri="{FF2B5EF4-FFF2-40B4-BE49-F238E27FC236}">
                <a16:creationId xmlns:a16="http://schemas.microsoft.com/office/drawing/2014/main" id="{0960F631-1E3C-4291-9497-E74E115E469A}"/>
              </a:ext>
            </a:extLst>
          </p:cNvPr>
          <p:cNvGraphicFramePr>
            <a:graphicFrameLocks noGrp="1"/>
          </p:cNvGraphicFramePr>
          <p:nvPr>
            <p:ph sz="half" idx="2"/>
          </p:nvPr>
        </p:nvGraphicFramePr>
        <p:xfrm>
          <a:off x="684213" y="4221163"/>
          <a:ext cx="7848600" cy="1586034"/>
        </p:xfrm>
        <a:graphic>
          <a:graphicData uri="http://schemas.openxmlformats.org/drawingml/2006/table">
            <a:tbl>
              <a:tblPr/>
              <a:tblGrid>
                <a:gridCol w="1123950">
                  <a:extLst>
                    <a:ext uri="{9D8B030D-6E8A-4147-A177-3AD203B41FA5}">
                      <a16:colId xmlns:a16="http://schemas.microsoft.com/office/drawing/2014/main" val="20000"/>
                    </a:ext>
                  </a:extLst>
                </a:gridCol>
                <a:gridCol w="1119187">
                  <a:extLst>
                    <a:ext uri="{9D8B030D-6E8A-4147-A177-3AD203B41FA5}">
                      <a16:colId xmlns:a16="http://schemas.microsoft.com/office/drawing/2014/main" val="20001"/>
                    </a:ext>
                  </a:extLst>
                </a:gridCol>
                <a:gridCol w="1139825">
                  <a:extLst>
                    <a:ext uri="{9D8B030D-6E8A-4147-A177-3AD203B41FA5}">
                      <a16:colId xmlns:a16="http://schemas.microsoft.com/office/drawing/2014/main" val="20002"/>
                    </a:ext>
                  </a:extLst>
                </a:gridCol>
                <a:gridCol w="1101725">
                  <a:extLst>
                    <a:ext uri="{9D8B030D-6E8A-4147-A177-3AD203B41FA5}">
                      <a16:colId xmlns:a16="http://schemas.microsoft.com/office/drawing/2014/main" val="20003"/>
                    </a:ext>
                  </a:extLst>
                </a:gridCol>
                <a:gridCol w="1120775">
                  <a:extLst>
                    <a:ext uri="{9D8B030D-6E8A-4147-A177-3AD203B41FA5}">
                      <a16:colId xmlns:a16="http://schemas.microsoft.com/office/drawing/2014/main" val="20004"/>
                    </a:ext>
                  </a:extLst>
                </a:gridCol>
                <a:gridCol w="1119188">
                  <a:extLst>
                    <a:ext uri="{9D8B030D-6E8A-4147-A177-3AD203B41FA5}">
                      <a16:colId xmlns:a16="http://schemas.microsoft.com/office/drawing/2014/main" val="20005"/>
                    </a:ext>
                  </a:extLst>
                </a:gridCol>
                <a:gridCol w="1123950">
                  <a:extLst>
                    <a:ext uri="{9D8B030D-6E8A-4147-A177-3AD203B41FA5}">
                      <a16:colId xmlns:a16="http://schemas.microsoft.com/office/drawing/2014/main" val="20006"/>
                    </a:ext>
                  </a:extLst>
                </a:gridCol>
              </a:tblGrid>
              <a:tr h="396161">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1" lang="en-US" altLang="zh-CN" sz="2000" b="1" i="0" u="none" strike="noStrike" cap="none" normalizeH="0" baseline="0">
                        <a:ln>
                          <a:noFill/>
                        </a:ln>
                        <a:solidFill>
                          <a:schemeClr val="tx1"/>
                        </a:solidFill>
                        <a:effectLst/>
                        <a:latin typeface="Times New Roman" pitchFamily="18" charset="0"/>
                        <a:ea typeface="宋体" pitchFamily="2" charset="-122"/>
                      </a:endParaRP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0.3</a:t>
                      </a:r>
                      <a:endParaRPr kumimoji="1" lang="en-US" altLang="zh-CN" sz="2000" b="1" i="0" u="none" strike="noStrike" cap="none" normalizeH="0" baseline="0">
                        <a:ln>
                          <a:noFill/>
                        </a:ln>
                        <a:solidFill>
                          <a:schemeClr val="tx1"/>
                        </a:solidFill>
                        <a:effectLst/>
                        <a:latin typeface="Times New Roman" pitchFamily="18" charset="0"/>
                        <a:ea typeface="宋体" pitchFamily="2" charset="-122"/>
                      </a:endParaRP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0.3</a:t>
                      </a:r>
                      <a:endParaRPr kumimoji="1" lang="en-US" altLang="zh-CN" sz="2000" b="1" i="0" u="none" strike="noStrike" cap="none" normalizeH="0" baseline="0">
                        <a:ln>
                          <a:noFill/>
                        </a:ln>
                        <a:solidFill>
                          <a:schemeClr val="tx1"/>
                        </a:solidFill>
                        <a:effectLst/>
                        <a:latin typeface="Times New Roman" pitchFamily="18" charset="0"/>
                        <a:ea typeface="宋体" pitchFamily="2" charset="-122"/>
                      </a:endParaRP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0.70</a:t>
                      </a:r>
                      <a:endParaRPr kumimoji="1" lang="en-US" altLang="zh-CN" sz="2000" b="1" i="0" u="none" strike="noStrike" cap="none" normalizeH="0" baseline="0">
                        <a:ln>
                          <a:noFill/>
                        </a:ln>
                        <a:solidFill>
                          <a:schemeClr val="tx1"/>
                        </a:solidFill>
                        <a:effectLst/>
                        <a:latin typeface="Times New Roman" pitchFamily="18" charset="0"/>
                        <a:ea typeface="宋体" pitchFamily="2" charset="-122"/>
                      </a:endParaRP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0.02</a:t>
                      </a:r>
                      <a:endParaRPr kumimoji="1" lang="en-US" altLang="zh-CN" sz="2000" b="1" i="0" u="none" strike="noStrike" cap="none" normalizeH="0" baseline="0">
                        <a:ln>
                          <a:noFill/>
                        </a:ln>
                        <a:solidFill>
                          <a:schemeClr val="tx1"/>
                        </a:solidFill>
                        <a:effectLst/>
                        <a:latin typeface="Times New Roman" pitchFamily="18" charset="0"/>
                        <a:ea typeface="宋体" pitchFamily="2" charset="-122"/>
                      </a:endParaRP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rgbClr val="FF3300"/>
                          </a:solidFill>
                          <a:effectLst/>
                          <a:latin typeface="Times New Roman" pitchFamily="18" charset="0"/>
                          <a:ea typeface="宋体" pitchFamily="2" charset="-122"/>
                          <a:cs typeface="Times New Roman" pitchFamily="18" charset="0"/>
                        </a:rPr>
                        <a:t>0.0840</a:t>
                      </a:r>
                      <a:endParaRPr kumimoji="1" lang="en-US" altLang="zh-CN" sz="2000" b="1" i="0" u="none" strike="noStrike" cap="none" normalizeH="0" baseline="0">
                        <a:ln>
                          <a:noFill/>
                        </a:ln>
                        <a:solidFill>
                          <a:srgbClr val="FF3300"/>
                        </a:solidFill>
                        <a:effectLst/>
                        <a:latin typeface="Times New Roman" pitchFamily="18" charset="0"/>
                        <a:ea typeface="宋体" pitchFamily="2" charset="-122"/>
                      </a:endParaRP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rgbClr val="FF3300"/>
                          </a:solidFill>
                          <a:effectLst/>
                          <a:latin typeface="Times New Roman" pitchFamily="18" charset="0"/>
                          <a:ea typeface="宋体" pitchFamily="2" charset="-122"/>
                          <a:cs typeface="Times New Roman" pitchFamily="18" charset="0"/>
                        </a:rPr>
                        <a:t>0.1685</a:t>
                      </a:r>
                      <a:endParaRPr kumimoji="1" lang="en-US" altLang="zh-CN" sz="2000" b="1" i="0" u="none" strike="noStrike" cap="none" normalizeH="0" baseline="0">
                        <a:ln>
                          <a:noFill/>
                        </a:ln>
                        <a:solidFill>
                          <a:srgbClr val="FF3300"/>
                        </a:solidFill>
                        <a:effectLst/>
                        <a:latin typeface="Times New Roman" pitchFamily="18" charset="0"/>
                        <a:ea typeface="宋体" pitchFamily="2" charset="-122"/>
                      </a:endParaRP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0"/>
                  </a:ext>
                </a:extLst>
              </a:tr>
              <a:tr h="396795">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0.6</a:t>
                      </a:r>
                      <a:endParaRPr kumimoji="1" lang="en-US" altLang="zh-CN" sz="2000" b="1" i="0" u="none" strike="noStrike" cap="none" normalizeH="0" baseline="0">
                        <a:ln>
                          <a:noFill/>
                        </a:ln>
                        <a:solidFill>
                          <a:schemeClr val="tx1"/>
                        </a:solidFill>
                        <a:effectLst/>
                        <a:latin typeface="Times New Roman" pitchFamily="18" charset="0"/>
                        <a:ea typeface="宋体" pitchFamily="2" charset="-122"/>
                      </a:endParaRP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0.3</a:t>
                      </a:r>
                      <a:endParaRPr kumimoji="1" lang="en-US" altLang="zh-CN" sz="2000" b="1" i="0" u="none" strike="noStrike" cap="none" normalizeH="0" baseline="0">
                        <a:ln>
                          <a:noFill/>
                        </a:ln>
                        <a:solidFill>
                          <a:schemeClr val="tx1"/>
                        </a:solidFill>
                        <a:effectLst/>
                        <a:latin typeface="Times New Roman" pitchFamily="18" charset="0"/>
                        <a:ea typeface="宋体" pitchFamily="2" charset="-122"/>
                      </a:endParaRP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0.5</a:t>
                      </a:r>
                      <a:endParaRPr kumimoji="1" lang="en-US" altLang="zh-CN" sz="2000" b="1" i="0" u="none" strike="noStrike" cap="none" normalizeH="0" baseline="0">
                        <a:ln>
                          <a:noFill/>
                        </a:ln>
                        <a:solidFill>
                          <a:schemeClr val="tx1"/>
                        </a:solidFill>
                        <a:effectLst/>
                        <a:latin typeface="Times New Roman" pitchFamily="18" charset="0"/>
                        <a:ea typeface="宋体" pitchFamily="2" charset="-122"/>
                      </a:endParaRP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0.70</a:t>
                      </a:r>
                      <a:endParaRPr kumimoji="1" lang="en-US" altLang="zh-CN" sz="2000" b="1" i="0" u="none" strike="noStrike" cap="none" normalizeH="0" baseline="0">
                        <a:ln>
                          <a:noFill/>
                        </a:ln>
                        <a:solidFill>
                          <a:schemeClr val="tx1"/>
                        </a:solidFill>
                        <a:effectLst/>
                        <a:latin typeface="Times New Roman" pitchFamily="18" charset="0"/>
                        <a:ea typeface="宋体" pitchFamily="2" charset="-122"/>
                      </a:endParaRP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0.02</a:t>
                      </a:r>
                      <a:endParaRPr kumimoji="1" lang="en-US" altLang="zh-CN" sz="2000" b="1" i="0" u="none" strike="noStrike" cap="none" normalizeH="0" baseline="0">
                        <a:ln>
                          <a:noFill/>
                        </a:ln>
                        <a:solidFill>
                          <a:schemeClr val="tx1"/>
                        </a:solidFill>
                        <a:effectLst/>
                        <a:latin typeface="Times New Roman" pitchFamily="18" charset="0"/>
                        <a:ea typeface="宋体" pitchFamily="2" charset="-122"/>
                      </a:endParaRP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rgbClr val="FF3300"/>
                          </a:solidFill>
                          <a:effectLst/>
                          <a:latin typeface="Times New Roman" pitchFamily="18" charset="0"/>
                          <a:ea typeface="宋体" pitchFamily="2" charset="-122"/>
                          <a:cs typeface="Times New Roman" pitchFamily="18" charset="0"/>
                        </a:rPr>
                        <a:t>0.3056</a:t>
                      </a:r>
                      <a:endParaRPr kumimoji="1" lang="en-US" altLang="zh-CN" sz="2000" b="1" i="0" u="none" strike="noStrike" cap="none" normalizeH="0" baseline="0">
                        <a:ln>
                          <a:noFill/>
                        </a:ln>
                        <a:solidFill>
                          <a:srgbClr val="FF3300"/>
                        </a:solidFill>
                        <a:effectLst/>
                        <a:latin typeface="Times New Roman" pitchFamily="18" charset="0"/>
                        <a:ea typeface="宋体" pitchFamily="2" charset="-122"/>
                      </a:endParaRP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rgbClr val="FF3300"/>
                          </a:solidFill>
                          <a:effectLst/>
                          <a:latin typeface="Times New Roman" pitchFamily="18" charset="0"/>
                          <a:ea typeface="宋体" pitchFamily="2" charset="-122"/>
                          <a:cs typeface="Times New Roman" pitchFamily="18" charset="0"/>
                        </a:rPr>
                        <a:t>0.0518</a:t>
                      </a:r>
                      <a:endParaRPr kumimoji="1" lang="en-US" altLang="zh-CN" sz="2000" b="1" i="0" u="none" strike="noStrike" cap="none" normalizeH="0" baseline="0">
                        <a:ln>
                          <a:noFill/>
                        </a:ln>
                        <a:solidFill>
                          <a:srgbClr val="FF3300"/>
                        </a:solidFill>
                        <a:effectLst/>
                        <a:latin typeface="Times New Roman" pitchFamily="18" charset="0"/>
                        <a:ea typeface="宋体" pitchFamily="2" charset="-122"/>
                      </a:endParaRP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1"/>
                  </a:ext>
                </a:extLst>
              </a:tr>
              <a:tr h="396161">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0.5</a:t>
                      </a:r>
                      <a:endParaRPr kumimoji="1" lang="en-US" altLang="zh-CN" sz="2000" b="1" i="0" u="none" strike="noStrike" cap="none" normalizeH="0" baseline="0">
                        <a:ln>
                          <a:noFill/>
                        </a:ln>
                        <a:solidFill>
                          <a:schemeClr val="tx1"/>
                        </a:solidFill>
                        <a:effectLst/>
                        <a:latin typeface="Times New Roman" pitchFamily="18" charset="0"/>
                        <a:ea typeface="宋体" pitchFamily="2" charset="-122"/>
                      </a:endParaRP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0.5</a:t>
                      </a:r>
                      <a:endParaRPr kumimoji="1" lang="en-US" altLang="zh-CN" sz="2000" b="1" i="0" u="none" strike="noStrike" cap="none" normalizeH="0" baseline="0">
                        <a:ln>
                          <a:noFill/>
                        </a:ln>
                        <a:solidFill>
                          <a:schemeClr val="tx1"/>
                        </a:solidFill>
                        <a:effectLst/>
                        <a:latin typeface="Times New Roman" pitchFamily="18" charset="0"/>
                        <a:ea typeface="宋体" pitchFamily="2" charset="-122"/>
                      </a:endParaRP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1.0</a:t>
                      </a:r>
                      <a:endParaRPr kumimoji="1" lang="en-US" altLang="zh-CN" sz="2000" b="1" i="0" u="none" strike="noStrike" cap="none" normalizeH="0" baseline="0">
                        <a:ln>
                          <a:noFill/>
                        </a:ln>
                        <a:solidFill>
                          <a:schemeClr val="tx1"/>
                        </a:solidFill>
                        <a:effectLst/>
                        <a:latin typeface="Times New Roman" pitchFamily="18" charset="0"/>
                        <a:ea typeface="宋体" pitchFamily="2" charset="-122"/>
                      </a:endParaRP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0.70</a:t>
                      </a:r>
                      <a:endParaRPr kumimoji="1" lang="en-US" altLang="zh-CN" sz="2000" b="1" i="0" u="none" strike="noStrike" cap="none" normalizeH="0" baseline="0">
                        <a:ln>
                          <a:noFill/>
                        </a:ln>
                        <a:solidFill>
                          <a:schemeClr val="tx1"/>
                        </a:solidFill>
                        <a:effectLst/>
                        <a:latin typeface="Times New Roman" pitchFamily="18" charset="0"/>
                        <a:ea typeface="宋体" pitchFamily="2" charset="-122"/>
                      </a:endParaRP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0.02</a:t>
                      </a:r>
                      <a:endParaRPr kumimoji="1" lang="en-US" altLang="zh-CN" sz="2000" b="1" i="0" u="none" strike="noStrike" cap="none" normalizeH="0" baseline="0">
                        <a:ln>
                          <a:noFill/>
                        </a:ln>
                        <a:solidFill>
                          <a:schemeClr val="tx1"/>
                        </a:solidFill>
                        <a:effectLst/>
                        <a:latin typeface="Times New Roman" pitchFamily="18" charset="0"/>
                        <a:ea typeface="宋体" pitchFamily="2" charset="-122"/>
                      </a:endParaRP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rgbClr val="FF3300"/>
                          </a:solidFill>
                          <a:effectLst/>
                          <a:latin typeface="Times New Roman" pitchFamily="18" charset="0"/>
                          <a:ea typeface="宋体" pitchFamily="2" charset="-122"/>
                          <a:cs typeface="Times New Roman" pitchFamily="18" charset="0"/>
                        </a:rPr>
                        <a:t>0.6528</a:t>
                      </a:r>
                      <a:endParaRPr kumimoji="1" lang="en-US" altLang="zh-CN" sz="2000" b="1" i="0" u="none" strike="noStrike" cap="none" normalizeH="0" baseline="0">
                        <a:ln>
                          <a:noFill/>
                        </a:ln>
                        <a:solidFill>
                          <a:srgbClr val="FF3300"/>
                        </a:solidFill>
                        <a:effectLst/>
                        <a:latin typeface="Times New Roman" pitchFamily="18" charset="0"/>
                        <a:ea typeface="宋体" pitchFamily="2" charset="-122"/>
                      </a:endParaRP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rgbClr val="FF3300"/>
                          </a:solidFill>
                          <a:effectLst/>
                          <a:latin typeface="Times New Roman" pitchFamily="18" charset="0"/>
                          <a:ea typeface="宋体" pitchFamily="2" charset="-122"/>
                          <a:cs typeface="Times New Roman" pitchFamily="18" charset="0"/>
                        </a:rPr>
                        <a:t>0.0200</a:t>
                      </a:r>
                      <a:endParaRPr kumimoji="1" lang="en-US" altLang="zh-CN" sz="2000" b="1" i="0" u="none" strike="noStrike" cap="none" normalizeH="0" baseline="0">
                        <a:ln>
                          <a:noFill/>
                        </a:ln>
                        <a:solidFill>
                          <a:srgbClr val="FF3300"/>
                        </a:solidFill>
                        <a:effectLst/>
                        <a:latin typeface="Times New Roman" pitchFamily="18" charset="0"/>
                        <a:ea typeface="宋体" pitchFamily="2" charset="-122"/>
                      </a:endParaRP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2"/>
                  </a:ext>
                </a:extLst>
              </a:tr>
              <a:tr h="396795">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0.4</a:t>
                      </a:r>
                      <a:endParaRPr kumimoji="1" lang="en-US" altLang="zh-CN" sz="2000" b="1" i="0" u="none" strike="noStrike" cap="none" normalizeH="0" baseline="0">
                        <a:ln>
                          <a:noFill/>
                        </a:ln>
                        <a:solidFill>
                          <a:schemeClr val="tx1"/>
                        </a:solidFill>
                        <a:effectLst/>
                        <a:latin typeface="Times New Roman" pitchFamily="18" charset="0"/>
                        <a:ea typeface="宋体" pitchFamily="2" charset="-122"/>
                      </a:endParaRP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0.5</a:t>
                      </a:r>
                      <a:endParaRPr kumimoji="1" lang="en-US" altLang="zh-CN" sz="2000" b="1" i="0" u="none" strike="noStrike" cap="none" normalizeH="0" baseline="0">
                        <a:ln>
                          <a:noFill/>
                        </a:ln>
                        <a:solidFill>
                          <a:schemeClr val="tx1"/>
                        </a:solidFill>
                        <a:effectLst/>
                        <a:latin typeface="Times New Roman" pitchFamily="18" charset="0"/>
                        <a:ea typeface="宋体" pitchFamily="2" charset="-122"/>
                      </a:endParaRP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1.25</a:t>
                      </a:r>
                      <a:endParaRPr kumimoji="1" lang="en-US" altLang="zh-CN" sz="2000" b="1" i="0" u="none" strike="noStrike" cap="none" normalizeH="0" baseline="0">
                        <a:ln>
                          <a:noFill/>
                        </a:ln>
                        <a:solidFill>
                          <a:schemeClr val="tx1"/>
                        </a:solidFill>
                        <a:effectLst/>
                        <a:latin typeface="Times New Roman" pitchFamily="18" charset="0"/>
                        <a:ea typeface="宋体" pitchFamily="2" charset="-122"/>
                      </a:endParaRP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0.70</a:t>
                      </a:r>
                      <a:endParaRPr kumimoji="1" lang="en-US" altLang="zh-CN" sz="2000" b="1" i="0" u="none" strike="noStrike" cap="none" normalizeH="0" baseline="0">
                        <a:ln>
                          <a:noFill/>
                        </a:ln>
                        <a:solidFill>
                          <a:schemeClr val="tx1"/>
                        </a:solidFill>
                        <a:effectLst/>
                        <a:latin typeface="Times New Roman" pitchFamily="18" charset="0"/>
                        <a:ea typeface="宋体" pitchFamily="2" charset="-122"/>
                      </a:endParaRP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0.02</a:t>
                      </a:r>
                      <a:endParaRPr kumimoji="1" lang="en-US" altLang="zh-CN" sz="2000" b="1" i="0" u="none" strike="noStrike" cap="none" normalizeH="0" baseline="0">
                        <a:ln>
                          <a:noFill/>
                        </a:ln>
                        <a:solidFill>
                          <a:schemeClr val="tx1"/>
                        </a:solidFill>
                        <a:effectLst/>
                        <a:latin typeface="Times New Roman" pitchFamily="18" charset="0"/>
                        <a:ea typeface="宋体" pitchFamily="2" charset="-122"/>
                      </a:endParaRP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rgbClr val="FF3300"/>
                          </a:solidFill>
                          <a:effectLst/>
                          <a:latin typeface="Times New Roman" pitchFamily="18" charset="0"/>
                          <a:ea typeface="宋体" pitchFamily="2" charset="-122"/>
                          <a:cs typeface="Times New Roman" pitchFamily="18" charset="0"/>
                        </a:rPr>
                        <a:t>0.6755</a:t>
                      </a:r>
                      <a:endParaRPr kumimoji="1" lang="en-US" altLang="zh-CN" sz="2000" b="1" i="0" u="none" strike="noStrike" cap="none" normalizeH="0" baseline="0">
                        <a:ln>
                          <a:noFill/>
                        </a:ln>
                        <a:solidFill>
                          <a:srgbClr val="FF3300"/>
                        </a:solidFill>
                        <a:effectLst/>
                        <a:latin typeface="Times New Roman" pitchFamily="18" charset="0"/>
                        <a:ea typeface="宋体" pitchFamily="2" charset="-122"/>
                      </a:endParaRP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rgbClr val="FF3300"/>
                          </a:solidFill>
                          <a:effectLst/>
                          <a:latin typeface="Times New Roman" pitchFamily="18" charset="0"/>
                          <a:ea typeface="宋体" pitchFamily="2" charset="-122"/>
                          <a:cs typeface="Times New Roman" pitchFamily="18" charset="0"/>
                        </a:rPr>
                        <a:t>0.0200</a:t>
                      </a:r>
                      <a:endParaRPr kumimoji="1" lang="en-US" altLang="zh-CN" sz="2000" b="1" i="0" u="none" strike="noStrike" cap="none" normalizeH="0" baseline="0">
                        <a:ln>
                          <a:noFill/>
                        </a:ln>
                        <a:solidFill>
                          <a:srgbClr val="FF3300"/>
                        </a:solidFill>
                        <a:effectLst/>
                        <a:latin typeface="Times New Roman" pitchFamily="18" charset="0"/>
                        <a:ea typeface="宋体" pitchFamily="2" charset="-122"/>
                      </a:endParaRPr>
                    </a:p>
                  </a:txBody>
                  <a:tcPr marT="45711" marB="4571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04050" name="Text Box 1650">
            <a:extLst>
              <a:ext uri="{FF2B5EF4-FFF2-40B4-BE49-F238E27FC236}">
                <a16:creationId xmlns:a16="http://schemas.microsoft.com/office/drawing/2014/main" id="{B8835F5C-97BE-4C68-AC74-F1CD4399C23C}"/>
              </a:ext>
            </a:extLst>
          </p:cNvPr>
          <p:cNvSpPr txBox="1">
            <a:spLocks noChangeArrowheads="1"/>
          </p:cNvSpPr>
          <p:nvPr/>
        </p:nvSpPr>
        <p:spPr bwMode="auto">
          <a:xfrm>
            <a:off x="685800" y="5967413"/>
            <a:ext cx="15113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sym typeface="Symbol" panose="05050102010706020507" pitchFamily="18" charset="2"/>
              </a:rPr>
              <a:t></a:t>
            </a:r>
            <a:r>
              <a:rPr lang="en-US" altLang="zh-CN" sz="2800" b="1">
                <a:sym typeface="Symbol" panose="05050102010706020507" pitchFamily="18" charset="2"/>
              </a:rPr>
              <a:t> , </a:t>
            </a:r>
            <a:r>
              <a:rPr lang="en-US" altLang="zh-CN" sz="2800" b="1" i="1">
                <a:sym typeface="Symbol" panose="05050102010706020507" pitchFamily="18" charset="2"/>
              </a:rPr>
              <a:t> </a:t>
            </a:r>
            <a:r>
              <a:rPr lang="en-US" altLang="zh-CN" sz="2800" b="1">
                <a:sym typeface="Symbol" panose="05050102010706020507" pitchFamily="18" charset="2"/>
              </a:rPr>
              <a:t></a:t>
            </a:r>
          </a:p>
        </p:txBody>
      </p:sp>
      <p:sp>
        <p:nvSpPr>
          <p:cNvPr id="104051" name="Text Box 1651">
            <a:extLst>
              <a:ext uri="{FF2B5EF4-FFF2-40B4-BE49-F238E27FC236}">
                <a16:creationId xmlns:a16="http://schemas.microsoft.com/office/drawing/2014/main" id="{997D992B-D162-4D5D-803D-A1D8EF8FC2C3}"/>
              </a:ext>
            </a:extLst>
          </p:cNvPr>
          <p:cNvSpPr txBox="1">
            <a:spLocks noChangeArrowheads="1"/>
          </p:cNvSpPr>
          <p:nvPr/>
        </p:nvSpPr>
        <p:spPr bwMode="auto">
          <a:xfrm>
            <a:off x="4357688" y="5967413"/>
            <a:ext cx="1584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800" b="1" i="1">
                <a:cs typeface="Times New Roman" panose="02020603050405020304" pitchFamily="18" charset="0"/>
              </a:rPr>
              <a:t>s</a:t>
            </a:r>
            <a:r>
              <a:rPr lang="en-US" altLang="zh-CN" sz="2800" b="1" baseline="-30000">
                <a:cs typeface="Times New Roman" panose="02020603050405020304" pitchFamily="18" charset="0"/>
              </a:rPr>
              <a:t>0</a:t>
            </a:r>
            <a:r>
              <a:rPr lang="en-US" altLang="zh-CN" sz="2800" b="1">
                <a:sym typeface="Symbol" panose="05050102010706020507" pitchFamily="18" charset="2"/>
              </a:rPr>
              <a:t> (</a:t>
            </a:r>
            <a:r>
              <a:rPr lang="en-US" altLang="zh-CN" sz="2800" b="1" i="1"/>
              <a:t>r</a:t>
            </a:r>
            <a:r>
              <a:rPr lang="en-US" altLang="zh-CN" sz="2800" b="1" baseline="-25000"/>
              <a:t>0</a:t>
            </a:r>
            <a:r>
              <a:rPr lang="en-US" altLang="zh-CN" sz="2800" b="1" i="1">
                <a:sym typeface="Symbol" panose="05050102010706020507" pitchFamily="18" charset="2"/>
              </a:rPr>
              <a:t> </a:t>
            </a:r>
            <a:r>
              <a:rPr lang="en-US" altLang="zh-CN" sz="2800" b="1">
                <a:sym typeface="Symbol" panose="05050102010706020507" pitchFamily="18" charset="2"/>
              </a:rPr>
              <a:t>)</a:t>
            </a:r>
          </a:p>
        </p:txBody>
      </p:sp>
      <p:grpSp>
        <p:nvGrpSpPr>
          <p:cNvPr id="2" name="Group 1652">
            <a:extLst>
              <a:ext uri="{FF2B5EF4-FFF2-40B4-BE49-F238E27FC236}">
                <a16:creationId xmlns:a16="http://schemas.microsoft.com/office/drawing/2014/main" id="{3AE6C005-BA6F-433E-B8B1-2AEA1A1D3C8B}"/>
              </a:ext>
            </a:extLst>
          </p:cNvPr>
          <p:cNvGrpSpPr>
            <a:grpSpLocks/>
          </p:cNvGrpSpPr>
          <p:nvPr/>
        </p:nvGrpSpPr>
        <p:grpSpPr bwMode="auto">
          <a:xfrm>
            <a:off x="2125663" y="5967413"/>
            <a:ext cx="1870075" cy="519112"/>
            <a:chOff x="1202" y="3657"/>
            <a:chExt cx="1178" cy="327"/>
          </a:xfrm>
        </p:grpSpPr>
        <p:sp>
          <p:nvSpPr>
            <p:cNvPr id="33898" name="Text Box 1653">
              <a:extLst>
                <a:ext uri="{FF2B5EF4-FFF2-40B4-BE49-F238E27FC236}">
                  <a16:creationId xmlns:a16="http://schemas.microsoft.com/office/drawing/2014/main" id="{F5EDCD87-D70A-4519-9C94-A1DC84A87951}"/>
                </a:ext>
              </a:extLst>
            </p:cNvPr>
            <p:cNvSpPr txBox="1">
              <a:spLocks noChangeArrowheads="1"/>
            </p:cNvSpPr>
            <p:nvPr/>
          </p:nvSpPr>
          <p:spPr bwMode="auto">
            <a:xfrm>
              <a:off x="1292" y="3657"/>
              <a:ext cx="108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solidFill>
                    <a:srgbClr val="FF3300"/>
                  </a:solidFill>
                  <a:cs typeface="Times New Roman" panose="02020603050405020304" pitchFamily="18" charset="0"/>
                </a:rPr>
                <a:t>s</a:t>
              </a:r>
              <a:r>
                <a:rPr lang="en-US" altLang="zh-CN" sz="2800" b="1" baseline="-30000">
                  <a:solidFill>
                    <a:srgbClr val="FF3300"/>
                  </a:solidFill>
                  <a:cs typeface="Times New Roman" panose="02020603050405020304" pitchFamily="18" charset="0"/>
                  <a:sym typeface="Symbol" panose="05050102010706020507" pitchFamily="18" charset="2"/>
                </a:rPr>
                <a:t></a:t>
              </a:r>
              <a:r>
                <a:rPr lang="en-US" altLang="zh-CN" sz="2800" b="1" i="1">
                  <a:solidFill>
                    <a:srgbClr val="FF3300"/>
                  </a:solidFill>
                  <a:sym typeface="Symbol" panose="05050102010706020507" pitchFamily="18" charset="2"/>
                </a:rPr>
                <a:t> </a:t>
              </a:r>
              <a:r>
                <a:rPr lang="en-US" altLang="zh-CN" sz="2800" b="1">
                  <a:solidFill>
                    <a:srgbClr val="FF3300"/>
                  </a:solidFill>
                  <a:sym typeface="Symbol" panose="05050102010706020507" pitchFamily="18" charset="2"/>
                </a:rPr>
                <a:t>, </a:t>
              </a:r>
              <a:r>
                <a:rPr lang="en-US" altLang="zh-CN" sz="2800" b="1" i="1">
                  <a:solidFill>
                    <a:srgbClr val="FF3300"/>
                  </a:solidFill>
                  <a:cs typeface="Times New Roman" panose="02020603050405020304" pitchFamily="18" charset="0"/>
                </a:rPr>
                <a:t>i</a:t>
              </a:r>
              <a:r>
                <a:rPr lang="en-US" altLang="zh-CN" sz="2800" b="1" i="1" baseline="-30000">
                  <a:solidFill>
                    <a:srgbClr val="FF3300"/>
                  </a:solidFill>
                  <a:cs typeface="Times New Roman" panose="02020603050405020304" pitchFamily="18" charset="0"/>
                  <a:sym typeface="Symbol" panose="05050102010706020507" pitchFamily="18" charset="2"/>
                </a:rPr>
                <a:t>m</a:t>
              </a:r>
              <a:r>
                <a:rPr lang="en-US" altLang="zh-CN" sz="2800" b="1">
                  <a:solidFill>
                    <a:srgbClr val="FF3300"/>
                  </a:solidFill>
                  <a:sym typeface="Symbol" panose="05050102010706020507" pitchFamily="18" charset="2"/>
                </a:rPr>
                <a:t> </a:t>
              </a:r>
            </a:p>
          </p:txBody>
        </p:sp>
        <p:sp>
          <p:nvSpPr>
            <p:cNvPr id="33899" name="AutoShape 1654">
              <a:extLst>
                <a:ext uri="{FF2B5EF4-FFF2-40B4-BE49-F238E27FC236}">
                  <a16:creationId xmlns:a16="http://schemas.microsoft.com/office/drawing/2014/main" id="{6013EC06-526D-4B2F-992F-21C048F578BA}"/>
                </a:ext>
              </a:extLst>
            </p:cNvPr>
            <p:cNvSpPr>
              <a:spLocks noChangeArrowheads="1"/>
            </p:cNvSpPr>
            <p:nvPr/>
          </p:nvSpPr>
          <p:spPr bwMode="auto">
            <a:xfrm>
              <a:off x="1202" y="3657"/>
              <a:ext cx="46" cy="306"/>
            </a:xfrm>
            <a:prstGeom prst="rightArrow">
              <a:avLst>
                <a:gd name="adj1" fmla="val 50000"/>
                <a:gd name="adj2" fmla="val 25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3" name="Group 1655">
            <a:extLst>
              <a:ext uri="{FF2B5EF4-FFF2-40B4-BE49-F238E27FC236}">
                <a16:creationId xmlns:a16="http://schemas.microsoft.com/office/drawing/2014/main" id="{790D7D0D-08A6-478D-B119-0B353AC594B7}"/>
              </a:ext>
            </a:extLst>
          </p:cNvPr>
          <p:cNvGrpSpPr>
            <a:grpSpLocks/>
          </p:cNvGrpSpPr>
          <p:nvPr/>
        </p:nvGrpSpPr>
        <p:grpSpPr bwMode="auto">
          <a:xfrm>
            <a:off x="6013450" y="5967413"/>
            <a:ext cx="1943100" cy="557212"/>
            <a:chOff x="3651" y="3657"/>
            <a:chExt cx="1224" cy="351"/>
          </a:xfrm>
        </p:grpSpPr>
        <p:sp>
          <p:nvSpPr>
            <p:cNvPr id="33896" name="Text Box 1656">
              <a:extLst>
                <a:ext uri="{FF2B5EF4-FFF2-40B4-BE49-F238E27FC236}">
                  <a16:creationId xmlns:a16="http://schemas.microsoft.com/office/drawing/2014/main" id="{1CD80E1F-13CE-490B-B291-8539A2B5BC54}"/>
                </a:ext>
              </a:extLst>
            </p:cNvPr>
            <p:cNvSpPr txBox="1">
              <a:spLocks noChangeArrowheads="1"/>
            </p:cNvSpPr>
            <p:nvPr/>
          </p:nvSpPr>
          <p:spPr bwMode="auto">
            <a:xfrm>
              <a:off x="3787" y="3657"/>
              <a:ext cx="108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solidFill>
                    <a:srgbClr val="FF3300"/>
                  </a:solidFill>
                  <a:cs typeface="Times New Roman" panose="02020603050405020304" pitchFamily="18" charset="0"/>
                </a:rPr>
                <a:t>s</a:t>
              </a:r>
              <a:r>
                <a:rPr lang="en-US" altLang="zh-CN" sz="2800" b="1" baseline="-30000">
                  <a:solidFill>
                    <a:srgbClr val="FF3300"/>
                  </a:solidFill>
                  <a:cs typeface="Times New Roman" panose="02020603050405020304" pitchFamily="18" charset="0"/>
                  <a:sym typeface="Symbol" panose="05050102010706020507" pitchFamily="18" charset="2"/>
                </a:rPr>
                <a:t></a:t>
              </a:r>
              <a:r>
                <a:rPr lang="en-US" altLang="zh-CN" sz="2800" b="1" i="1">
                  <a:solidFill>
                    <a:srgbClr val="FF3300"/>
                  </a:solidFill>
                  <a:sym typeface="Symbol" panose="05050102010706020507" pitchFamily="18" charset="2"/>
                </a:rPr>
                <a:t> </a:t>
              </a:r>
              <a:r>
                <a:rPr lang="en-US" altLang="zh-CN" sz="2800" b="1">
                  <a:solidFill>
                    <a:srgbClr val="FF3300"/>
                  </a:solidFill>
                  <a:sym typeface="Symbol" panose="05050102010706020507" pitchFamily="18" charset="2"/>
                </a:rPr>
                <a:t>, </a:t>
              </a:r>
              <a:r>
                <a:rPr lang="en-US" altLang="zh-CN" sz="2800" b="1" i="1">
                  <a:solidFill>
                    <a:srgbClr val="FF3300"/>
                  </a:solidFill>
                  <a:cs typeface="Times New Roman" panose="02020603050405020304" pitchFamily="18" charset="0"/>
                </a:rPr>
                <a:t>i</a:t>
              </a:r>
              <a:r>
                <a:rPr lang="en-US" altLang="zh-CN" sz="2800" b="1" i="1" baseline="-30000">
                  <a:solidFill>
                    <a:srgbClr val="FF3300"/>
                  </a:solidFill>
                  <a:cs typeface="Times New Roman" panose="02020603050405020304" pitchFamily="18" charset="0"/>
                  <a:sym typeface="Symbol" panose="05050102010706020507" pitchFamily="18" charset="2"/>
                </a:rPr>
                <a:t>m</a:t>
              </a:r>
              <a:r>
                <a:rPr lang="en-US" altLang="zh-CN" sz="2800" b="1">
                  <a:solidFill>
                    <a:srgbClr val="FF3300"/>
                  </a:solidFill>
                  <a:sym typeface="Symbol" panose="05050102010706020507" pitchFamily="18" charset="2"/>
                </a:rPr>
                <a:t> </a:t>
              </a:r>
            </a:p>
          </p:txBody>
        </p:sp>
        <p:sp>
          <p:nvSpPr>
            <p:cNvPr id="33897" name="AutoShape 1657">
              <a:extLst>
                <a:ext uri="{FF2B5EF4-FFF2-40B4-BE49-F238E27FC236}">
                  <a16:creationId xmlns:a16="http://schemas.microsoft.com/office/drawing/2014/main" id="{A74ECA81-EE8D-4F13-A378-6316206EF627}"/>
                </a:ext>
              </a:extLst>
            </p:cNvPr>
            <p:cNvSpPr>
              <a:spLocks noChangeArrowheads="1"/>
            </p:cNvSpPr>
            <p:nvPr/>
          </p:nvSpPr>
          <p:spPr bwMode="auto">
            <a:xfrm>
              <a:off x="3651" y="3702"/>
              <a:ext cx="46" cy="306"/>
            </a:xfrm>
            <a:prstGeom prst="rightArrow">
              <a:avLst>
                <a:gd name="adj1" fmla="val 50000"/>
                <a:gd name="adj2" fmla="val 25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0907"/>
                                        </p:tgtEl>
                                        <p:attrNameLst>
                                          <p:attrName>style.visibility</p:attrName>
                                        </p:attrNameLst>
                                      </p:cBhvr>
                                      <p:to>
                                        <p:strVal val="visible"/>
                                      </p:to>
                                    </p:set>
                                    <p:animEffect transition="in" filter="wipe(left)">
                                      <p:cBhvr>
                                        <p:cTn id="7" dur="500"/>
                                        <p:tgtEl>
                                          <p:spTgt spid="8090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0908"/>
                                        </p:tgtEl>
                                        <p:attrNameLst>
                                          <p:attrName>style.visibility</p:attrName>
                                        </p:attrNameLst>
                                      </p:cBhvr>
                                      <p:to>
                                        <p:strVal val="visible"/>
                                      </p:to>
                                    </p:set>
                                    <p:animEffect transition="in" filter="wipe(left)">
                                      <p:cBhvr>
                                        <p:cTn id="12" dur="500"/>
                                        <p:tgtEl>
                                          <p:spTgt spid="8090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0909"/>
                                        </p:tgtEl>
                                        <p:attrNameLst>
                                          <p:attrName>style.visibility</p:attrName>
                                        </p:attrNameLst>
                                      </p:cBhvr>
                                      <p:to>
                                        <p:strVal val="visible"/>
                                      </p:to>
                                    </p:set>
                                    <p:animEffect transition="in" filter="wipe(left)">
                                      <p:cBhvr>
                                        <p:cTn id="17" dur="500"/>
                                        <p:tgtEl>
                                          <p:spTgt spid="8090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103497"/>
                                        </p:tgtEl>
                                        <p:attrNameLst>
                                          <p:attrName>style.visibility</p:attrName>
                                        </p:attrNameLst>
                                      </p:cBhvr>
                                      <p:to>
                                        <p:strVal val="visible"/>
                                      </p:to>
                                    </p:set>
                                    <p:animEffect transition="in" filter="checkerboard(across)">
                                      <p:cBhvr>
                                        <p:cTn id="22" dur="500"/>
                                        <p:tgtEl>
                                          <p:spTgt spid="10349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71791"/>
                                        </p:tgtEl>
                                        <p:attrNameLst>
                                          <p:attrName>style.visibility</p:attrName>
                                        </p:attrNameLst>
                                      </p:cBhvr>
                                      <p:to>
                                        <p:strVal val="visible"/>
                                      </p:to>
                                    </p:set>
                                    <p:animEffect transition="in" filter="dissolve">
                                      <p:cBhvr>
                                        <p:cTn id="27" dur="500"/>
                                        <p:tgtEl>
                                          <p:spTgt spid="7179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04050"/>
                                        </p:tgtEl>
                                        <p:attrNameLst>
                                          <p:attrName>style.visibility</p:attrName>
                                        </p:attrNameLst>
                                      </p:cBhvr>
                                      <p:to>
                                        <p:strVal val="visible"/>
                                      </p:to>
                                    </p:set>
                                    <p:animEffect transition="in" filter="wipe(left)">
                                      <p:cBhvr>
                                        <p:cTn id="32" dur="500"/>
                                        <p:tgtEl>
                                          <p:spTgt spid="10405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wipe(left)">
                                      <p:cBhvr>
                                        <p:cTn id="37" dur="500"/>
                                        <p:tgtEl>
                                          <p:spTgt spid="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nodeType="clickEffect">
                                  <p:stCondLst>
                                    <p:cond delay="0"/>
                                  </p:stCondLst>
                                  <p:childTnLst>
                                    <p:set>
                                      <p:cBhvr>
                                        <p:cTn id="41" dur="1" fill="hold">
                                          <p:stCondLst>
                                            <p:cond delay="0"/>
                                          </p:stCondLst>
                                        </p:cTn>
                                        <p:tgtEl>
                                          <p:spTgt spid="71790"/>
                                        </p:tgtEl>
                                        <p:attrNameLst>
                                          <p:attrName>style.visibility</p:attrName>
                                        </p:attrNameLst>
                                      </p:cBhvr>
                                      <p:to>
                                        <p:strVal val="visible"/>
                                      </p:to>
                                    </p:set>
                                    <p:animEffect transition="in" filter="dissolve">
                                      <p:cBhvr>
                                        <p:cTn id="42" dur="500"/>
                                        <p:tgtEl>
                                          <p:spTgt spid="71790"/>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04051"/>
                                        </p:tgtEl>
                                        <p:attrNameLst>
                                          <p:attrName>style.visibility</p:attrName>
                                        </p:attrNameLst>
                                      </p:cBhvr>
                                      <p:to>
                                        <p:strVal val="visible"/>
                                      </p:to>
                                    </p:set>
                                    <p:animEffect transition="in" filter="wipe(left)">
                                      <p:cBhvr>
                                        <p:cTn id="47" dur="500"/>
                                        <p:tgtEl>
                                          <p:spTgt spid="104051"/>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3"/>
                                        </p:tgtEl>
                                        <p:attrNameLst>
                                          <p:attrName>style.visibility</p:attrName>
                                        </p:attrNameLst>
                                      </p:cBhvr>
                                      <p:to>
                                        <p:strVal val="visible"/>
                                      </p:to>
                                    </p:set>
                                    <p:animEffect transition="in" filter="wipe(left)">
                                      <p:cBhvr>
                                        <p:cTn id="5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907" grpId="0" autoUpdateAnimBg="0"/>
      <p:bldP spid="80908" grpId="0" autoUpdateAnimBg="0"/>
      <p:bldP spid="80909" grpId="0" autoUpdateAnimBg="0"/>
      <p:bldP spid="103497" grpId="0" autoUpdateAnimBg="0"/>
      <p:bldP spid="104050" grpId="0" autoUpdateAnimBg="0"/>
      <p:bldP spid="104051"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ext Box 2">
            <a:extLst>
              <a:ext uri="{FF2B5EF4-FFF2-40B4-BE49-F238E27FC236}">
                <a16:creationId xmlns:a16="http://schemas.microsoft.com/office/drawing/2014/main" id="{A7CD6C89-7923-49B7-B607-5066B6EAF4DF}"/>
              </a:ext>
            </a:extLst>
          </p:cNvPr>
          <p:cNvSpPr txBox="1">
            <a:spLocks noChangeArrowheads="1"/>
          </p:cNvSpPr>
          <p:nvPr/>
        </p:nvSpPr>
        <p:spPr bwMode="auto">
          <a:xfrm>
            <a:off x="609600" y="411163"/>
            <a:ext cx="1371600" cy="579437"/>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ea typeface="楷体_GB2312" pitchFamily="49" charset="-122"/>
              </a:rPr>
              <a:t>模型</a:t>
            </a:r>
            <a:r>
              <a:rPr lang="en-US" altLang="zh-CN" sz="3200" b="1"/>
              <a:t>4</a:t>
            </a:r>
          </a:p>
        </p:txBody>
      </p:sp>
      <p:sp>
        <p:nvSpPr>
          <p:cNvPr id="34819" name="Text Box 3">
            <a:extLst>
              <a:ext uri="{FF2B5EF4-FFF2-40B4-BE49-F238E27FC236}">
                <a16:creationId xmlns:a16="http://schemas.microsoft.com/office/drawing/2014/main" id="{6330D25B-6646-41DA-82DC-B2DF42B5EDD5}"/>
              </a:ext>
            </a:extLst>
          </p:cNvPr>
          <p:cNvSpPr txBox="1">
            <a:spLocks noChangeArrowheads="1"/>
          </p:cNvSpPr>
          <p:nvPr/>
        </p:nvSpPr>
        <p:spPr bwMode="auto">
          <a:xfrm>
            <a:off x="7086600" y="609600"/>
            <a:ext cx="1524000" cy="519113"/>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a:t>SIR</a:t>
            </a:r>
            <a:r>
              <a:rPr lang="zh-CN" altLang="zh-CN" sz="2800" b="1">
                <a:ea typeface="楷体_GB2312" pitchFamily="49" charset="-122"/>
              </a:rPr>
              <a:t>模型</a:t>
            </a:r>
            <a:endParaRPr lang="zh-CN" altLang="en-US" sz="2800" b="1">
              <a:ea typeface="楷体_GB2312" pitchFamily="49" charset="-122"/>
            </a:endParaRPr>
          </a:p>
        </p:txBody>
      </p:sp>
      <p:sp>
        <p:nvSpPr>
          <p:cNvPr id="29700" name="Text Box 4">
            <a:extLst>
              <a:ext uri="{FF2B5EF4-FFF2-40B4-BE49-F238E27FC236}">
                <a16:creationId xmlns:a16="http://schemas.microsoft.com/office/drawing/2014/main" id="{656A7F10-008F-4D66-8492-F956177A2182}"/>
              </a:ext>
            </a:extLst>
          </p:cNvPr>
          <p:cNvSpPr txBox="1">
            <a:spLocks noChangeArrowheads="1"/>
          </p:cNvSpPr>
          <p:nvPr/>
        </p:nvSpPr>
        <p:spPr bwMode="auto">
          <a:xfrm>
            <a:off x="2667000" y="411163"/>
            <a:ext cx="3276600" cy="519112"/>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b="1">
                <a:ea typeface="楷体_GB2312" pitchFamily="49" charset="-122"/>
              </a:rPr>
              <a:t>被传染人数的估计</a:t>
            </a:r>
          </a:p>
        </p:txBody>
      </p:sp>
      <p:graphicFrame>
        <p:nvGraphicFramePr>
          <p:cNvPr id="29701" name="Object 5">
            <a:extLst>
              <a:ext uri="{FF2B5EF4-FFF2-40B4-BE49-F238E27FC236}">
                <a16:creationId xmlns:a16="http://schemas.microsoft.com/office/drawing/2014/main" id="{B8200AA1-4552-43EB-86F2-0ABF0FF22A7A}"/>
              </a:ext>
            </a:extLst>
          </p:cNvPr>
          <p:cNvGraphicFramePr>
            <a:graphicFrameLocks noChangeAspect="1"/>
          </p:cNvGraphicFramePr>
          <p:nvPr/>
        </p:nvGraphicFramePr>
        <p:xfrm>
          <a:off x="609600" y="1690688"/>
          <a:ext cx="3810000" cy="993775"/>
        </p:xfrm>
        <a:graphic>
          <a:graphicData uri="http://schemas.openxmlformats.org/presentationml/2006/ole">
            <mc:AlternateContent xmlns:mc="http://schemas.openxmlformats.org/markup-compatibility/2006">
              <mc:Choice xmlns:v="urn:schemas-microsoft-com:vml" Requires="v">
                <p:oleObj spid="_x0000_s34887" name="公式" r:id="rId3" imgW="1816100" imgH="520700" progId="Equation.3">
                  <p:embed/>
                </p:oleObj>
              </mc:Choice>
              <mc:Fallback>
                <p:oleObj name="公式" r:id="rId3" imgW="1816100" imgH="5207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1690688"/>
                        <a:ext cx="3810000" cy="993775"/>
                      </a:xfrm>
                      <a:prstGeom prst="rect">
                        <a:avLst/>
                      </a:prstGeom>
                      <a:noFill/>
                      <a:ln>
                        <a:noFill/>
                      </a:ln>
                      <a:effectLst/>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17">
            <a:extLst>
              <a:ext uri="{FF2B5EF4-FFF2-40B4-BE49-F238E27FC236}">
                <a16:creationId xmlns:a16="http://schemas.microsoft.com/office/drawing/2014/main" id="{C6F4BD74-5652-4663-A5A1-729804605FE9}"/>
              </a:ext>
            </a:extLst>
          </p:cNvPr>
          <p:cNvGrpSpPr>
            <a:grpSpLocks/>
          </p:cNvGrpSpPr>
          <p:nvPr/>
        </p:nvGrpSpPr>
        <p:grpSpPr bwMode="auto">
          <a:xfrm>
            <a:off x="457200" y="1081088"/>
            <a:ext cx="4495800" cy="533400"/>
            <a:chOff x="288" y="720"/>
            <a:chExt cx="2832" cy="336"/>
          </a:xfrm>
        </p:grpSpPr>
        <p:sp>
          <p:nvSpPr>
            <p:cNvPr id="34864" name="Text Box 7">
              <a:extLst>
                <a:ext uri="{FF2B5EF4-FFF2-40B4-BE49-F238E27FC236}">
                  <a16:creationId xmlns:a16="http://schemas.microsoft.com/office/drawing/2014/main" id="{F484A041-2622-4AA9-8CB5-5BF78886FB88}"/>
                </a:ext>
              </a:extLst>
            </p:cNvPr>
            <p:cNvSpPr txBox="1">
              <a:spLocks noChangeArrowheads="1"/>
            </p:cNvSpPr>
            <p:nvPr/>
          </p:nvSpPr>
          <p:spPr bwMode="auto">
            <a:xfrm>
              <a:off x="288" y="720"/>
              <a:ext cx="196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记被传染人数比例</a:t>
              </a:r>
            </a:p>
          </p:txBody>
        </p:sp>
        <p:graphicFrame>
          <p:nvGraphicFramePr>
            <p:cNvPr id="34865" name="Object 8">
              <a:extLst>
                <a:ext uri="{FF2B5EF4-FFF2-40B4-BE49-F238E27FC236}">
                  <a16:creationId xmlns:a16="http://schemas.microsoft.com/office/drawing/2014/main" id="{27970A09-BA09-4495-8CFA-56CAE1B9EF3F}"/>
                </a:ext>
              </a:extLst>
            </p:cNvPr>
            <p:cNvGraphicFramePr>
              <a:graphicFrameLocks noChangeAspect="1"/>
            </p:cNvGraphicFramePr>
            <p:nvPr/>
          </p:nvGraphicFramePr>
          <p:xfrm>
            <a:off x="2256" y="720"/>
            <a:ext cx="864" cy="336"/>
          </p:xfrm>
          <a:graphic>
            <a:graphicData uri="http://schemas.openxmlformats.org/presentationml/2006/ole">
              <mc:AlternateContent xmlns:mc="http://schemas.openxmlformats.org/markup-compatibility/2006">
                <mc:Choice xmlns:v="urn:schemas-microsoft-com:vml" Requires="v">
                  <p:oleObj spid="_x0000_s34888" name="公式" r:id="rId5" imgW="799753" imgH="253890" progId="Equation.3">
                    <p:embed/>
                  </p:oleObj>
                </mc:Choice>
                <mc:Fallback>
                  <p:oleObj name="公式" r:id="rId5" imgW="799753" imgH="25389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56" y="720"/>
                          <a:ext cx="864" cy="336"/>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29707" name="Object 11">
            <a:extLst>
              <a:ext uri="{FF2B5EF4-FFF2-40B4-BE49-F238E27FC236}">
                <a16:creationId xmlns:a16="http://schemas.microsoft.com/office/drawing/2014/main" id="{18B4506A-DC84-4600-81EB-D0575DBBD7B3}"/>
              </a:ext>
            </a:extLst>
          </p:cNvPr>
          <p:cNvGraphicFramePr>
            <a:graphicFrameLocks noChangeAspect="1"/>
          </p:cNvGraphicFramePr>
          <p:nvPr/>
        </p:nvGraphicFramePr>
        <p:xfrm>
          <a:off x="1474788" y="2841625"/>
          <a:ext cx="2916237" cy="941388"/>
        </p:xfrm>
        <a:graphic>
          <a:graphicData uri="http://schemas.openxmlformats.org/presentationml/2006/ole">
            <mc:AlternateContent xmlns:mc="http://schemas.openxmlformats.org/markup-compatibility/2006">
              <mc:Choice xmlns:v="urn:schemas-microsoft-com:vml" Requires="v">
                <p:oleObj spid="_x0000_s34889" name="公式" r:id="rId7" imgW="1346200" imgH="431800" progId="Equation.3">
                  <p:embed/>
                </p:oleObj>
              </mc:Choice>
              <mc:Fallback>
                <p:oleObj name="公式" r:id="rId7" imgW="1346200" imgH="431800" progId="Equation.3">
                  <p:embed/>
                  <p:pic>
                    <p:nvPicPr>
                      <p:cNvPr id="0"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74788" y="2841625"/>
                        <a:ext cx="2916237" cy="941388"/>
                      </a:xfrm>
                      <a:prstGeom prst="rect">
                        <a:avLst/>
                      </a:prstGeom>
                      <a:noFill/>
                      <a:ln>
                        <a:noFill/>
                      </a:ln>
                      <a:effectLst/>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706" name="Object 10">
            <a:extLst>
              <a:ext uri="{FF2B5EF4-FFF2-40B4-BE49-F238E27FC236}">
                <a16:creationId xmlns:a16="http://schemas.microsoft.com/office/drawing/2014/main" id="{E2B495F7-6FAC-4E14-9047-10B711479363}"/>
              </a:ext>
            </a:extLst>
          </p:cNvPr>
          <p:cNvGraphicFramePr>
            <a:graphicFrameLocks noChangeAspect="1"/>
          </p:cNvGraphicFramePr>
          <p:nvPr/>
        </p:nvGraphicFramePr>
        <p:xfrm>
          <a:off x="6186488" y="1665288"/>
          <a:ext cx="2638425" cy="960437"/>
        </p:xfrm>
        <a:graphic>
          <a:graphicData uri="http://schemas.openxmlformats.org/presentationml/2006/ole">
            <mc:AlternateContent xmlns:mc="http://schemas.openxmlformats.org/markup-compatibility/2006">
              <mc:Choice xmlns:v="urn:schemas-microsoft-com:vml" Requires="v">
                <p:oleObj spid="_x0000_s34890" name="公式" r:id="rId9" imgW="1193800" imgH="431800" progId="Equation.3">
                  <p:embed/>
                </p:oleObj>
              </mc:Choice>
              <mc:Fallback>
                <p:oleObj name="公式" r:id="rId9" imgW="1193800" imgH="431800" progId="Equation.3">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186488" y="1665288"/>
                        <a:ext cx="2638425" cy="960437"/>
                      </a:xfrm>
                      <a:prstGeom prst="rect">
                        <a:avLst/>
                      </a:prstGeom>
                      <a:noFill/>
                      <a:ln>
                        <a:noFill/>
                      </a:ln>
                      <a:effectLst/>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 name="Group 49">
            <a:extLst>
              <a:ext uri="{FF2B5EF4-FFF2-40B4-BE49-F238E27FC236}">
                <a16:creationId xmlns:a16="http://schemas.microsoft.com/office/drawing/2014/main" id="{D441B19B-4C65-4340-B550-3F005CB3121D}"/>
              </a:ext>
            </a:extLst>
          </p:cNvPr>
          <p:cNvGrpSpPr>
            <a:grpSpLocks/>
          </p:cNvGrpSpPr>
          <p:nvPr/>
        </p:nvGrpSpPr>
        <p:grpSpPr bwMode="auto">
          <a:xfrm>
            <a:off x="990600" y="3962400"/>
            <a:ext cx="3352800" cy="914400"/>
            <a:chOff x="3072" y="1680"/>
            <a:chExt cx="2257" cy="681"/>
          </a:xfrm>
        </p:grpSpPr>
        <p:graphicFrame>
          <p:nvGraphicFramePr>
            <p:cNvPr id="34862" name="Object 13">
              <a:extLst>
                <a:ext uri="{FF2B5EF4-FFF2-40B4-BE49-F238E27FC236}">
                  <a16:creationId xmlns:a16="http://schemas.microsoft.com/office/drawing/2014/main" id="{2977071F-DD81-42EE-B098-D64415516F25}"/>
                </a:ext>
              </a:extLst>
            </p:cNvPr>
            <p:cNvGraphicFramePr>
              <a:graphicFrameLocks noChangeAspect="1"/>
            </p:cNvGraphicFramePr>
            <p:nvPr/>
          </p:nvGraphicFramePr>
          <p:xfrm>
            <a:off x="3360" y="1680"/>
            <a:ext cx="1969" cy="681"/>
          </p:xfrm>
          <a:graphic>
            <a:graphicData uri="http://schemas.openxmlformats.org/presentationml/2006/ole">
              <mc:AlternateContent xmlns:mc="http://schemas.openxmlformats.org/markup-compatibility/2006">
                <mc:Choice xmlns:v="urn:schemas-microsoft-com:vml" Requires="v">
                  <p:oleObj spid="_x0000_s34891" name="公式" r:id="rId11" imgW="1308100" imgH="469900" progId="Equation.3">
                    <p:embed/>
                  </p:oleObj>
                </mc:Choice>
                <mc:Fallback>
                  <p:oleObj name="公式" r:id="rId11" imgW="1308100" imgH="469900" progId="Equation.3">
                    <p:embed/>
                    <p:pic>
                      <p:nvPicPr>
                        <p:cNvPr id="0" name="Object 1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360" y="1680"/>
                          <a:ext cx="1969" cy="681"/>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4863" name="AutoShape 19">
              <a:extLst>
                <a:ext uri="{FF2B5EF4-FFF2-40B4-BE49-F238E27FC236}">
                  <a16:creationId xmlns:a16="http://schemas.microsoft.com/office/drawing/2014/main" id="{708EEB7A-EB15-4FAB-B52C-DC06492936C8}"/>
                </a:ext>
              </a:extLst>
            </p:cNvPr>
            <p:cNvSpPr>
              <a:spLocks noChangeArrowheads="1"/>
            </p:cNvSpPr>
            <p:nvPr/>
          </p:nvSpPr>
          <p:spPr bwMode="auto">
            <a:xfrm>
              <a:off x="3072" y="1902"/>
              <a:ext cx="192" cy="306"/>
            </a:xfrm>
            <a:prstGeom prst="rightArrow">
              <a:avLst>
                <a:gd name="adj1" fmla="val 50000"/>
                <a:gd name="adj2" fmla="val 25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aphicFrame>
        <p:nvGraphicFramePr>
          <p:cNvPr id="29712" name="Object 16">
            <a:extLst>
              <a:ext uri="{FF2B5EF4-FFF2-40B4-BE49-F238E27FC236}">
                <a16:creationId xmlns:a16="http://schemas.microsoft.com/office/drawing/2014/main" id="{5FBD0848-813D-468B-A931-F764B2F4CE19}"/>
              </a:ext>
            </a:extLst>
          </p:cNvPr>
          <p:cNvGraphicFramePr>
            <a:graphicFrameLocks noChangeAspect="1"/>
          </p:cNvGraphicFramePr>
          <p:nvPr/>
        </p:nvGraphicFramePr>
        <p:xfrm>
          <a:off x="2911475" y="5376863"/>
          <a:ext cx="1111250" cy="488950"/>
        </p:xfrm>
        <a:graphic>
          <a:graphicData uri="http://schemas.openxmlformats.org/presentationml/2006/ole">
            <mc:AlternateContent xmlns:mc="http://schemas.openxmlformats.org/markup-compatibility/2006">
              <mc:Choice xmlns:v="urn:schemas-microsoft-com:vml" Requires="v">
                <p:oleObj spid="_x0000_s34892" name="公式" r:id="rId13" imgW="444114" imgH="177646" progId="Equation.3">
                  <p:embed/>
                </p:oleObj>
              </mc:Choice>
              <mc:Fallback>
                <p:oleObj name="公式" r:id="rId13" imgW="444114" imgH="177646" progId="Equation.3">
                  <p:embed/>
                  <p:pic>
                    <p:nvPicPr>
                      <p:cNvPr id="0" name="Object 1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911475" y="5376863"/>
                        <a:ext cx="1111250" cy="488950"/>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 name="Group 53">
            <a:extLst>
              <a:ext uri="{FF2B5EF4-FFF2-40B4-BE49-F238E27FC236}">
                <a16:creationId xmlns:a16="http://schemas.microsoft.com/office/drawing/2014/main" id="{1C016A57-8313-48F4-8717-5C276067D496}"/>
              </a:ext>
            </a:extLst>
          </p:cNvPr>
          <p:cNvGrpSpPr>
            <a:grpSpLocks/>
          </p:cNvGrpSpPr>
          <p:nvPr/>
        </p:nvGrpSpPr>
        <p:grpSpPr bwMode="auto">
          <a:xfrm>
            <a:off x="381000" y="2971800"/>
            <a:ext cx="990600" cy="914400"/>
            <a:chOff x="240" y="1872"/>
            <a:chExt cx="624" cy="576"/>
          </a:xfrm>
        </p:grpSpPr>
        <p:sp>
          <p:nvSpPr>
            <p:cNvPr id="34860" name="Text Box 51">
              <a:extLst>
                <a:ext uri="{FF2B5EF4-FFF2-40B4-BE49-F238E27FC236}">
                  <a16:creationId xmlns:a16="http://schemas.microsoft.com/office/drawing/2014/main" id="{612105EB-0F77-4EAE-A468-218B3A732016}"/>
                </a:ext>
              </a:extLst>
            </p:cNvPr>
            <p:cNvSpPr txBox="1">
              <a:spLocks noChangeArrowheads="1"/>
            </p:cNvSpPr>
            <p:nvPr/>
          </p:nvSpPr>
          <p:spPr bwMode="auto">
            <a:xfrm>
              <a:off x="240" y="2160"/>
              <a:ext cx="624" cy="288"/>
            </a:xfrm>
            <a:prstGeom prst="rect">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i="1"/>
                <a:t>x</a:t>
              </a:r>
              <a:r>
                <a:rPr lang="en-US" altLang="zh-CN" b="1"/>
                <a:t>&lt;&lt;</a:t>
              </a:r>
              <a:r>
                <a:rPr lang="en-US" altLang="zh-CN" b="1" i="1"/>
                <a:t>s</a:t>
              </a:r>
              <a:r>
                <a:rPr lang="en-US" altLang="zh-CN" b="1" baseline="-25000"/>
                <a:t>0</a:t>
              </a:r>
              <a:endParaRPr lang="en-US" altLang="zh-CN" b="1"/>
            </a:p>
          </p:txBody>
        </p:sp>
        <p:sp>
          <p:nvSpPr>
            <p:cNvPr id="34861" name="AutoShape 52">
              <a:extLst>
                <a:ext uri="{FF2B5EF4-FFF2-40B4-BE49-F238E27FC236}">
                  <a16:creationId xmlns:a16="http://schemas.microsoft.com/office/drawing/2014/main" id="{67CF0D8F-9F2E-4E53-A444-F92E035B20BE}"/>
                </a:ext>
              </a:extLst>
            </p:cNvPr>
            <p:cNvSpPr>
              <a:spLocks noChangeArrowheads="1"/>
            </p:cNvSpPr>
            <p:nvPr/>
          </p:nvSpPr>
          <p:spPr bwMode="auto">
            <a:xfrm>
              <a:off x="432" y="1872"/>
              <a:ext cx="192" cy="306"/>
            </a:xfrm>
            <a:prstGeom prst="rightArrow">
              <a:avLst>
                <a:gd name="adj1" fmla="val 50000"/>
                <a:gd name="adj2" fmla="val 25000"/>
              </a:avLst>
            </a:prstGeom>
            <a:solidFill>
              <a:srgbClr val="FFCC00"/>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5" name="Group 61">
            <a:extLst>
              <a:ext uri="{FF2B5EF4-FFF2-40B4-BE49-F238E27FC236}">
                <a16:creationId xmlns:a16="http://schemas.microsoft.com/office/drawing/2014/main" id="{2B04FD91-FE70-4366-8796-73B231D07ECB}"/>
              </a:ext>
            </a:extLst>
          </p:cNvPr>
          <p:cNvGrpSpPr>
            <a:grpSpLocks/>
          </p:cNvGrpSpPr>
          <p:nvPr/>
        </p:nvGrpSpPr>
        <p:grpSpPr bwMode="auto">
          <a:xfrm>
            <a:off x="6070600" y="2590800"/>
            <a:ext cx="2768600" cy="2517775"/>
            <a:chOff x="3584" y="1774"/>
            <a:chExt cx="1744" cy="1586"/>
          </a:xfrm>
        </p:grpSpPr>
        <p:sp>
          <p:nvSpPr>
            <p:cNvPr id="34846" name="Line 23">
              <a:extLst>
                <a:ext uri="{FF2B5EF4-FFF2-40B4-BE49-F238E27FC236}">
                  <a16:creationId xmlns:a16="http://schemas.microsoft.com/office/drawing/2014/main" id="{AA668BFF-8553-4EAF-A3A6-2C1A880A2AEA}"/>
                </a:ext>
              </a:extLst>
            </p:cNvPr>
            <p:cNvSpPr>
              <a:spLocks noChangeShapeType="1"/>
            </p:cNvSpPr>
            <p:nvPr/>
          </p:nvSpPr>
          <p:spPr bwMode="auto">
            <a:xfrm>
              <a:off x="3766" y="3113"/>
              <a:ext cx="140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847" name="Line 24">
              <a:extLst>
                <a:ext uri="{FF2B5EF4-FFF2-40B4-BE49-F238E27FC236}">
                  <a16:creationId xmlns:a16="http://schemas.microsoft.com/office/drawing/2014/main" id="{FA214D81-9FEA-417B-949E-2CD679C442E6}"/>
                </a:ext>
              </a:extLst>
            </p:cNvPr>
            <p:cNvSpPr>
              <a:spLocks noChangeShapeType="1"/>
            </p:cNvSpPr>
            <p:nvPr/>
          </p:nvSpPr>
          <p:spPr bwMode="auto">
            <a:xfrm flipV="1">
              <a:off x="3766" y="1834"/>
              <a:ext cx="0" cy="1279"/>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848" name="Line 25">
              <a:extLst>
                <a:ext uri="{FF2B5EF4-FFF2-40B4-BE49-F238E27FC236}">
                  <a16:creationId xmlns:a16="http://schemas.microsoft.com/office/drawing/2014/main" id="{458D3E1E-CA7B-44DE-B6FE-EA05799172CC}"/>
                </a:ext>
              </a:extLst>
            </p:cNvPr>
            <p:cNvSpPr>
              <a:spLocks noChangeShapeType="1"/>
            </p:cNvSpPr>
            <p:nvPr/>
          </p:nvSpPr>
          <p:spPr bwMode="auto">
            <a:xfrm>
              <a:off x="3766" y="2042"/>
              <a:ext cx="1202" cy="107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849" name="Text Box 26">
              <a:extLst>
                <a:ext uri="{FF2B5EF4-FFF2-40B4-BE49-F238E27FC236}">
                  <a16:creationId xmlns:a16="http://schemas.microsoft.com/office/drawing/2014/main" id="{578CA279-416A-491F-A55D-8B41452974C5}"/>
                </a:ext>
              </a:extLst>
            </p:cNvPr>
            <p:cNvSpPr txBox="1">
              <a:spLocks noChangeArrowheads="1"/>
            </p:cNvSpPr>
            <p:nvPr/>
          </p:nvSpPr>
          <p:spPr bwMode="auto">
            <a:xfrm>
              <a:off x="3584" y="1774"/>
              <a:ext cx="1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i="1"/>
                <a:t>i</a:t>
              </a:r>
            </a:p>
          </p:txBody>
        </p:sp>
        <p:sp>
          <p:nvSpPr>
            <p:cNvPr id="34850" name="Text Box 28">
              <a:extLst>
                <a:ext uri="{FF2B5EF4-FFF2-40B4-BE49-F238E27FC236}">
                  <a16:creationId xmlns:a16="http://schemas.microsoft.com/office/drawing/2014/main" id="{F399E8C3-365D-4A87-83FA-538D1E0DC153}"/>
                </a:ext>
              </a:extLst>
            </p:cNvPr>
            <p:cNvSpPr txBox="1">
              <a:spLocks noChangeArrowheads="1"/>
            </p:cNvSpPr>
            <p:nvPr/>
          </p:nvSpPr>
          <p:spPr bwMode="auto">
            <a:xfrm>
              <a:off x="3632" y="3107"/>
              <a:ext cx="14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i="1"/>
                <a:t>O</a:t>
              </a:r>
            </a:p>
          </p:txBody>
        </p:sp>
        <p:sp>
          <p:nvSpPr>
            <p:cNvPr id="34851" name="Arc 32">
              <a:extLst>
                <a:ext uri="{FF2B5EF4-FFF2-40B4-BE49-F238E27FC236}">
                  <a16:creationId xmlns:a16="http://schemas.microsoft.com/office/drawing/2014/main" id="{4186E2F8-018B-40E3-87FD-DF359276FF40}"/>
                </a:ext>
              </a:extLst>
            </p:cNvPr>
            <p:cNvSpPr>
              <a:spLocks/>
            </p:cNvSpPr>
            <p:nvPr/>
          </p:nvSpPr>
          <p:spPr bwMode="auto">
            <a:xfrm flipH="1">
              <a:off x="3936" y="2784"/>
              <a:ext cx="278" cy="38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1"/>
              </a:solidFill>
              <a:round/>
              <a:headEnd/>
              <a:tailEnd type="stealth" w="med"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4852" name="Arc 33">
              <a:extLst>
                <a:ext uri="{FF2B5EF4-FFF2-40B4-BE49-F238E27FC236}">
                  <a16:creationId xmlns:a16="http://schemas.microsoft.com/office/drawing/2014/main" id="{50887861-6BFB-4DFC-A0D6-886BBA8A770A}"/>
                </a:ext>
              </a:extLst>
            </p:cNvPr>
            <p:cNvSpPr>
              <a:spLocks/>
            </p:cNvSpPr>
            <p:nvPr/>
          </p:nvSpPr>
          <p:spPr bwMode="auto">
            <a:xfrm>
              <a:off x="4224" y="2784"/>
              <a:ext cx="381" cy="193"/>
            </a:xfrm>
            <a:custGeom>
              <a:avLst/>
              <a:gdLst>
                <a:gd name="T0" fmla="*/ 0 w 15594"/>
                <a:gd name="T1" fmla="*/ 0 h 21600"/>
                <a:gd name="T2" fmla="*/ 0 w 15594"/>
                <a:gd name="T3" fmla="*/ 0 h 21600"/>
                <a:gd name="T4" fmla="*/ 0 w 15594"/>
                <a:gd name="T5" fmla="*/ 0 h 21600"/>
                <a:gd name="T6" fmla="*/ 0 60000 65536"/>
                <a:gd name="T7" fmla="*/ 0 60000 65536"/>
                <a:gd name="T8" fmla="*/ 0 60000 65536"/>
                <a:gd name="T9" fmla="*/ 0 w 15594"/>
                <a:gd name="T10" fmla="*/ 0 h 21600"/>
                <a:gd name="T11" fmla="*/ 15594 w 15594"/>
                <a:gd name="T12" fmla="*/ 21600 h 21600"/>
              </a:gdLst>
              <a:ahLst/>
              <a:cxnLst>
                <a:cxn ang="T6">
                  <a:pos x="T0" y="T1"/>
                </a:cxn>
                <a:cxn ang="T7">
                  <a:pos x="T2" y="T3"/>
                </a:cxn>
                <a:cxn ang="T8">
                  <a:pos x="T4" y="T5"/>
                </a:cxn>
              </a:cxnLst>
              <a:rect l="T9" t="T10" r="T11" b="T12"/>
              <a:pathLst>
                <a:path w="15594" h="21600" fill="none" extrusionOk="0">
                  <a:moveTo>
                    <a:pt x="-1" y="0"/>
                  </a:moveTo>
                  <a:cubicBezTo>
                    <a:pt x="5887" y="0"/>
                    <a:pt x="11520" y="2403"/>
                    <a:pt x="15594" y="6653"/>
                  </a:cubicBezTo>
                </a:path>
                <a:path w="15594" h="21600" stroke="0" extrusionOk="0">
                  <a:moveTo>
                    <a:pt x="-1" y="0"/>
                  </a:moveTo>
                  <a:cubicBezTo>
                    <a:pt x="5887" y="0"/>
                    <a:pt x="11520" y="2403"/>
                    <a:pt x="15594" y="6653"/>
                  </a:cubicBezTo>
                  <a:lnTo>
                    <a:pt x="0" y="21600"/>
                  </a:lnTo>
                  <a:lnTo>
                    <a:pt x="-1" y="0"/>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34853" name="Object 34">
              <a:extLst>
                <a:ext uri="{FF2B5EF4-FFF2-40B4-BE49-F238E27FC236}">
                  <a16:creationId xmlns:a16="http://schemas.microsoft.com/office/drawing/2014/main" id="{A527435B-0CC7-4E11-8FC9-7DE2BBB272C0}"/>
                </a:ext>
              </a:extLst>
            </p:cNvPr>
            <p:cNvGraphicFramePr>
              <a:graphicFrameLocks noChangeAspect="1"/>
            </p:cNvGraphicFramePr>
            <p:nvPr/>
          </p:nvGraphicFramePr>
          <p:xfrm>
            <a:off x="3872" y="3135"/>
            <a:ext cx="217" cy="225"/>
          </p:xfrm>
          <a:graphic>
            <a:graphicData uri="http://schemas.openxmlformats.org/presentationml/2006/ole">
              <mc:AlternateContent xmlns:mc="http://schemas.openxmlformats.org/markup-compatibility/2006">
                <mc:Choice xmlns:v="urn:schemas-microsoft-com:vml" Requires="v">
                  <p:oleObj spid="_x0000_s34893" name="公式" r:id="rId15" imgW="190417" imgH="253890" progId="Equation.3">
                    <p:embed/>
                  </p:oleObj>
                </mc:Choice>
                <mc:Fallback>
                  <p:oleObj name="公式" r:id="rId15" imgW="190417" imgH="253890" progId="Equation.3">
                    <p:embed/>
                    <p:pic>
                      <p:nvPicPr>
                        <p:cNvPr id="0" name="Object 3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872" y="3135"/>
                          <a:ext cx="217" cy="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854" name="Object 35">
              <a:extLst>
                <a:ext uri="{FF2B5EF4-FFF2-40B4-BE49-F238E27FC236}">
                  <a16:creationId xmlns:a16="http://schemas.microsoft.com/office/drawing/2014/main" id="{452E5276-82B3-423C-8871-23ADCEBA921D}"/>
                </a:ext>
              </a:extLst>
            </p:cNvPr>
            <p:cNvGraphicFramePr>
              <a:graphicFrameLocks noChangeAspect="1"/>
            </p:cNvGraphicFramePr>
            <p:nvPr/>
          </p:nvGraphicFramePr>
          <p:xfrm>
            <a:off x="4176" y="3166"/>
            <a:ext cx="256" cy="157"/>
          </p:xfrm>
          <a:graphic>
            <a:graphicData uri="http://schemas.openxmlformats.org/presentationml/2006/ole">
              <mc:AlternateContent xmlns:mc="http://schemas.openxmlformats.org/markup-compatibility/2006">
                <mc:Choice xmlns:v="urn:schemas-microsoft-com:vml" Requires="v">
                  <p:oleObj spid="_x0000_s34894" name="公式" r:id="rId17" imgW="342751" imgH="203112" progId="Equation.3">
                    <p:embed/>
                  </p:oleObj>
                </mc:Choice>
                <mc:Fallback>
                  <p:oleObj name="公式" r:id="rId17" imgW="342751" imgH="203112" progId="Equation.3">
                    <p:embed/>
                    <p:pic>
                      <p:nvPicPr>
                        <p:cNvPr id="0" name="Object 3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176" y="3166"/>
                          <a:ext cx="256" cy="1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4855" name="Text Box 38">
              <a:extLst>
                <a:ext uri="{FF2B5EF4-FFF2-40B4-BE49-F238E27FC236}">
                  <a16:creationId xmlns:a16="http://schemas.microsoft.com/office/drawing/2014/main" id="{A1C54641-93E9-4503-AF26-FBDC8BF2D5D9}"/>
                </a:ext>
              </a:extLst>
            </p:cNvPr>
            <p:cNvSpPr txBox="1">
              <a:spLocks noChangeArrowheads="1"/>
            </p:cNvSpPr>
            <p:nvPr/>
          </p:nvSpPr>
          <p:spPr bwMode="auto">
            <a:xfrm>
              <a:off x="4368" y="2784"/>
              <a:ext cx="3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i="1"/>
                <a:t>P</a:t>
              </a:r>
              <a:r>
                <a:rPr lang="en-US" altLang="zh-CN" sz="2000" b="1" baseline="-25000"/>
                <a:t>1</a:t>
              </a:r>
              <a:endParaRPr lang="en-US" altLang="zh-CN" sz="2000" b="1"/>
            </a:p>
          </p:txBody>
        </p:sp>
        <p:graphicFrame>
          <p:nvGraphicFramePr>
            <p:cNvPr id="34856" name="Object 43">
              <a:extLst>
                <a:ext uri="{FF2B5EF4-FFF2-40B4-BE49-F238E27FC236}">
                  <a16:creationId xmlns:a16="http://schemas.microsoft.com/office/drawing/2014/main" id="{AF32B705-F4DB-4DE5-ACC9-E56F12558E4C}"/>
                </a:ext>
              </a:extLst>
            </p:cNvPr>
            <p:cNvGraphicFramePr>
              <a:graphicFrameLocks noChangeAspect="1"/>
            </p:cNvGraphicFramePr>
            <p:nvPr/>
          </p:nvGraphicFramePr>
          <p:xfrm>
            <a:off x="4544" y="3133"/>
            <a:ext cx="201" cy="225"/>
          </p:xfrm>
          <a:graphic>
            <a:graphicData uri="http://schemas.openxmlformats.org/presentationml/2006/ole">
              <mc:AlternateContent xmlns:mc="http://schemas.openxmlformats.org/markup-compatibility/2006">
                <mc:Choice xmlns:v="urn:schemas-microsoft-com:vml" Requires="v">
                  <p:oleObj spid="_x0000_s34895" name="公式" r:id="rId19" imgW="177569" imgH="253670" progId="Equation.3">
                    <p:embed/>
                  </p:oleObj>
                </mc:Choice>
                <mc:Fallback>
                  <p:oleObj name="公式" r:id="rId19" imgW="177569" imgH="253670" progId="Equation.3">
                    <p:embed/>
                    <p:pic>
                      <p:nvPicPr>
                        <p:cNvPr id="0" name="Object 43"/>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544" y="3133"/>
                          <a:ext cx="201" cy="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857" name="Object 45">
              <a:extLst>
                <a:ext uri="{FF2B5EF4-FFF2-40B4-BE49-F238E27FC236}">
                  <a16:creationId xmlns:a16="http://schemas.microsoft.com/office/drawing/2014/main" id="{766FA143-F50A-46B4-8941-F5D43266D480}"/>
                </a:ext>
              </a:extLst>
            </p:cNvPr>
            <p:cNvGraphicFramePr>
              <a:graphicFrameLocks noChangeAspect="1"/>
            </p:cNvGraphicFramePr>
            <p:nvPr/>
          </p:nvGraphicFramePr>
          <p:xfrm>
            <a:off x="5176" y="3120"/>
            <a:ext cx="152" cy="186"/>
          </p:xfrm>
          <a:graphic>
            <a:graphicData uri="http://schemas.openxmlformats.org/presentationml/2006/ole">
              <mc:AlternateContent xmlns:mc="http://schemas.openxmlformats.org/markup-compatibility/2006">
                <mc:Choice xmlns:v="urn:schemas-microsoft-com:vml" Requires="v">
                  <p:oleObj spid="_x0000_s34896" name="公式" r:id="rId21" imgW="114201" imgH="139579" progId="Equation.3">
                    <p:embed/>
                  </p:oleObj>
                </mc:Choice>
                <mc:Fallback>
                  <p:oleObj name="公式" r:id="rId21" imgW="114201" imgH="139579" progId="Equation.3">
                    <p:embed/>
                    <p:pic>
                      <p:nvPicPr>
                        <p:cNvPr id="0" name="Object 45"/>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176" y="3120"/>
                          <a:ext cx="152" cy="1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4858" name="Line 55">
              <a:extLst>
                <a:ext uri="{FF2B5EF4-FFF2-40B4-BE49-F238E27FC236}">
                  <a16:creationId xmlns:a16="http://schemas.microsoft.com/office/drawing/2014/main" id="{B3D4DCC0-08D5-43CD-A461-83EEB4EA7451}"/>
                </a:ext>
              </a:extLst>
            </p:cNvPr>
            <p:cNvSpPr>
              <a:spLocks noChangeShapeType="1"/>
            </p:cNvSpPr>
            <p:nvPr/>
          </p:nvSpPr>
          <p:spPr bwMode="auto">
            <a:xfrm>
              <a:off x="4272" y="2784"/>
              <a:ext cx="0" cy="336"/>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859" name="Line 58">
              <a:extLst>
                <a:ext uri="{FF2B5EF4-FFF2-40B4-BE49-F238E27FC236}">
                  <a16:creationId xmlns:a16="http://schemas.microsoft.com/office/drawing/2014/main" id="{523A3152-2CD4-4308-8926-839AEC20CB12}"/>
                </a:ext>
              </a:extLst>
            </p:cNvPr>
            <p:cNvSpPr>
              <a:spLocks noChangeShapeType="1"/>
            </p:cNvSpPr>
            <p:nvPr/>
          </p:nvSpPr>
          <p:spPr bwMode="auto">
            <a:xfrm>
              <a:off x="4608" y="2832"/>
              <a:ext cx="0" cy="288"/>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6" name="Group 60">
            <a:extLst>
              <a:ext uri="{FF2B5EF4-FFF2-40B4-BE49-F238E27FC236}">
                <a16:creationId xmlns:a16="http://schemas.microsoft.com/office/drawing/2014/main" id="{3B867A55-E452-4315-A4B9-16BD679F1E49}"/>
              </a:ext>
            </a:extLst>
          </p:cNvPr>
          <p:cNvGrpSpPr>
            <a:grpSpLocks/>
          </p:cNvGrpSpPr>
          <p:nvPr/>
        </p:nvGrpSpPr>
        <p:grpSpPr bwMode="auto">
          <a:xfrm>
            <a:off x="7162800" y="3355975"/>
            <a:ext cx="533400" cy="1006475"/>
            <a:chOff x="4272" y="2198"/>
            <a:chExt cx="336" cy="634"/>
          </a:xfrm>
        </p:grpSpPr>
        <p:sp>
          <p:nvSpPr>
            <p:cNvPr id="34842" name="Line 42">
              <a:extLst>
                <a:ext uri="{FF2B5EF4-FFF2-40B4-BE49-F238E27FC236}">
                  <a16:creationId xmlns:a16="http://schemas.microsoft.com/office/drawing/2014/main" id="{3CA9F8D5-D81E-484D-97F1-39E2CC57CAC4}"/>
                </a:ext>
              </a:extLst>
            </p:cNvPr>
            <p:cNvSpPr>
              <a:spLocks noChangeShapeType="1"/>
            </p:cNvSpPr>
            <p:nvPr/>
          </p:nvSpPr>
          <p:spPr bwMode="auto">
            <a:xfrm>
              <a:off x="4320" y="2448"/>
              <a:ext cx="288" cy="0"/>
            </a:xfrm>
            <a:prstGeom prst="line">
              <a:avLst/>
            </a:prstGeom>
            <a:noFill/>
            <a:ln w="9525">
              <a:solidFill>
                <a:srgbClr val="FF3300"/>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843" name="Line 56">
              <a:extLst>
                <a:ext uri="{FF2B5EF4-FFF2-40B4-BE49-F238E27FC236}">
                  <a16:creationId xmlns:a16="http://schemas.microsoft.com/office/drawing/2014/main" id="{9E443E4B-3F96-406E-9ABB-440601A02F3F}"/>
                </a:ext>
              </a:extLst>
            </p:cNvPr>
            <p:cNvSpPr>
              <a:spLocks noChangeShapeType="1"/>
            </p:cNvSpPr>
            <p:nvPr/>
          </p:nvSpPr>
          <p:spPr bwMode="auto">
            <a:xfrm>
              <a:off x="4608" y="2352"/>
              <a:ext cx="0" cy="480"/>
            </a:xfrm>
            <a:prstGeom prst="line">
              <a:avLst/>
            </a:prstGeom>
            <a:noFill/>
            <a:ln w="9525">
              <a:solidFill>
                <a:srgbClr val="FF3300"/>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844" name="Line 57">
              <a:extLst>
                <a:ext uri="{FF2B5EF4-FFF2-40B4-BE49-F238E27FC236}">
                  <a16:creationId xmlns:a16="http://schemas.microsoft.com/office/drawing/2014/main" id="{CA654468-BD35-46A0-A942-C56B89F470FF}"/>
                </a:ext>
              </a:extLst>
            </p:cNvPr>
            <p:cNvSpPr>
              <a:spLocks noChangeShapeType="1"/>
            </p:cNvSpPr>
            <p:nvPr/>
          </p:nvSpPr>
          <p:spPr bwMode="auto">
            <a:xfrm flipV="1">
              <a:off x="4272" y="2352"/>
              <a:ext cx="0" cy="432"/>
            </a:xfrm>
            <a:prstGeom prst="line">
              <a:avLst/>
            </a:prstGeom>
            <a:noFill/>
            <a:ln w="9525">
              <a:solidFill>
                <a:srgbClr val="FF3300"/>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845" name="Text Box 59">
              <a:extLst>
                <a:ext uri="{FF2B5EF4-FFF2-40B4-BE49-F238E27FC236}">
                  <a16:creationId xmlns:a16="http://schemas.microsoft.com/office/drawing/2014/main" id="{4C98F653-2F08-4491-91C7-BE82835365BE}"/>
                </a:ext>
              </a:extLst>
            </p:cNvPr>
            <p:cNvSpPr txBox="1">
              <a:spLocks noChangeArrowheads="1"/>
            </p:cNvSpPr>
            <p:nvPr/>
          </p:nvSpPr>
          <p:spPr bwMode="auto">
            <a:xfrm>
              <a:off x="4320" y="2198"/>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i="1">
                  <a:solidFill>
                    <a:srgbClr val="FF3300"/>
                  </a:solidFill>
                  <a:sym typeface="Symbol" panose="05050102010706020507" pitchFamily="18" charset="2"/>
                </a:rPr>
                <a:t></a:t>
              </a:r>
            </a:p>
          </p:txBody>
        </p:sp>
      </p:grpSp>
      <p:grpSp>
        <p:nvGrpSpPr>
          <p:cNvPr id="7" name="Group 63">
            <a:extLst>
              <a:ext uri="{FF2B5EF4-FFF2-40B4-BE49-F238E27FC236}">
                <a16:creationId xmlns:a16="http://schemas.microsoft.com/office/drawing/2014/main" id="{22D72B3F-E8CA-4902-8679-404AF6998B5C}"/>
              </a:ext>
            </a:extLst>
          </p:cNvPr>
          <p:cNvGrpSpPr>
            <a:grpSpLocks/>
          </p:cNvGrpSpPr>
          <p:nvPr/>
        </p:nvGrpSpPr>
        <p:grpSpPr bwMode="auto">
          <a:xfrm>
            <a:off x="4495800" y="1843088"/>
            <a:ext cx="1600200" cy="900112"/>
            <a:chOff x="2832" y="1104"/>
            <a:chExt cx="1008" cy="567"/>
          </a:xfrm>
        </p:grpSpPr>
        <p:sp>
          <p:nvSpPr>
            <p:cNvPr id="34840" name="AutoShape 18">
              <a:extLst>
                <a:ext uri="{FF2B5EF4-FFF2-40B4-BE49-F238E27FC236}">
                  <a16:creationId xmlns:a16="http://schemas.microsoft.com/office/drawing/2014/main" id="{1E1B7335-F5E5-445D-A89E-6F3FE95184A6}"/>
                </a:ext>
              </a:extLst>
            </p:cNvPr>
            <p:cNvSpPr>
              <a:spLocks noChangeArrowheads="1"/>
            </p:cNvSpPr>
            <p:nvPr/>
          </p:nvSpPr>
          <p:spPr bwMode="auto">
            <a:xfrm>
              <a:off x="3168" y="1104"/>
              <a:ext cx="384" cy="192"/>
            </a:xfrm>
            <a:prstGeom prst="rightArrow">
              <a:avLst>
                <a:gd name="adj1" fmla="val 50000"/>
                <a:gd name="adj2" fmla="val 50000"/>
              </a:avLst>
            </a:prstGeom>
            <a:solidFill>
              <a:srgbClr val="FFCC00"/>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4841" name="Text Box 62">
              <a:extLst>
                <a:ext uri="{FF2B5EF4-FFF2-40B4-BE49-F238E27FC236}">
                  <a16:creationId xmlns:a16="http://schemas.microsoft.com/office/drawing/2014/main" id="{2ADEF631-F519-4E70-8452-503DC7C81315}"/>
                </a:ext>
              </a:extLst>
            </p:cNvPr>
            <p:cNvSpPr txBox="1">
              <a:spLocks noChangeArrowheads="1"/>
            </p:cNvSpPr>
            <p:nvPr/>
          </p:nvSpPr>
          <p:spPr bwMode="auto">
            <a:xfrm>
              <a:off x="2832" y="1344"/>
              <a:ext cx="1008" cy="327"/>
            </a:xfrm>
            <a:prstGeom prst="rect">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i="1"/>
                <a:t>i</a:t>
              </a:r>
              <a:r>
                <a:rPr lang="en-US" altLang="zh-CN" b="1" baseline="-25000"/>
                <a:t>0 </a:t>
              </a:r>
              <a:r>
                <a:rPr lang="en-US" altLang="zh-CN" sz="2800" b="1">
                  <a:ea typeface="楷体_GB2312" pitchFamily="49" charset="-122"/>
                  <a:sym typeface="Symbol" panose="05050102010706020507" pitchFamily="18" charset="2"/>
                </a:rPr>
                <a:t></a:t>
              </a:r>
              <a:r>
                <a:rPr lang="en-US" altLang="zh-CN" b="1"/>
                <a:t>0, </a:t>
              </a:r>
              <a:r>
                <a:rPr lang="en-US" altLang="zh-CN" b="1" i="1"/>
                <a:t>s</a:t>
              </a:r>
              <a:r>
                <a:rPr lang="en-US" altLang="zh-CN" b="1" baseline="-25000"/>
                <a:t>0 </a:t>
              </a:r>
              <a:r>
                <a:rPr lang="en-US" altLang="zh-CN" sz="2800" b="1">
                  <a:ea typeface="楷体_GB2312" pitchFamily="49" charset="-122"/>
                  <a:sym typeface="Symbol" panose="05050102010706020507" pitchFamily="18" charset="2"/>
                </a:rPr>
                <a:t></a:t>
              </a:r>
              <a:r>
                <a:rPr lang="en-US" altLang="zh-CN" b="1">
                  <a:sym typeface="Math1" pitchFamily="2" charset="2"/>
                </a:rPr>
                <a:t>1</a:t>
              </a:r>
            </a:p>
          </p:txBody>
        </p:sp>
      </p:grpSp>
      <p:sp>
        <p:nvSpPr>
          <p:cNvPr id="29760" name="Text Box 64">
            <a:extLst>
              <a:ext uri="{FF2B5EF4-FFF2-40B4-BE49-F238E27FC236}">
                <a16:creationId xmlns:a16="http://schemas.microsoft.com/office/drawing/2014/main" id="{C52491C9-13DE-499F-AF37-1587027BA47B}"/>
              </a:ext>
            </a:extLst>
          </p:cNvPr>
          <p:cNvSpPr txBox="1">
            <a:spLocks noChangeArrowheads="1"/>
          </p:cNvSpPr>
          <p:nvPr/>
        </p:nvSpPr>
        <p:spPr bwMode="auto">
          <a:xfrm>
            <a:off x="533400" y="5715000"/>
            <a:ext cx="2057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sym typeface="Symbol" panose="05050102010706020507" pitchFamily="18" charset="2"/>
              </a:rPr>
              <a:t> </a:t>
            </a:r>
            <a:r>
              <a:rPr lang="zh-CN" altLang="en-US" sz="2800" b="1"/>
              <a:t>小</a:t>
            </a:r>
            <a:r>
              <a:rPr lang="en-US" altLang="zh-CN" sz="2800" b="1"/>
              <a:t>, </a:t>
            </a:r>
            <a:r>
              <a:rPr lang="en-US" altLang="zh-CN" sz="2800" b="1" i="1"/>
              <a:t>s</a:t>
            </a:r>
            <a:r>
              <a:rPr lang="en-US" altLang="zh-CN" sz="2800" b="1" baseline="-25000"/>
              <a:t>0 </a:t>
            </a:r>
            <a:r>
              <a:rPr lang="en-US" altLang="zh-CN" sz="2800" b="1" i="1">
                <a:sym typeface="Symbol" panose="05050102010706020507" pitchFamily="18" charset="2"/>
              </a:rPr>
              <a:t></a:t>
            </a:r>
            <a:r>
              <a:rPr lang="en-US" altLang="zh-CN" sz="2800" b="1">
                <a:sym typeface="Symbol" panose="05050102010706020507" pitchFamily="18" charset="2"/>
              </a:rPr>
              <a:t> </a:t>
            </a:r>
            <a:r>
              <a:rPr lang="en-US" altLang="zh-CN" sz="2800" b="1">
                <a:ea typeface="楷体_GB2312" pitchFamily="49" charset="-122"/>
                <a:sym typeface="Symbol" panose="05050102010706020507" pitchFamily="18" charset="2"/>
              </a:rPr>
              <a:t></a:t>
            </a:r>
            <a:r>
              <a:rPr lang="en-US" altLang="zh-CN" sz="2800" b="1">
                <a:sym typeface="Math1" pitchFamily="2" charset="2"/>
              </a:rPr>
              <a:t>1</a:t>
            </a:r>
          </a:p>
        </p:txBody>
      </p:sp>
      <p:grpSp>
        <p:nvGrpSpPr>
          <p:cNvPr id="8" name="Group 66">
            <a:extLst>
              <a:ext uri="{FF2B5EF4-FFF2-40B4-BE49-F238E27FC236}">
                <a16:creationId xmlns:a16="http://schemas.microsoft.com/office/drawing/2014/main" id="{FB2FF324-9DE1-4E86-8975-97238D2807AA}"/>
              </a:ext>
            </a:extLst>
          </p:cNvPr>
          <p:cNvGrpSpPr>
            <a:grpSpLocks/>
          </p:cNvGrpSpPr>
          <p:nvPr/>
        </p:nvGrpSpPr>
        <p:grpSpPr bwMode="auto">
          <a:xfrm>
            <a:off x="2590800" y="5105400"/>
            <a:ext cx="908050" cy="755650"/>
            <a:chOff x="1632" y="3216"/>
            <a:chExt cx="572" cy="476"/>
          </a:xfrm>
        </p:grpSpPr>
        <p:sp>
          <p:nvSpPr>
            <p:cNvPr id="34838" name="AutoShape 47">
              <a:extLst>
                <a:ext uri="{FF2B5EF4-FFF2-40B4-BE49-F238E27FC236}">
                  <a16:creationId xmlns:a16="http://schemas.microsoft.com/office/drawing/2014/main" id="{22D4D6C5-0D3C-4579-A8FC-169762497956}"/>
                </a:ext>
              </a:extLst>
            </p:cNvPr>
            <p:cNvSpPr>
              <a:spLocks noChangeArrowheads="1"/>
            </p:cNvSpPr>
            <p:nvPr/>
          </p:nvSpPr>
          <p:spPr bwMode="auto">
            <a:xfrm>
              <a:off x="1632" y="3408"/>
              <a:ext cx="96" cy="284"/>
            </a:xfrm>
            <a:prstGeom prst="rightArrow">
              <a:avLst>
                <a:gd name="adj1" fmla="val 50000"/>
                <a:gd name="adj2" fmla="val 25000"/>
              </a:avLst>
            </a:prstGeom>
            <a:solidFill>
              <a:srgbClr val="FFFF99"/>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4839" name="AutoShape 65">
              <a:extLst>
                <a:ext uri="{FF2B5EF4-FFF2-40B4-BE49-F238E27FC236}">
                  <a16:creationId xmlns:a16="http://schemas.microsoft.com/office/drawing/2014/main" id="{28E0AB16-AB83-4174-8DA1-C90AFA31EC55}"/>
                </a:ext>
              </a:extLst>
            </p:cNvPr>
            <p:cNvSpPr>
              <a:spLocks noChangeArrowheads="1"/>
            </p:cNvSpPr>
            <p:nvPr/>
          </p:nvSpPr>
          <p:spPr bwMode="auto">
            <a:xfrm rot="5400000">
              <a:off x="2014" y="3122"/>
              <a:ext cx="96" cy="284"/>
            </a:xfrm>
            <a:prstGeom prst="rightArrow">
              <a:avLst>
                <a:gd name="adj1" fmla="val 50000"/>
                <a:gd name="adj2" fmla="val 25000"/>
              </a:avLst>
            </a:prstGeom>
            <a:solidFill>
              <a:srgbClr val="FFFF99"/>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29763" name="Text Box 67">
            <a:extLst>
              <a:ext uri="{FF2B5EF4-FFF2-40B4-BE49-F238E27FC236}">
                <a16:creationId xmlns:a16="http://schemas.microsoft.com/office/drawing/2014/main" id="{935F1D7D-7CA6-4C3B-85AF-B31BEE66D007}"/>
              </a:ext>
            </a:extLst>
          </p:cNvPr>
          <p:cNvSpPr txBox="1">
            <a:spLocks noChangeArrowheads="1"/>
          </p:cNvSpPr>
          <p:nvPr/>
        </p:nvSpPr>
        <p:spPr bwMode="auto">
          <a:xfrm>
            <a:off x="4643438" y="5229225"/>
            <a:ext cx="2089150" cy="604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zh-CN" altLang="en-US" sz="2800" b="1"/>
              <a:t>提高阈值</a:t>
            </a:r>
            <a:r>
              <a:rPr lang="en-US" altLang="zh-CN" sz="2800" b="1"/>
              <a:t>1/</a:t>
            </a:r>
            <a:r>
              <a:rPr lang="en-US" altLang="zh-CN" b="1" i="1">
                <a:sym typeface="Symbol" panose="05050102010706020507" pitchFamily="18" charset="2"/>
              </a:rPr>
              <a:t></a:t>
            </a:r>
            <a:endParaRPr lang="en-US" altLang="zh-CN" sz="2800" b="1" i="1"/>
          </a:p>
        </p:txBody>
      </p:sp>
      <p:sp>
        <p:nvSpPr>
          <p:cNvPr id="29764" name="Text Box 68">
            <a:extLst>
              <a:ext uri="{FF2B5EF4-FFF2-40B4-BE49-F238E27FC236}">
                <a16:creationId xmlns:a16="http://schemas.microsoft.com/office/drawing/2014/main" id="{BF20C7F9-3F38-40A3-B508-073E505B13FD}"/>
              </a:ext>
            </a:extLst>
          </p:cNvPr>
          <p:cNvSpPr txBox="1">
            <a:spLocks noChangeArrowheads="1"/>
          </p:cNvSpPr>
          <p:nvPr/>
        </p:nvSpPr>
        <p:spPr bwMode="auto">
          <a:xfrm>
            <a:off x="609600" y="5105400"/>
            <a:ext cx="1981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solidFill>
                  <a:srgbClr val="FF3300"/>
                </a:solidFill>
              </a:rPr>
              <a:t>s</a:t>
            </a:r>
            <a:r>
              <a:rPr lang="en-US" altLang="zh-CN" sz="2800" b="1" baseline="-25000">
                <a:solidFill>
                  <a:srgbClr val="FF3300"/>
                </a:solidFill>
              </a:rPr>
              <a:t>0 </a:t>
            </a:r>
            <a:r>
              <a:rPr lang="en-US" altLang="zh-CN" sz="2800" b="1" i="1">
                <a:solidFill>
                  <a:srgbClr val="FF3300"/>
                </a:solidFill>
                <a:sym typeface="Symbol" panose="05050102010706020507" pitchFamily="18" charset="2"/>
              </a:rPr>
              <a:t>- </a:t>
            </a:r>
            <a:r>
              <a:rPr lang="en-US" altLang="zh-CN" sz="2800" b="1">
                <a:solidFill>
                  <a:srgbClr val="FF3300"/>
                </a:solidFill>
                <a:sym typeface="Symbol" panose="05050102010706020507" pitchFamily="18" charset="2"/>
              </a:rPr>
              <a:t>1/</a:t>
            </a:r>
            <a:r>
              <a:rPr lang="en-US" altLang="zh-CN" sz="2800" b="1" i="1">
                <a:solidFill>
                  <a:srgbClr val="FF3300"/>
                </a:solidFill>
                <a:sym typeface="Symbol" panose="05050102010706020507" pitchFamily="18" charset="2"/>
              </a:rPr>
              <a:t></a:t>
            </a:r>
            <a:r>
              <a:rPr lang="en-US" altLang="zh-CN" sz="2800" b="1">
                <a:solidFill>
                  <a:srgbClr val="FF3300"/>
                </a:solidFill>
                <a:sym typeface="Symbol" panose="05050102010706020507" pitchFamily="18" charset="2"/>
              </a:rPr>
              <a:t>  = </a:t>
            </a:r>
            <a:r>
              <a:rPr lang="en-US" altLang="zh-CN" sz="2800" b="1" i="1">
                <a:solidFill>
                  <a:srgbClr val="FF3300"/>
                </a:solidFill>
                <a:sym typeface="Symbol" panose="05050102010706020507" pitchFamily="18" charset="2"/>
              </a:rPr>
              <a:t> </a:t>
            </a:r>
            <a:endParaRPr lang="en-US" altLang="zh-CN" sz="2800" b="1">
              <a:solidFill>
                <a:srgbClr val="FF3300"/>
              </a:solidFill>
              <a:sym typeface="Math1" pitchFamily="2" charset="2"/>
            </a:endParaRPr>
          </a:p>
        </p:txBody>
      </p:sp>
      <p:grpSp>
        <p:nvGrpSpPr>
          <p:cNvPr id="9" name="Group 3094">
            <a:extLst>
              <a:ext uri="{FF2B5EF4-FFF2-40B4-BE49-F238E27FC236}">
                <a16:creationId xmlns:a16="http://schemas.microsoft.com/office/drawing/2014/main" id="{18638B25-41F0-4D58-9196-7328AAF573E0}"/>
              </a:ext>
            </a:extLst>
          </p:cNvPr>
          <p:cNvGrpSpPr>
            <a:grpSpLocks/>
          </p:cNvGrpSpPr>
          <p:nvPr/>
        </p:nvGrpSpPr>
        <p:grpSpPr bwMode="auto">
          <a:xfrm>
            <a:off x="4643438" y="5319713"/>
            <a:ext cx="3665537" cy="1090612"/>
            <a:chOff x="2925" y="3351"/>
            <a:chExt cx="2309" cy="687"/>
          </a:xfrm>
        </p:grpSpPr>
        <p:sp>
          <p:nvSpPr>
            <p:cNvPr id="34836" name="Rectangle 3092">
              <a:extLst>
                <a:ext uri="{FF2B5EF4-FFF2-40B4-BE49-F238E27FC236}">
                  <a16:creationId xmlns:a16="http://schemas.microsoft.com/office/drawing/2014/main" id="{3DE4AF2C-5C79-4716-ACC9-90F12F93313A}"/>
                </a:ext>
              </a:extLst>
            </p:cNvPr>
            <p:cNvSpPr>
              <a:spLocks noChangeArrowheads="1"/>
            </p:cNvSpPr>
            <p:nvPr/>
          </p:nvSpPr>
          <p:spPr bwMode="auto">
            <a:xfrm>
              <a:off x="2925" y="3657"/>
              <a:ext cx="2309" cy="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zh-CN" altLang="en-US" sz="2800" b="1">
                  <a:sym typeface="Symbol" panose="05050102010706020507" pitchFamily="18" charset="2"/>
                </a:rPr>
                <a:t>降低</a:t>
              </a:r>
              <a:r>
                <a:rPr lang="zh-CN" altLang="en-US" sz="2800" b="1"/>
                <a:t>被传染人数比例 </a:t>
              </a:r>
              <a:r>
                <a:rPr lang="en-US" altLang="zh-CN" sz="2800" b="1" i="1"/>
                <a:t>x</a:t>
              </a:r>
            </a:p>
          </p:txBody>
        </p:sp>
        <p:sp>
          <p:nvSpPr>
            <p:cNvPr id="34837" name="AutoShape 3093">
              <a:extLst>
                <a:ext uri="{FF2B5EF4-FFF2-40B4-BE49-F238E27FC236}">
                  <a16:creationId xmlns:a16="http://schemas.microsoft.com/office/drawing/2014/main" id="{88667A79-5F8F-40B9-ADEB-DB9B31B49968}"/>
                </a:ext>
              </a:extLst>
            </p:cNvPr>
            <p:cNvSpPr>
              <a:spLocks noChangeArrowheads="1"/>
            </p:cNvSpPr>
            <p:nvPr/>
          </p:nvSpPr>
          <p:spPr bwMode="auto">
            <a:xfrm>
              <a:off x="4241" y="3351"/>
              <a:ext cx="91" cy="306"/>
            </a:xfrm>
            <a:prstGeom prst="rightArrow">
              <a:avLst>
                <a:gd name="adj1" fmla="val 50000"/>
                <a:gd name="adj2" fmla="val 25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grpId="0" nodeType="clickEffect">
                                  <p:stCondLst>
                                    <p:cond delay="0"/>
                                  </p:stCondLst>
                                  <p:childTnLst>
                                    <p:set>
                                      <p:cBhvr>
                                        <p:cTn id="6" dur="1" fill="hold">
                                          <p:stCondLst>
                                            <p:cond delay="0"/>
                                          </p:stCondLst>
                                        </p:cTn>
                                        <p:tgtEl>
                                          <p:spTgt spid="29700"/>
                                        </p:tgtEl>
                                        <p:attrNameLst>
                                          <p:attrName>style.visibility</p:attrName>
                                        </p:attrNameLst>
                                      </p:cBhvr>
                                      <p:to>
                                        <p:strVal val="visible"/>
                                      </p:to>
                                    </p:set>
                                    <p:anim calcmode="lin" valueType="num">
                                      <p:cBhvr additive="base">
                                        <p:cTn id="7" dur="1000" fill="hold"/>
                                        <p:tgtEl>
                                          <p:spTgt spid="29700"/>
                                        </p:tgtEl>
                                        <p:attrNameLst>
                                          <p:attrName>ppt_x</p:attrName>
                                        </p:attrNameLst>
                                      </p:cBhvr>
                                      <p:tavLst>
                                        <p:tav tm="0">
                                          <p:val>
                                            <p:strVal val="#ppt_x"/>
                                          </p:val>
                                        </p:tav>
                                        <p:tav tm="100000">
                                          <p:val>
                                            <p:strVal val="#ppt_x"/>
                                          </p:val>
                                        </p:tav>
                                      </p:tavLst>
                                    </p:anim>
                                    <p:anim calcmode="lin" valueType="num">
                                      <p:cBhvr additive="base">
                                        <p:cTn id="8" dur="1000" fill="hold"/>
                                        <p:tgtEl>
                                          <p:spTgt spid="29700"/>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5" presetClass="entr" presetSubtype="1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checkerboard(across)">
                                      <p:cBhvr>
                                        <p:cTn id="13" dur="1000"/>
                                        <p:tgtEl>
                                          <p:spTgt spid="2"/>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4" presetClass="entr" presetSubtype="32" fill="hold"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box(out)">
                                      <p:cBhvr>
                                        <p:cTn id="18" dur="1000"/>
                                        <p:tgtEl>
                                          <p:spTgt spid="5"/>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4" presetClass="entr" presetSubtype="16" fill="hold" nodeType="clickEffect">
                                  <p:stCondLst>
                                    <p:cond delay="0"/>
                                  </p:stCondLst>
                                  <p:childTnLst>
                                    <p:set>
                                      <p:cBhvr>
                                        <p:cTn id="22" dur="1" fill="hold">
                                          <p:stCondLst>
                                            <p:cond delay="0"/>
                                          </p:stCondLst>
                                        </p:cTn>
                                        <p:tgtEl>
                                          <p:spTgt spid="29701"/>
                                        </p:tgtEl>
                                        <p:attrNameLst>
                                          <p:attrName>style.visibility</p:attrName>
                                        </p:attrNameLst>
                                      </p:cBhvr>
                                      <p:to>
                                        <p:strVal val="visible"/>
                                      </p:to>
                                    </p:set>
                                    <p:animEffect transition="in" filter="box(in)">
                                      <p:cBhvr>
                                        <p:cTn id="23" dur="1000"/>
                                        <p:tgtEl>
                                          <p:spTgt spid="29701"/>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10" fill="hold"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blinds(horizontal)">
                                      <p:cBhvr>
                                        <p:cTn id="28" dur="1000"/>
                                        <p:tgtEl>
                                          <p:spTgt spid="7"/>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3" presetClass="entr" presetSubtype="5" fill="hold" nodeType="clickEffect">
                                  <p:stCondLst>
                                    <p:cond delay="0"/>
                                  </p:stCondLst>
                                  <p:childTnLst>
                                    <p:set>
                                      <p:cBhvr>
                                        <p:cTn id="32" dur="1" fill="hold">
                                          <p:stCondLst>
                                            <p:cond delay="0"/>
                                          </p:stCondLst>
                                        </p:cTn>
                                        <p:tgtEl>
                                          <p:spTgt spid="29706"/>
                                        </p:tgtEl>
                                        <p:attrNameLst>
                                          <p:attrName>style.visibility</p:attrName>
                                        </p:attrNameLst>
                                      </p:cBhvr>
                                      <p:to>
                                        <p:strVal val="visible"/>
                                      </p:to>
                                    </p:set>
                                    <p:animEffect transition="in" filter="blinds(vertical)">
                                      <p:cBhvr>
                                        <p:cTn id="33" dur="1000"/>
                                        <p:tgtEl>
                                          <p:spTgt spid="29706"/>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1" presetClass="entr" presetSubtype="0" fill="hold" nodeType="clickEffect">
                                  <p:stCondLst>
                                    <p:cond delay="0"/>
                                  </p:stCondLst>
                                  <p:childTnLst>
                                    <p:set>
                                      <p:cBhvr>
                                        <p:cTn id="37" dur="1" fill="hold">
                                          <p:stCondLst>
                                            <p:cond delay="499"/>
                                          </p:stCondLst>
                                        </p:cTn>
                                        <p:tgtEl>
                                          <p:spTgt spid="4"/>
                                        </p:tgtEl>
                                        <p:attrNameLst>
                                          <p:attrName>style.visibility</p:attrName>
                                        </p:attrNameLst>
                                      </p:cBhvr>
                                      <p:to>
                                        <p:strVal val="visible"/>
                                      </p:to>
                                    </p:set>
                                  </p:childTnLst>
                                </p:cTn>
                              </p:par>
                            </p:childTnLst>
                          </p:cTn>
                        </p:par>
                      </p:childTnLst>
                    </p:cTn>
                  </p:par>
                  <p:par>
                    <p:cTn id="38" fill="hold" nodeType="clickPar">
                      <p:stCondLst>
                        <p:cond delay="indefinite"/>
                      </p:stCondLst>
                      <p:childTnLst>
                        <p:par>
                          <p:cTn id="39" fill="hold" nodeType="withGroup">
                            <p:stCondLst>
                              <p:cond delay="0"/>
                            </p:stCondLst>
                            <p:childTnLst>
                              <p:par>
                                <p:cTn id="40" presetID="5" presetClass="entr" presetSubtype="10" fill="hold" nodeType="clickEffect">
                                  <p:stCondLst>
                                    <p:cond delay="0"/>
                                  </p:stCondLst>
                                  <p:childTnLst>
                                    <p:set>
                                      <p:cBhvr>
                                        <p:cTn id="41" dur="1" fill="hold">
                                          <p:stCondLst>
                                            <p:cond delay="0"/>
                                          </p:stCondLst>
                                        </p:cTn>
                                        <p:tgtEl>
                                          <p:spTgt spid="29707"/>
                                        </p:tgtEl>
                                        <p:attrNameLst>
                                          <p:attrName>style.visibility</p:attrName>
                                        </p:attrNameLst>
                                      </p:cBhvr>
                                      <p:to>
                                        <p:strVal val="visible"/>
                                      </p:to>
                                    </p:set>
                                    <p:animEffect transition="in" filter="checkerboard(across)">
                                      <p:cBhvr>
                                        <p:cTn id="42" dur="1000"/>
                                        <p:tgtEl>
                                          <p:spTgt spid="29707"/>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5" fill="hold" nodeType="clickEffect">
                                  <p:stCondLst>
                                    <p:cond delay="0"/>
                                  </p:stCondLst>
                                  <p:childTnLst>
                                    <p:set>
                                      <p:cBhvr>
                                        <p:cTn id="46" dur="1" fill="hold">
                                          <p:stCondLst>
                                            <p:cond delay="0"/>
                                          </p:stCondLst>
                                        </p:cTn>
                                        <p:tgtEl>
                                          <p:spTgt spid="3"/>
                                        </p:tgtEl>
                                        <p:attrNameLst>
                                          <p:attrName>style.visibility</p:attrName>
                                        </p:attrNameLst>
                                      </p:cBhvr>
                                      <p:to>
                                        <p:strVal val="visible"/>
                                      </p:to>
                                    </p:set>
                                    <p:animEffect transition="in" filter="blinds(vertical)">
                                      <p:cBhvr>
                                        <p:cTn id="47" dur="1000"/>
                                        <p:tgtEl>
                                          <p:spTgt spid="3"/>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3" presetClass="entr" presetSubtype="528" fill="hold" nodeType="clickEffect">
                                  <p:stCondLst>
                                    <p:cond delay="0"/>
                                  </p:stCondLst>
                                  <p:childTnLst>
                                    <p:set>
                                      <p:cBhvr>
                                        <p:cTn id="51" dur="1" fill="hold">
                                          <p:stCondLst>
                                            <p:cond delay="0"/>
                                          </p:stCondLst>
                                        </p:cTn>
                                        <p:tgtEl>
                                          <p:spTgt spid="6"/>
                                        </p:tgtEl>
                                        <p:attrNameLst>
                                          <p:attrName>style.visibility</p:attrName>
                                        </p:attrNameLst>
                                      </p:cBhvr>
                                      <p:to>
                                        <p:strVal val="visible"/>
                                      </p:to>
                                    </p:set>
                                    <p:anim calcmode="lin" valueType="num">
                                      <p:cBhvr>
                                        <p:cTn id="52" dur="1000" fill="hold"/>
                                        <p:tgtEl>
                                          <p:spTgt spid="6"/>
                                        </p:tgtEl>
                                        <p:attrNameLst>
                                          <p:attrName>ppt_w</p:attrName>
                                        </p:attrNameLst>
                                      </p:cBhvr>
                                      <p:tavLst>
                                        <p:tav tm="0">
                                          <p:val>
                                            <p:fltVal val="0"/>
                                          </p:val>
                                        </p:tav>
                                        <p:tav tm="100000">
                                          <p:val>
                                            <p:strVal val="#ppt_w"/>
                                          </p:val>
                                        </p:tav>
                                      </p:tavLst>
                                    </p:anim>
                                    <p:anim calcmode="lin" valueType="num">
                                      <p:cBhvr>
                                        <p:cTn id="53" dur="1000" fill="hold"/>
                                        <p:tgtEl>
                                          <p:spTgt spid="6"/>
                                        </p:tgtEl>
                                        <p:attrNameLst>
                                          <p:attrName>ppt_h</p:attrName>
                                        </p:attrNameLst>
                                      </p:cBhvr>
                                      <p:tavLst>
                                        <p:tav tm="0">
                                          <p:val>
                                            <p:fltVal val="0"/>
                                          </p:val>
                                        </p:tav>
                                        <p:tav tm="100000">
                                          <p:val>
                                            <p:strVal val="#ppt_h"/>
                                          </p:val>
                                        </p:tav>
                                      </p:tavLst>
                                    </p:anim>
                                    <p:anim calcmode="lin" valueType="num">
                                      <p:cBhvr>
                                        <p:cTn id="54" dur="1000" fill="hold"/>
                                        <p:tgtEl>
                                          <p:spTgt spid="6"/>
                                        </p:tgtEl>
                                        <p:attrNameLst>
                                          <p:attrName>ppt_x</p:attrName>
                                        </p:attrNameLst>
                                      </p:cBhvr>
                                      <p:tavLst>
                                        <p:tav tm="0">
                                          <p:val>
                                            <p:fltVal val="0.5"/>
                                          </p:val>
                                        </p:tav>
                                        <p:tav tm="100000">
                                          <p:val>
                                            <p:strVal val="#ppt_x"/>
                                          </p:val>
                                        </p:tav>
                                      </p:tavLst>
                                    </p:anim>
                                    <p:anim calcmode="lin" valueType="num">
                                      <p:cBhvr>
                                        <p:cTn id="55" dur="1000" fill="hold"/>
                                        <p:tgtEl>
                                          <p:spTgt spid="6"/>
                                        </p:tgtEl>
                                        <p:attrNameLst>
                                          <p:attrName>ppt_y</p:attrName>
                                        </p:attrNameLst>
                                      </p:cBhvr>
                                      <p:tavLst>
                                        <p:tav tm="0">
                                          <p:val>
                                            <p:fltVal val="0.5"/>
                                          </p:val>
                                        </p:tav>
                                        <p:tav tm="100000">
                                          <p:val>
                                            <p:strVal val="#ppt_y"/>
                                          </p:val>
                                        </p:tav>
                                      </p:tavLst>
                                    </p:anim>
                                  </p:childTnLst>
                                </p:cTn>
                              </p:par>
                            </p:childTnLst>
                          </p:cTn>
                        </p:par>
                      </p:childTnLst>
                    </p:cTn>
                  </p:par>
                  <p:par>
                    <p:cTn id="56" fill="hold" nodeType="clickPar">
                      <p:stCondLst>
                        <p:cond delay="indefinite"/>
                      </p:stCondLst>
                      <p:childTnLst>
                        <p:par>
                          <p:cTn id="57" fill="hold" nodeType="withGroup">
                            <p:stCondLst>
                              <p:cond delay="0"/>
                            </p:stCondLst>
                            <p:childTnLst>
                              <p:par>
                                <p:cTn id="58" presetID="2" presetClass="entr" presetSubtype="8" fill="hold" grpId="0" nodeType="clickEffect">
                                  <p:stCondLst>
                                    <p:cond delay="0"/>
                                  </p:stCondLst>
                                  <p:childTnLst>
                                    <p:set>
                                      <p:cBhvr>
                                        <p:cTn id="59" dur="1" fill="hold">
                                          <p:stCondLst>
                                            <p:cond delay="0"/>
                                          </p:stCondLst>
                                        </p:cTn>
                                        <p:tgtEl>
                                          <p:spTgt spid="29764"/>
                                        </p:tgtEl>
                                        <p:attrNameLst>
                                          <p:attrName>style.visibility</p:attrName>
                                        </p:attrNameLst>
                                      </p:cBhvr>
                                      <p:to>
                                        <p:strVal val="visible"/>
                                      </p:to>
                                    </p:set>
                                    <p:anim calcmode="lin" valueType="num">
                                      <p:cBhvr additive="base">
                                        <p:cTn id="60" dur="1000" fill="hold"/>
                                        <p:tgtEl>
                                          <p:spTgt spid="29764"/>
                                        </p:tgtEl>
                                        <p:attrNameLst>
                                          <p:attrName>ppt_x</p:attrName>
                                        </p:attrNameLst>
                                      </p:cBhvr>
                                      <p:tavLst>
                                        <p:tav tm="0">
                                          <p:val>
                                            <p:strVal val="0-#ppt_w/2"/>
                                          </p:val>
                                        </p:tav>
                                        <p:tav tm="100000">
                                          <p:val>
                                            <p:strVal val="#ppt_x"/>
                                          </p:val>
                                        </p:tav>
                                      </p:tavLst>
                                    </p:anim>
                                    <p:anim calcmode="lin" valueType="num">
                                      <p:cBhvr additive="base">
                                        <p:cTn id="61" dur="1000" fill="hold"/>
                                        <p:tgtEl>
                                          <p:spTgt spid="29764"/>
                                        </p:tgtEl>
                                        <p:attrNameLst>
                                          <p:attrName>ppt_y</p:attrName>
                                        </p:attrNameLst>
                                      </p:cBhvr>
                                      <p:tavLst>
                                        <p:tav tm="0">
                                          <p:val>
                                            <p:strVal val="#ppt_y"/>
                                          </p:val>
                                        </p:tav>
                                        <p:tav tm="100000">
                                          <p:val>
                                            <p:strVal val="#ppt_y"/>
                                          </p:val>
                                        </p:tav>
                                      </p:tavLst>
                                    </p:anim>
                                  </p:childTnLst>
                                </p:cTn>
                              </p:par>
                            </p:childTnLst>
                          </p:cTn>
                        </p:par>
                      </p:childTnLst>
                    </p:cTn>
                  </p:par>
                  <p:par>
                    <p:cTn id="62" fill="hold" nodeType="clickPar">
                      <p:stCondLst>
                        <p:cond delay="indefinite"/>
                      </p:stCondLst>
                      <p:childTnLst>
                        <p:par>
                          <p:cTn id="63" fill="hold" nodeType="withGroup">
                            <p:stCondLst>
                              <p:cond delay="0"/>
                            </p:stCondLst>
                            <p:childTnLst>
                              <p:par>
                                <p:cTn id="64" presetID="2" presetClass="entr" presetSubtype="8" fill="hold" grpId="0" nodeType="clickEffect">
                                  <p:stCondLst>
                                    <p:cond delay="0"/>
                                  </p:stCondLst>
                                  <p:childTnLst>
                                    <p:set>
                                      <p:cBhvr>
                                        <p:cTn id="65" dur="1" fill="hold">
                                          <p:stCondLst>
                                            <p:cond delay="0"/>
                                          </p:stCondLst>
                                        </p:cTn>
                                        <p:tgtEl>
                                          <p:spTgt spid="29760"/>
                                        </p:tgtEl>
                                        <p:attrNameLst>
                                          <p:attrName>style.visibility</p:attrName>
                                        </p:attrNameLst>
                                      </p:cBhvr>
                                      <p:to>
                                        <p:strVal val="visible"/>
                                      </p:to>
                                    </p:set>
                                    <p:anim calcmode="lin" valueType="num">
                                      <p:cBhvr additive="base">
                                        <p:cTn id="66" dur="1000" fill="hold"/>
                                        <p:tgtEl>
                                          <p:spTgt spid="29760"/>
                                        </p:tgtEl>
                                        <p:attrNameLst>
                                          <p:attrName>ppt_x</p:attrName>
                                        </p:attrNameLst>
                                      </p:cBhvr>
                                      <p:tavLst>
                                        <p:tav tm="0">
                                          <p:val>
                                            <p:strVal val="0-#ppt_w/2"/>
                                          </p:val>
                                        </p:tav>
                                        <p:tav tm="100000">
                                          <p:val>
                                            <p:strVal val="#ppt_x"/>
                                          </p:val>
                                        </p:tav>
                                      </p:tavLst>
                                    </p:anim>
                                    <p:anim calcmode="lin" valueType="num">
                                      <p:cBhvr additive="base">
                                        <p:cTn id="67" dur="1000" fill="hold"/>
                                        <p:tgtEl>
                                          <p:spTgt spid="29760"/>
                                        </p:tgtEl>
                                        <p:attrNameLst>
                                          <p:attrName>ppt_y</p:attrName>
                                        </p:attrNameLst>
                                      </p:cBhvr>
                                      <p:tavLst>
                                        <p:tav tm="0">
                                          <p:val>
                                            <p:strVal val="#ppt_y"/>
                                          </p:val>
                                        </p:tav>
                                        <p:tav tm="100000">
                                          <p:val>
                                            <p:strVal val="#ppt_y"/>
                                          </p:val>
                                        </p:tav>
                                      </p:tavLst>
                                    </p:anim>
                                  </p:childTnLst>
                                </p:cTn>
                              </p:par>
                            </p:childTnLst>
                          </p:cTn>
                        </p:par>
                      </p:childTnLst>
                    </p:cTn>
                  </p:par>
                  <p:par>
                    <p:cTn id="68" fill="hold" nodeType="clickPar">
                      <p:stCondLst>
                        <p:cond delay="indefinite"/>
                      </p:stCondLst>
                      <p:childTnLst>
                        <p:par>
                          <p:cTn id="69" fill="hold" nodeType="withGroup">
                            <p:stCondLst>
                              <p:cond delay="0"/>
                            </p:stCondLst>
                            <p:childTnLst>
                              <p:par>
                                <p:cTn id="70" presetID="1" presetClass="entr" presetSubtype="0" fill="hold" nodeType="clickEffect">
                                  <p:stCondLst>
                                    <p:cond delay="0"/>
                                  </p:stCondLst>
                                  <p:childTnLst>
                                    <p:set>
                                      <p:cBhvr>
                                        <p:cTn id="71" dur="1" fill="hold">
                                          <p:stCondLst>
                                            <p:cond delay="499"/>
                                          </p:stCondLst>
                                        </p:cTn>
                                        <p:tgtEl>
                                          <p:spTgt spid="8"/>
                                        </p:tgtEl>
                                        <p:attrNameLst>
                                          <p:attrName>style.visibility</p:attrName>
                                        </p:attrNameLst>
                                      </p:cBhvr>
                                      <p:to>
                                        <p:strVal val="visible"/>
                                      </p:to>
                                    </p:set>
                                  </p:childTnLst>
                                </p:cTn>
                              </p:par>
                            </p:childTnLst>
                          </p:cTn>
                        </p:par>
                      </p:childTnLst>
                    </p:cTn>
                  </p:par>
                  <p:par>
                    <p:cTn id="72" fill="hold" nodeType="clickPar">
                      <p:stCondLst>
                        <p:cond delay="indefinite"/>
                      </p:stCondLst>
                      <p:childTnLst>
                        <p:par>
                          <p:cTn id="73" fill="hold" nodeType="withGroup">
                            <p:stCondLst>
                              <p:cond delay="0"/>
                            </p:stCondLst>
                            <p:childTnLst>
                              <p:par>
                                <p:cTn id="74" presetID="23" presetClass="entr" presetSubtype="272" fill="hold" nodeType="clickEffect">
                                  <p:stCondLst>
                                    <p:cond delay="0"/>
                                  </p:stCondLst>
                                  <p:childTnLst>
                                    <p:set>
                                      <p:cBhvr>
                                        <p:cTn id="75" dur="1" fill="hold">
                                          <p:stCondLst>
                                            <p:cond delay="0"/>
                                          </p:stCondLst>
                                        </p:cTn>
                                        <p:tgtEl>
                                          <p:spTgt spid="29712"/>
                                        </p:tgtEl>
                                        <p:attrNameLst>
                                          <p:attrName>style.visibility</p:attrName>
                                        </p:attrNameLst>
                                      </p:cBhvr>
                                      <p:to>
                                        <p:strVal val="visible"/>
                                      </p:to>
                                    </p:set>
                                    <p:anim calcmode="lin" valueType="num">
                                      <p:cBhvr>
                                        <p:cTn id="76" dur="1000" fill="hold"/>
                                        <p:tgtEl>
                                          <p:spTgt spid="29712"/>
                                        </p:tgtEl>
                                        <p:attrNameLst>
                                          <p:attrName>ppt_w</p:attrName>
                                        </p:attrNameLst>
                                      </p:cBhvr>
                                      <p:tavLst>
                                        <p:tav tm="0">
                                          <p:val>
                                            <p:strVal val="2/3*#ppt_w"/>
                                          </p:val>
                                        </p:tav>
                                        <p:tav tm="100000">
                                          <p:val>
                                            <p:strVal val="#ppt_w"/>
                                          </p:val>
                                        </p:tav>
                                      </p:tavLst>
                                    </p:anim>
                                    <p:anim calcmode="lin" valueType="num">
                                      <p:cBhvr>
                                        <p:cTn id="77" dur="1000" fill="hold"/>
                                        <p:tgtEl>
                                          <p:spTgt spid="29712"/>
                                        </p:tgtEl>
                                        <p:attrNameLst>
                                          <p:attrName>ppt_h</p:attrName>
                                        </p:attrNameLst>
                                      </p:cBhvr>
                                      <p:tavLst>
                                        <p:tav tm="0">
                                          <p:val>
                                            <p:strVal val="2/3*#ppt_h"/>
                                          </p:val>
                                        </p:tav>
                                        <p:tav tm="100000">
                                          <p:val>
                                            <p:strVal val="#ppt_h"/>
                                          </p:val>
                                        </p:tav>
                                      </p:tavLst>
                                    </p:anim>
                                  </p:childTnLst>
                                </p:cTn>
                              </p:par>
                            </p:childTnLst>
                          </p:cTn>
                        </p:par>
                      </p:childTnLst>
                    </p:cTn>
                  </p:par>
                  <p:par>
                    <p:cTn id="78" fill="hold" nodeType="clickPar">
                      <p:stCondLst>
                        <p:cond delay="indefinite"/>
                      </p:stCondLst>
                      <p:childTnLst>
                        <p:par>
                          <p:cTn id="79" fill="hold" nodeType="withGroup">
                            <p:stCondLst>
                              <p:cond delay="0"/>
                            </p:stCondLst>
                            <p:childTnLst>
                              <p:par>
                                <p:cTn id="80" presetID="3" presetClass="entr" presetSubtype="5" fill="hold" grpId="0" nodeType="clickEffect">
                                  <p:stCondLst>
                                    <p:cond delay="0"/>
                                  </p:stCondLst>
                                  <p:childTnLst>
                                    <p:set>
                                      <p:cBhvr>
                                        <p:cTn id="81" dur="1" fill="hold">
                                          <p:stCondLst>
                                            <p:cond delay="0"/>
                                          </p:stCondLst>
                                        </p:cTn>
                                        <p:tgtEl>
                                          <p:spTgt spid="29763"/>
                                        </p:tgtEl>
                                        <p:attrNameLst>
                                          <p:attrName>style.visibility</p:attrName>
                                        </p:attrNameLst>
                                      </p:cBhvr>
                                      <p:to>
                                        <p:strVal val="visible"/>
                                      </p:to>
                                    </p:set>
                                    <p:animEffect transition="in" filter="blinds(vertical)">
                                      <p:cBhvr>
                                        <p:cTn id="82" dur="1000"/>
                                        <p:tgtEl>
                                          <p:spTgt spid="29763"/>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5" presetClass="entr" presetSubtype="10" fill="hold" nodeType="clickEffect">
                                  <p:stCondLst>
                                    <p:cond delay="0"/>
                                  </p:stCondLst>
                                  <p:childTnLst>
                                    <p:set>
                                      <p:cBhvr>
                                        <p:cTn id="86" dur="1" fill="hold">
                                          <p:stCondLst>
                                            <p:cond delay="0"/>
                                          </p:stCondLst>
                                        </p:cTn>
                                        <p:tgtEl>
                                          <p:spTgt spid="9"/>
                                        </p:tgtEl>
                                        <p:attrNameLst>
                                          <p:attrName>style.visibility</p:attrName>
                                        </p:attrNameLst>
                                      </p:cBhvr>
                                      <p:to>
                                        <p:strVal val="visible"/>
                                      </p:to>
                                    </p:set>
                                    <p:animEffect transition="in" filter="checkerboard(across)">
                                      <p:cBhvr>
                                        <p:cTn id="87"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0" grpId="0" animBg="1" autoUpdateAnimBg="0"/>
      <p:bldP spid="29760" grpId="0" autoUpdateAnimBg="0"/>
      <p:bldP spid="29763" grpId="0" autoUpdateAnimBg="0"/>
      <p:bldP spid="29764" grpId="0"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ext Box 4">
            <a:extLst>
              <a:ext uri="{FF2B5EF4-FFF2-40B4-BE49-F238E27FC236}">
                <a16:creationId xmlns:a16="http://schemas.microsoft.com/office/drawing/2014/main" id="{A5AAB293-9C5D-4932-A851-01AA4EE3BD62}"/>
              </a:ext>
            </a:extLst>
          </p:cNvPr>
          <p:cNvSpPr txBox="1">
            <a:spLocks noChangeArrowheads="1"/>
          </p:cNvSpPr>
          <p:nvPr/>
        </p:nvSpPr>
        <p:spPr bwMode="auto">
          <a:xfrm>
            <a:off x="2555875" y="620713"/>
            <a:ext cx="3810000" cy="64135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3600" b="1">
                <a:ea typeface="楷体_GB2312" pitchFamily="49" charset="-122"/>
              </a:rPr>
              <a:t>传染病模型</a:t>
            </a:r>
          </a:p>
        </p:txBody>
      </p:sp>
      <p:pic>
        <p:nvPicPr>
          <p:cNvPr id="35843" name="Picture 5" descr="PE01023_">
            <a:extLst>
              <a:ext uri="{FF2B5EF4-FFF2-40B4-BE49-F238E27FC236}">
                <a16:creationId xmlns:a16="http://schemas.microsoft.com/office/drawing/2014/main" id="{B21467A2-3E4B-40CF-A27C-822F3554EB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59750" y="549275"/>
            <a:ext cx="746125" cy="935038"/>
          </a:xfrm>
          <a:prstGeom prst="rect">
            <a:avLst/>
          </a:prstGeom>
          <a:solidFill>
            <a:srgbClr val="FF99CC"/>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112646" name="Text Box 6">
            <a:extLst>
              <a:ext uri="{FF2B5EF4-FFF2-40B4-BE49-F238E27FC236}">
                <a16:creationId xmlns:a16="http://schemas.microsoft.com/office/drawing/2014/main" id="{9424DDFC-6525-4043-A207-BBE123F6D6A8}"/>
              </a:ext>
            </a:extLst>
          </p:cNvPr>
          <p:cNvSpPr txBox="1">
            <a:spLocks noChangeArrowheads="1"/>
          </p:cNvSpPr>
          <p:nvPr/>
        </p:nvSpPr>
        <p:spPr bwMode="auto">
          <a:xfrm>
            <a:off x="539750" y="1844675"/>
            <a:ext cx="1371600" cy="519113"/>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ea typeface="楷体_GB2312" pitchFamily="49" charset="-122"/>
              </a:rPr>
              <a:t>模型</a:t>
            </a:r>
            <a:r>
              <a:rPr lang="en-US" altLang="zh-CN" sz="2800" b="1">
                <a:ea typeface="楷体_GB2312" pitchFamily="49" charset="-122"/>
              </a:rPr>
              <a:t>1</a:t>
            </a:r>
          </a:p>
        </p:txBody>
      </p:sp>
      <p:sp>
        <p:nvSpPr>
          <p:cNvPr id="112647" name="Text Box 7">
            <a:extLst>
              <a:ext uri="{FF2B5EF4-FFF2-40B4-BE49-F238E27FC236}">
                <a16:creationId xmlns:a16="http://schemas.microsoft.com/office/drawing/2014/main" id="{3B284ECB-3CE2-4F70-9E4C-431E326781A0}"/>
              </a:ext>
            </a:extLst>
          </p:cNvPr>
          <p:cNvSpPr txBox="1">
            <a:spLocks noChangeArrowheads="1"/>
          </p:cNvSpPr>
          <p:nvPr/>
        </p:nvSpPr>
        <p:spPr bwMode="auto">
          <a:xfrm>
            <a:off x="2987675" y="1844675"/>
            <a:ext cx="1800225" cy="519113"/>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ea typeface="楷体_GB2312" pitchFamily="49" charset="-122"/>
              </a:rPr>
              <a:t>模型</a:t>
            </a:r>
            <a:r>
              <a:rPr lang="en-US" altLang="zh-CN" sz="2800" b="1">
                <a:ea typeface="楷体_GB2312" pitchFamily="49" charset="-122"/>
              </a:rPr>
              <a:t>2  (</a:t>
            </a:r>
            <a:r>
              <a:rPr lang="en-US" altLang="zh-CN" sz="2800" b="1"/>
              <a:t>SI)</a:t>
            </a:r>
          </a:p>
        </p:txBody>
      </p:sp>
      <p:sp>
        <p:nvSpPr>
          <p:cNvPr id="112648" name="Text Box 8">
            <a:extLst>
              <a:ext uri="{FF2B5EF4-FFF2-40B4-BE49-F238E27FC236}">
                <a16:creationId xmlns:a16="http://schemas.microsoft.com/office/drawing/2014/main" id="{D4DC82F1-060D-427F-9CD3-34660CAC9067}"/>
              </a:ext>
            </a:extLst>
          </p:cNvPr>
          <p:cNvSpPr txBox="1">
            <a:spLocks noChangeArrowheads="1"/>
          </p:cNvSpPr>
          <p:nvPr/>
        </p:nvSpPr>
        <p:spPr bwMode="auto">
          <a:xfrm>
            <a:off x="6443663" y="1484313"/>
            <a:ext cx="2016125" cy="519112"/>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ea typeface="楷体_GB2312" pitchFamily="49" charset="-122"/>
              </a:rPr>
              <a:t>模型</a:t>
            </a:r>
            <a:r>
              <a:rPr lang="en-US" altLang="zh-CN" sz="2800" b="1">
                <a:ea typeface="楷体_GB2312" pitchFamily="49" charset="-122"/>
              </a:rPr>
              <a:t>3 (</a:t>
            </a:r>
            <a:r>
              <a:rPr lang="en-US" altLang="zh-CN" sz="2800" b="1"/>
              <a:t>SIS)</a:t>
            </a:r>
          </a:p>
        </p:txBody>
      </p:sp>
      <p:sp>
        <p:nvSpPr>
          <p:cNvPr id="112649" name="Text Box 9">
            <a:extLst>
              <a:ext uri="{FF2B5EF4-FFF2-40B4-BE49-F238E27FC236}">
                <a16:creationId xmlns:a16="http://schemas.microsoft.com/office/drawing/2014/main" id="{E954E8F5-1673-429B-8C94-C26E60C2798D}"/>
              </a:ext>
            </a:extLst>
          </p:cNvPr>
          <p:cNvSpPr txBox="1">
            <a:spLocks noChangeArrowheads="1"/>
          </p:cNvSpPr>
          <p:nvPr/>
        </p:nvSpPr>
        <p:spPr bwMode="auto">
          <a:xfrm>
            <a:off x="6443663" y="2349500"/>
            <a:ext cx="2016125" cy="519113"/>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ea typeface="楷体_GB2312" pitchFamily="49" charset="-122"/>
              </a:rPr>
              <a:t>模型</a:t>
            </a:r>
            <a:r>
              <a:rPr lang="en-US" altLang="zh-CN" sz="2800" b="1">
                <a:ea typeface="楷体_GB2312" pitchFamily="49" charset="-122"/>
              </a:rPr>
              <a:t>4 (</a:t>
            </a:r>
            <a:r>
              <a:rPr lang="en-US" altLang="zh-CN" sz="2800" b="1"/>
              <a:t>SIR) </a:t>
            </a:r>
          </a:p>
        </p:txBody>
      </p:sp>
      <p:grpSp>
        <p:nvGrpSpPr>
          <p:cNvPr id="2" name="Group 24">
            <a:extLst>
              <a:ext uri="{FF2B5EF4-FFF2-40B4-BE49-F238E27FC236}">
                <a16:creationId xmlns:a16="http://schemas.microsoft.com/office/drawing/2014/main" id="{9E399FF7-9D24-4CFC-A38F-A25DA6890E09}"/>
              </a:ext>
            </a:extLst>
          </p:cNvPr>
          <p:cNvGrpSpPr>
            <a:grpSpLocks/>
          </p:cNvGrpSpPr>
          <p:nvPr/>
        </p:nvGrpSpPr>
        <p:grpSpPr bwMode="auto">
          <a:xfrm>
            <a:off x="1835150" y="2133600"/>
            <a:ext cx="1439863" cy="1184275"/>
            <a:chOff x="1156" y="1344"/>
            <a:chExt cx="907" cy="746"/>
          </a:xfrm>
        </p:grpSpPr>
        <p:sp>
          <p:nvSpPr>
            <p:cNvPr id="35857" name="Text Box 10">
              <a:extLst>
                <a:ext uri="{FF2B5EF4-FFF2-40B4-BE49-F238E27FC236}">
                  <a16:creationId xmlns:a16="http://schemas.microsoft.com/office/drawing/2014/main" id="{E547469D-EF96-4D79-9FD5-CD68AD7C0B7B}"/>
                </a:ext>
              </a:extLst>
            </p:cNvPr>
            <p:cNvSpPr txBox="1">
              <a:spLocks noChangeArrowheads="1"/>
            </p:cNvSpPr>
            <p:nvPr/>
          </p:nvSpPr>
          <p:spPr bwMode="auto">
            <a:xfrm>
              <a:off x="1156" y="1480"/>
              <a:ext cx="907" cy="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zh-CN" altLang="en-US" b="1"/>
                <a:t>区分病人和健康人</a:t>
              </a:r>
            </a:p>
          </p:txBody>
        </p:sp>
        <p:sp>
          <p:nvSpPr>
            <p:cNvPr id="35858" name="Line 12">
              <a:extLst>
                <a:ext uri="{FF2B5EF4-FFF2-40B4-BE49-F238E27FC236}">
                  <a16:creationId xmlns:a16="http://schemas.microsoft.com/office/drawing/2014/main" id="{068C84C9-B787-499D-BDF6-8876144B0E49}"/>
                </a:ext>
              </a:extLst>
            </p:cNvPr>
            <p:cNvSpPr>
              <a:spLocks noChangeShapeType="1"/>
            </p:cNvSpPr>
            <p:nvPr/>
          </p:nvSpPr>
          <p:spPr bwMode="auto">
            <a:xfrm>
              <a:off x="1202" y="1344"/>
              <a:ext cx="680" cy="0"/>
            </a:xfrm>
            <a:prstGeom prst="line">
              <a:avLst/>
            </a:prstGeom>
            <a:noFill/>
            <a:ln w="28575">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3" name="Group 25">
            <a:extLst>
              <a:ext uri="{FF2B5EF4-FFF2-40B4-BE49-F238E27FC236}">
                <a16:creationId xmlns:a16="http://schemas.microsoft.com/office/drawing/2014/main" id="{11131991-3D3F-4E00-A8DB-FEF9FF0B48A3}"/>
              </a:ext>
            </a:extLst>
          </p:cNvPr>
          <p:cNvGrpSpPr>
            <a:grpSpLocks/>
          </p:cNvGrpSpPr>
          <p:nvPr/>
        </p:nvGrpSpPr>
        <p:grpSpPr bwMode="auto">
          <a:xfrm>
            <a:off x="4500563" y="1700213"/>
            <a:ext cx="1943100" cy="1179512"/>
            <a:chOff x="2835" y="1071"/>
            <a:chExt cx="1224" cy="743"/>
          </a:xfrm>
        </p:grpSpPr>
        <p:sp>
          <p:nvSpPr>
            <p:cNvPr id="35852" name="Text Box 11">
              <a:extLst>
                <a:ext uri="{FF2B5EF4-FFF2-40B4-BE49-F238E27FC236}">
                  <a16:creationId xmlns:a16="http://schemas.microsoft.com/office/drawing/2014/main" id="{122C9D9D-A136-4207-8CBA-CCD14ACA3D65}"/>
                </a:ext>
              </a:extLst>
            </p:cNvPr>
            <p:cNvSpPr txBox="1">
              <a:spLocks noChangeArrowheads="1"/>
            </p:cNvSpPr>
            <p:nvPr/>
          </p:nvSpPr>
          <p:spPr bwMode="auto">
            <a:xfrm>
              <a:off x="2835" y="1480"/>
              <a:ext cx="952"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zh-CN" altLang="en-US" b="1"/>
                <a:t>考虑治愈</a:t>
              </a:r>
              <a:endParaRPr lang="zh-CN" altLang="en-US" b="1" i="1"/>
            </a:p>
          </p:txBody>
        </p:sp>
        <p:sp>
          <p:nvSpPr>
            <p:cNvPr id="35853" name="Line 13">
              <a:extLst>
                <a:ext uri="{FF2B5EF4-FFF2-40B4-BE49-F238E27FC236}">
                  <a16:creationId xmlns:a16="http://schemas.microsoft.com/office/drawing/2014/main" id="{C3F2836E-137D-4127-96B9-1D8C6958D720}"/>
                </a:ext>
              </a:extLst>
            </p:cNvPr>
            <p:cNvSpPr>
              <a:spLocks noChangeShapeType="1"/>
            </p:cNvSpPr>
            <p:nvPr/>
          </p:nvSpPr>
          <p:spPr bwMode="auto">
            <a:xfrm>
              <a:off x="3016" y="1344"/>
              <a:ext cx="771"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54" name="Line 14">
              <a:extLst>
                <a:ext uri="{FF2B5EF4-FFF2-40B4-BE49-F238E27FC236}">
                  <a16:creationId xmlns:a16="http://schemas.microsoft.com/office/drawing/2014/main" id="{5154B7E8-6A6A-432E-A5EF-96587CE19438}"/>
                </a:ext>
              </a:extLst>
            </p:cNvPr>
            <p:cNvSpPr>
              <a:spLocks noChangeShapeType="1"/>
            </p:cNvSpPr>
            <p:nvPr/>
          </p:nvSpPr>
          <p:spPr bwMode="auto">
            <a:xfrm>
              <a:off x="3787" y="1071"/>
              <a:ext cx="0" cy="54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55" name="Line 15">
              <a:extLst>
                <a:ext uri="{FF2B5EF4-FFF2-40B4-BE49-F238E27FC236}">
                  <a16:creationId xmlns:a16="http://schemas.microsoft.com/office/drawing/2014/main" id="{A7115A4C-2520-4F7E-A088-F9240383B28D}"/>
                </a:ext>
              </a:extLst>
            </p:cNvPr>
            <p:cNvSpPr>
              <a:spLocks noChangeShapeType="1"/>
            </p:cNvSpPr>
            <p:nvPr/>
          </p:nvSpPr>
          <p:spPr bwMode="auto">
            <a:xfrm>
              <a:off x="3787" y="1071"/>
              <a:ext cx="272" cy="0"/>
            </a:xfrm>
            <a:prstGeom prst="line">
              <a:avLst/>
            </a:prstGeom>
            <a:noFill/>
            <a:ln w="28575">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35856" name="Line 16">
              <a:extLst>
                <a:ext uri="{FF2B5EF4-FFF2-40B4-BE49-F238E27FC236}">
                  <a16:creationId xmlns:a16="http://schemas.microsoft.com/office/drawing/2014/main" id="{8ED09E5D-7D38-47D9-8884-BCB085DDD103}"/>
                </a:ext>
              </a:extLst>
            </p:cNvPr>
            <p:cNvSpPr>
              <a:spLocks noChangeShapeType="1"/>
            </p:cNvSpPr>
            <p:nvPr/>
          </p:nvSpPr>
          <p:spPr bwMode="auto">
            <a:xfrm>
              <a:off x="3787" y="1616"/>
              <a:ext cx="272" cy="0"/>
            </a:xfrm>
            <a:prstGeom prst="line">
              <a:avLst/>
            </a:prstGeom>
            <a:noFill/>
            <a:ln w="28575">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12657" name="Text Box 17">
            <a:extLst>
              <a:ext uri="{FF2B5EF4-FFF2-40B4-BE49-F238E27FC236}">
                <a16:creationId xmlns:a16="http://schemas.microsoft.com/office/drawing/2014/main" id="{16DFB623-72F5-4435-B924-2704A992DB20}"/>
              </a:ext>
            </a:extLst>
          </p:cNvPr>
          <p:cNvSpPr txBox="1">
            <a:spLocks noChangeArrowheads="1"/>
          </p:cNvSpPr>
          <p:nvPr/>
        </p:nvSpPr>
        <p:spPr bwMode="auto">
          <a:xfrm>
            <a:off x="1331913" y="3708400"/>
            <a:ext cx="6265862" cy="1160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模型</a:t>
            </a:r>
            <a:r>
              <a:rPr lang="en-US" altLang="zh-CN" sz="2800" b="1"/>
              <a:t>3, 4: </a:t>
            </a:r>
            <a:r>
              <a:rPr lang="zh-CN" altLang="en-US" sz="2800" b="1"/>
              <a:t>描述传播过程</a:t>
            </a:r>
            <a:r>
              <a:rPr lang="en-US" altLang="zh-CN" sz="2800" b="1"/>
              <a:t>, </a:t>
            </a:r>
            <a:r>
              <a:rPr lang="zh-CN" altLang="en-US" sz="2800" b="1"/>
              <a:t>分析变化规律</a:t>
            </a:r>
            <a:r>
              <a:rPr lang="en-US" altLang="zh-CN" sz="2800" b="1"/>
              <a:t>,</a:t>
            </a:r>
          </a:p>
          <a:p>
            <a:pPr eaLnBrk="1" hangingPunct="1">
              <a:spcBef>
                <a:spcPct val="50000"/>
              </a:spcBef>
            </a:pPr>
            <a:r>
              <a:rPr lang="en-US" altLang="zh-CN" sz="2800" b="1"/>
              <a:t>                </a:t>
            </a:r>
            <a:r>
              <a:rPr lang="zh-CN" altLang="en-US" sz="2800" b="1"/>
              <a:t>预报高潮时刻</a:t>
            </a:r>
            <a:r>
              <a:rPr lang="en-US" altLang="zh-CN" sz="2800" b="1"/>
              <a:t>, </a:t>
            </a:r>
            <a:r>
              <a:rPr lang="zh-CN" altLang="en-US" sz="2800" b="1"/>
              <a:t>预防蔓延手段</a:t>
            </a:r>
            <a:r>
              <a:rPr lang="en-US" altLang="zh-CN" sz="2800" b="1"/>
              <a:t>.</a:t>
            </a:r>
          </a:p>
        </p:txBody>
      </p:sp>
      <p:sp>
        <p:nvSpPr>
          <p:cNvPr id="112661" name="Text Box 21">
            <a:extLst>
              <a:ext uri="{FF2B5EF4-FFF2-40B4-BE49-F238E27FC236}">
                <a16:creationId xmlns:a16="http://schemas.microsoft.com/office/drawing/2014/main" id="{31A7CE71-010D-42F6-B169-1B12196AF1C6}"/>
              </a:ext>
            </a:extLst>
          </p:cNvPr>
          <p:cNvSpPr txBox="1">
            <a:spLocks noChangeArrowheads="1"/>
          </p:cNvSpPr>
          <p:nvPr/>
        </p:nvSpPr>
        <p:spPr bwMode="auto">
          <a:xfrm>
            <a:off x="1331913" y="5084763"/>
            <a:ext cx="626586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模型</a:t>
            </a:r>
            <a:r>
              <a:rPr lang="en-US" altLang="zh-CN" sz="2800" b="1"/>
              <a:t>4: </a:t>
            </a:r>
            <a:r>
              <a:rPr lang="zh-CN" altLang="en-US" sz="2800" b="1"/>
              <a:t>数值计算与理论分析相结合</a:t>
            </a:r>
            <a:r>
              <a:rPr lang="en-US" altLang="zh-CN" sz="2800" b="1"/>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2646"/>
                                        </p:tgtEl>
                                        <p:attrNameLst>
                                          <p:attrName>style.visibility</p:attrName>
                                        </p:attrNameLst>
                                      </p:cBhvr>
                                      <p:to>
                                        <p:strVal val="visible"/>
                                      </p:to>
                                    </p:set>
                                    <p:animEffect transition="in" filter="blinds(horizontal)">
                                      <p:cBhvr>
                                        <p:cTn id="7" dur="1000"/>
                                        <p:tgtEl>
                                          <p:spTgt spid="11264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checkerboard(across)">
                                      <p:cBhvr>
                                        <p:cTn id="12" dur="10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12647"/>
                                        </p:tgtEl>
                                        <p:attrNameLst>
                                          <p:attrName>style.visibility</p:attrName>
                                        </p:attrNameLst>
                                      </p:cBhvr>
                                      <p:to>
                                        <p:strVal val="visible"/>
                                      </p:to>
                                    </p:set>
                                    <p:animEffect transition="in" filter="blinds(horizontal)">
                                      <p:cBhvr>
                                        <p:cTn id="17" dur="1000"/>
                                        <p:tgtEl>
                                          <p:spTgt spid="11264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checkerboard(across)">
                                      <p:cBhvr>
                                        <p:cTn id="22" dur="1000"/>
                                        <p:tgtEl>
                                          <p:spTgt spid="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12648"/>
                                        </p:tgtEl>
                                        <p:attrNameLst>
                                          <p:attrName>style.visibility</p:attrName>
                                        </p:attrNameLst>
                                      </p:cBhvr>
                                      <p:to>
                                        <p:strVal val="visible"/>
                                      </p:to>
                                    </p:set>
                                    <p:animEffect transition="in" filter="dissolve">
                                      <p:cBhvr>
                                        <p:cTn id="27" dur="1000"/>
                                        <p:tgtEl>
                                          <p:spTgt spid="11264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12649"/>
                                        </p:tgtEl>
                                        <p:attrNameLst>
                                          <p:attrName>style.visibility</p:attrName>
                                        </p:attrNameLst>
                                      </p:cBhvr>
                                      <p:to>
                                        <p:strVal val="visible"/>
                                      </p:to>
                                    </p:set>
                                    <p:animEffect transition="in" filter="dissolve">
                                      <p:cBhvr>
                                        <p:cTn id="32" dur="1000"/>
                                        <p:tgtEl>
                                          <p:spTgt spid="11264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112657"/>
                                        </p:tgtEl>
                                        <p:attrNameLst>
                                          <p:attrName>style.visibility</p:attrName>
                                        </p:attrNameLst>
                                      </p:cBhvr>
                                      <p:to>
                                        <p:strVal val="visible"/>
                                      </p:to>
                                    </p:set>
                                    <p:animEffect transition="in" filter="box(in)">
                                      <p:cBhvr>
                                        <p:cTn id="37" dur="1000"/>
                                        <p:tgtEl>
                                          <p:spTgt spid="11265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112661"/>
                                        </p:tgtEl>
                                        <p:attrNameLst>
                                          <p:attrName>style.visibility</p:attrName>
                                        </p:attrNameLst>
                                      </p:cBhvr>
                                      <p:to>
                                        <p:strVal val="visible"/>
                                      </p:to>
                                    </p:set>
                                    <p:animEffect transition="in" filter="box(in)">
                                      <p:cBhvr>
                                        <p:cTn id="42" dur="1000"/>
                                        <p:tgtEl>
                                          <p:spTgt spid="1126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6" grpId="0" animBg="1"/>
      <p:bldP spid="112647" grpId="0" animBg="1"/>
      <p:bldP spid="112648" grpId="0" animBg="1"/>
      <p:bldP spid="112649" grpId="0" animBg="1"/>
      <p:bldP spid="112657" grpId="0" animBg="1" autoUpdateAnimBg="0"/>
      <p:bldP spid="112661" grpId="0" animBg="1"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6866" name="Text Box 1026">
            <a:extLst>
              <a:ext uri="{FF2B5EF4-FFF2-40B4-BE49-F238E27FC236}">
                <a16:creationId xmlns:a16="http://schemas.microsoft.com/office/drawing/2014/main" id="{CF04B6DA-4C50-4EAA-9EA1-E29A0310936C}"/>
              </a:ext>
            </a:extLst>
          </p:cNvPr>
          <p:cNvSpPr txBox="1">
            <a:spLocks noChangeArrowheads="1"/>
          </p:cNvSpPr>
          <p:nvPr/>
        </p:nvSpPr>
        <p:spPr bwMode="auto">
          <a:xfrm>
            <a:off x="1600200" y="457200"/>
            <a:ext cx="5334000" cy="64135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600" b="1">
                <a:ea typeface="楷体_GB2312" pitchFamily="49" charset="-122"/>
              </a:rPr>
              <a:t>     </a:t>
            </a:r>
            <a:r>
              <a:rPr lang="en-US" altLang="zh-CN" sz="3600" b="1">
                <a:solidFill>
                  <a:srgbClr val="0000FF"/>
                </a:solidFill>
                <a:ea typeface="楷体_GB2312" pitchFamily="49" charset="-122"/>
              </a:rPr>
              <a:t>4   </a:t>
            </a:r>
            <a:r>
              <a:rPr lang="zh-CN" altLang="en-US" sz="3600" b="1">
                <a:solidFill>
                  <a:srgbClr val="0000FF"/>
                </a:solidFill>
                <a:ea typeface="楷体_GB2312" pitchFamily="49" charset="-122"/>
              </a:rPr>
              <a:t>正规战与游击战</a:t>
            </a:r>
          </a:p>
        </p:txBody>
      </p:sp>
      <p:sp>
        <p:nvSpPr>
          <p:cNvPr id="46084" name="Text Box 1028">
            <a:extLst>
              <a:ext uri="{FF2B5EF4-FFF2-40B4-BE49-F238E27FC236}">
                <a16:creationId xmlns:a16="http://schemas.microsoft.com/office/drawing/2014/main" id="{119D91B1-D201-4912-8C55-91DD44471E3C}"/>
              </a:ext>
            </a:extLst>
          </p:cNvPr>
          <p:cNvSpPr txBox="1">
            <a:spLocks noChangeArrowheads="1"/>
          </p:cNvSpPr>
          <p:nvPr/>
        </p:nvSpPr>
        <p:spPr bwMode="auto">
          <a:xfrm>
            <a:off x="609600" y="2057400"/>
            <a:ext cx="7086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战争分类：正规战争，游击战争，混合战争</a:t>
            </a:r>
            <a:r>
              <a:rPr lang="en-US" altLang="zh-CN" sz="2800" b="1"/>
              <a:t>.</a:t>
            </a:r>
          </a:p>
        </p:txBody>
      </p:sp>
      <p:sp>
        <p:nvSpPr>
          <p:cNvPr id="46085" name="Text Box 1029">
            <a:extLst>
              <a:ext uri="{FF2B5EF4-FFF2-40B4-BE49-F238E27FC236}">
                <a16:creationId xmlns:a16="http://schemas.microsoft.com/office/drawing/2014/main" id="{11F70BB8-F37B-49C5-88B0-D7AB2F724D26}"/>
              </a:ext>
            </a:extLst>
          </p:cNvPr>
          <p:cNvSpPr txBox="1">
            <a:spLocks noChangeArrowheads="1"/>
          </p:cNvSpPr>
          <p:nvPr/>
        </p:nvSpPr>
        <p:spPr bwMode="auto">
          <a:xfrm>
            <a:off x="609600" y="2833688"/>
            <a:ext cx="7086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只考虑双方兵力多少和战斗力强弱</a:t>
            </a:r>
            <a:r>
              <a:rPr lang="en-US" altLang="zh-CN" sz="2800" b="1"/>
              <a:t>.</a:t>
            </a:r>
          </a:p>
        </p:txBody>
      </p:sp>
      <p:sp>
        <p:nvSpPr>
          <p:cNvPr id="46086" name="Text Box 1030">
            <a:extLst>
              <a:ext uri="{FF2B5EF4-FFF2-40B4-BE49-F238E27FC236}">
                <a16:creationId xmlns:a16="http://schemas.microsoft.com/office/drawing/2014/main" id="{F0D1933A-31C0-4607-B47D-E79682D34D1A}"/>
              </a:ext>
            </a:extLst>
          </p:cNvPr>
          <p:cNvSpPr txBox="1">
            <a:spLocks noChangeArrowheads="1"/>
          </p:cNvSpPr>
          <p:nvPr/>
        </p:nvSpPr>
        <p:spPr bwMode="auto">
          <a:xfrm>
            <a:off x="609600" y="3586163"/>
            <a:ext cx="8229600" cy="604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zh-CN" altLang="en-US" sz="2800" b="1"/>
              <a:t>兵力因战斗及非战斗减员而减少，因增援而增加</a:t>
            </a:r>
            <a:r>
              <a:rPr lang="en-US" altLang="zh-CN" sz="2800" b="1"/>
              <a:t>.</a:t>
            </a:r>
          </a:p>
        </p:txBody>
      </p:sp>
      <p:sp>
        <p:nvSpPr>
          <p:cNvPr id="46087" name="Text Box 1031">
            <a:extLst>
              <a:ext uri="{FF2B5EF4-FFF2-40B4-BE49-F238E27FC236}">
                <a16:creationId xmlns:a16="http://schemas.microsoft.com/office/drawing/2014/main" id="{529221E5-34D4-4A7B-AE5A-03C1449CC0DA}"/>
              </a:ext>
            </a:extLst>
          </p:cNvPr>
          <p:cNvSpPr txBox="1">
            <a:spLocks noChangeArrowheads="1"/>
          </p:cNvSpPr>
          <p:nvPr/>
        </p:nvSpPr>
        <p:spPr bwMode="auto">
          <a:xfrm>
            <a:off x="609600" y="4495800"/>
            <a:ext cx="7010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战斗力与射击次数及命中率有关</a:t>
            </a:r>
            <a:r>
              <a:rPr lang="en-US" altLang="zh-CN" sz="2800" b="1"/>
              <a:t>.</a:t>
            </a:r>
          </a:p>
        </p:txBody>
      </p:sp>
      <p:sp>
        <p:nvSpPr>
          <p:cNvPr id="46088" name="Text Box 1032">
            <a:extLst>
              <a:ext uri="{FF2B5EF4-FFF2-40B4-BE49-F238E27FC236}">
                <a16:creationId xmlns:a16="http://schemas.microsoft.com/office/drawing/2014/main" id="{65FB2E17-7D2F-4300-80AF-5F835858D7DD}"/>
              </a:ext>
            </a:extLst>
          </p:cNvPr>
          <p:cNvSpPr txBox="1">
            <a:spLocks noChangeArrowheads="1"/>
          </p:cNvSpPr>
          <p:nvPr/>
        </p:nvSpPr>
        <p:spPr bwMode="auto">
          <a:xfrm>
            <a:off x="1295400" y="5181600"/>
            <a:ext cx="6324600" cy="1117600"/>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zh-CN" altLang="en-US" sz="2800" b="1"/>
              <a:t>建模思路和方法为用数学模型讨论社会领域的实际问题提供了可借鉴的示例</a:t>
            </a:r>
            <a:r>
              <a:rPr lang="en-US" altLang="zh-CN" sz="2800" b="1"/>
              <a:t>.</a:t>
            </a:r>
          </a:p>
        </p:txBody>
      </p:sp>
      <p:sp>
        <p:nvSpPr>
          <p:cNvPr id="46089" name="Text Box 1033">
            <a:extLst>
              <a:ext uri="{FF2B5EF4-FFF2-40B4-BE49-F238E27FC236}">
                <a16:creationId xmlns:a16="http://schemas.microsoft.com/office/drawing/2014/main" id="{D4396F85-C043-4635-B56D-3340011528BD}"/>
              </a:ext>
            </a:extLst>
          </p:cNvPr>
          <p:cNvSpPr txBox="1">
            <a:spLocks noChangeArrowheads="1"/>
          </p:cNvSpPr>
          <p:nvPr/>
        </p:nvSpPr>
        <p:spPr bwMode="auto">
          <a:xfrm>
            <a:off x="533400" y="1219200"/>
            <a:ext cx="8382000" cy="604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zh-CN" altLang="en-US" sz="2800" b="1">
                <a:latin typeface="宋体" panose="02010600030101010101" pitchFamily="2" charset="-122"/>
              </a:rPr>
              <a:t>第一次世界大战</a:t>
            </a:r>
            <a:r>
              <a:rPr lang="en-US" altLang="zh-CN" sz="2800" b="1"/>
              <a:t>Lanchester</a:t>
            </a:r>
            <a:r>
              <a:rPr lang="zh-CN" altLang="en-US" sz="2800" b="1">
                <a:latin typeface="宋体" panose="02010600030101010101" pitchFamily="2" charset="-122"/>
              </a:rPr>
              <a:t>提出预测战役结局的模型</a:t>
            </a:r>
            <a:r>
              <a:rPr lang="en-US" altLang="zh-CN" sz="2800" b="1">
                <a:latin typeface="宋体" panose="02010600030101010101" pitchFamily="2" charset="-122"/>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6089"/>
                                        </p:tgtEl>
                                        <p:attrNameLst>
                                          <p:attrName>style.visibility</p:attrName>
                                        </p:attrNameLst>
                                      </p:cBhvr>
                                      <p:to>
                                        <p:strVal val="visible"/>
                                      </p:to>
                                    </p:set>
                                    <p:animEffect transition="in" filter="wipe(left)">
                                      <p:cBhvr>
                                        <p:cTn id="7" dur="1000"/>
                                        <p:tgtEl>
                                          <p:spTgt spid="4608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6084"/>
                                        </p:tgtEl>
                                        <p:attrNameLst>
                                          <p:attrName>style.visibility</p:attrName>
                                        </p:attrNameLst>
                                      </p:cBhvr>
                                      <p:to>
                                        <p:strVal val="visible"/>
                                      </p:to>
                                    </p:set>
                                    <p:animEffect transition="in" filter="wipe(left)">
                                      <p:cBhvr>
                                        <p:cTn id="12" dur="1000"/>
                                        <p:tgtEl>
                                          <p:spTgt spid="4608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6085"/>
                                        </p:tgtEl>
                                        <p:attrNameLst>
                                          <p:attrName>style.visibility</p:attrName>
                                        </p:attrNameLst>
                                      </p:cBhvr>
                                      <p:to>
                                        <p:strVal val="visible"/>
                                      </p:to>
                                    </p:set>
                                    <p:animEffect transition="in" filter="wipe(left)">
                                      <p:cBhvr>
                                        <p:cTn id="17" dur="1000"/>
                                        <p:tgtEl>
                                          <p:spTgt spid="4608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6086"/>
                                        </p:tgtEl>
                                        <p:attrNameLst>
                                          <p:attrName>style.visibility</p:attrName>
                                        </p:attrNameLst>
                                      </p:cBhvr>
                                      <p:to>
                                        <p:strVal val="visible"/>
                                      </p:to>
                                    </p:set>
                                    <p:animEffect transition="in" filter="wipe(left)">
                                      <p:cBhvr>
                                        <p:cTn id="22" dur="1000"/>
                                        <p:tgtEl>
                                          <p:spTgt spid="4608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6087"/>
                                        </p:tgtEl>
                                        <p:attrNameLst>
                                          <p:attrName>style.visibility</p:attrName>
                                        </p:attrNameLst>
                                      </p:cBhvr>
                                      <p:to>
                                        <p:strVal val="visible"/>
                                      </p:to>
                                    </p:set>
                                    <p:animEffect transition="in" filter="wipe(left)">
                                      <p:cBhvr>
                                        <p:cTn id="27" dur="1000"/>
                                        <p:tgtEl>
                                          <p:spTgt spid="4608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46088"/>
                                        </p:tgtEl>
                                        <p:attrNameLst>
                                          <p:attrName>style.visibility</p:attrName>
                                        </p:attrNameLst>
                                      </p:cBhvr>
                                      <p:to>
                                        <p:strVal val="visible"/>
                                      </p:to>
                                    </p:set>
                                    <p:animEffect transition="in" filter="wipe(up)">
                                      <p:cBhvr>
                                        <p:cTn id="32" dur="1000"/>
                                        <p:tgtEl>
                                          <p:spTgt spid="460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4" grpId="0" autoUpdateAnimBg="0"/>
      <p:bldP spid="46085" grpId="0" autoUpdateAnimBg="0"/>
      <p:bldP spid="46086" grpId="0" autoUpdateAnimBg="0"/>
      <p:bldP spid="46087" grpId="0" autoUpdateAnimBg="0"/>
      <p:bldP spid="46088" grpId="0" animBg="1" autoUpdateAnimBg="0"/>
      <p:bldP spid="46089" grpId="0"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99330" name="Object 2">
            <a:extLst>
              <a:ext uri="{FF2B5EF4-FFF2-40B4-BE49-F238E27FC236}">
                <a16:creationId xmlns:a16="http://schemas.microsoft.com/office/drawing/2014/main" id="{2CCD2834-7A64-4A42-929C-ACFF726D6C3B}"/>
              </a:ext>
            </a:extLst>
          </p:cNvPr>
          <p:cNvGraphicFramePr>
            <a:graphicFrameLocks noChangeAspect="1"/>
          </p:cNvGraphicFramePr>
          <p:nvPr/>
        </p:nvGraphicFramePr>
        <p:xfrm>
          <a:off x="1524000" y="3860800"/>
          <a:ext cx="5856288" cy="1203325"/>
        </p:xfrm>
        <a:graphic>
          <a:graphicData uri="http://schemas.openxmlformats.org/presentationml/2006/ole">
            <mc:AlternateContent xmlns:mc="http://schemas.openxmlformats.org/markup-compatibility/2006">
              <mc:Choice xmlns:v="urn:schemas-microsoft-com:vml" Requires="v">
                <p:oleObj spid="_x0000_s37903" name="公式" r:id="rId3" imgW="2044700" imgH="457200" progId="Equation.3">
                  <p:embed/>
                </p:oleObj>
              </mc:Choice>
              <mc:Fallback>
                <p:oleObj name="公式" r:id="rId3" imgW="2044700" imgH="4572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3860800"/>
                        <a:ext cx="5856288" cy="1203325"/>
                      </a:xfrm>
                      <a:prstGeom prst="rect">
                        <a:avLst/>
                      </a:prstGeom>
                      <a:noFill/>
                      <a:ln>
                        <a:noFill/>
                      </a:ln>
                      <a:effectLst/>
                      <a:extLst>
                        <a:ext uri="{909E8E84-426E-40DD-AFC4-6F175D3DCCD1}">
                          <a14:hiddenFill xmlns:a14="http://schemas.microsoft.com/office/drawing/2010/main">
                            <a:solidFill>
                              <a:srgbClr val="FF99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7891" name="Text Box 5">
            <a:extLst>
              <a:ext uri="{FF2B5EF4-FFF2-40B4-BE49-F238E27FC236}">
                <a16:creationId xmlns:a16="http://schemas.microsoft.com/office/drawing/2014/main" id="{CD2E10F9-7BF2-41D1-84E0-CACD2C926926}"/>
              </a:ext>
            </a:extLst>
          </p:cNvPr>
          <p:cNvSpPr txBox="1">
            <a:spLocks noChangeArrowheads="1"/>
          </p:cNvSpPr>
          <p:nvPr/>
        </p:nvSpPr>
        <p:spPr bwMode="auto">
          <a:xfrm>
            <a:off x="228600" y="838200"/>
            <a:ext cx="1981200" cy="579438"/>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3200" b="1">
                <a:ea typeface="楷体_GB2312" pitchFamily="49" charset="-122"/>
              </a:rPr>
              <a:t>一般模型</a:t>
            </a:r>
          </a:p>
        </p:txBody>
      </p:sp>
      <p:sp>
        <p:nvSpPr>
          <p:cNvPr id="30727" name="Text Box 7">
            <a:extLst>
              <a:ext uri="{FF2B5EF4-FFF2-40B4-BE49-F238E27FC236}">
                <a16:creationId xmlns:a16="http://schemas.microsoft.com/office/drawing/2014/main" id="{932F9F8B-04D3-491E-A6F7-EB4FF90AD160}"/>
              </a:ext>
            </a:extLst>
          </p:cNvPr>
          <p:cNvSpPr txBox="1">
            <a:spLocks noChangeArrowheads="1"/>
          </p:cNvSpPr>
          <p:nvPr/>
        </p:nvSpPr>
        <p:spPr bwMode="auto">
          <a:xfrm>
            <a:off x="1447800" y="1752600"/>
            <a:ext cx="7315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Char char="•"/>
            </a:pPr>
            <a:r>
              <a:rPr lang="en-US" altLang="zh-CN" sz="2800" b="1"/>
              <a:t> </a:t>
            </a:r>
            <a:r>
              <a:rPr lang="zh-CN" altLang="en-US" sz="2800" b="1"/>
              <a:t>每方战斗减员率取决于双方的兵力和战斗力</a:t>
            </a:r>
            <a:r>
              <a:rPr lang="en-US" altLang="zh-CN" sz="2800" b="1"/>
              <a:t>.</a:t>
            </a:r>
          </a:p>
        </p:txBody>
      </p:sp>
      <p:sp>
        <p:nvSpPr>
          <p:cNvPr id="30728" name="Text Box 8">
            <a:extLst>
              <a:ext uri="{FF2B5EF4-FFF2-40B4-BE49-F238E27FC236}">
                <a16:creationId xmlns:a16="http://schemas.microsoft.com/office/drawing/2014/main" id="{15B0F0B8-1E02-4930-AE5A-F59587781B75}"/>
              </a:ext>
            </a:extLst>
          </p:cNvPr>
          <p:cNvSpPr txBox="1">
            <a:spLocks noChangeArrowheads="1"/>
          </p:cNvSpPr>
          <p:nvPr/>
        </p:nvSpPr>
        <p:spPr bwMode="auto">
          <a:xfrm>
            <a:off x="1447800" y="2438400"/>
            <a:ext cx="7315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Char char="•"/>
            </a:pPr>
            <a:r>
              <a:rPr lang="en-US" altLang="zh-CN" sz="2800" b="1"/>
              <a:t> </a:t>
            </a:r>
            <a:r>
              <a:rPr lang="zh-CN" altLang="en-US" sz="2800" b="1"/>
              <a:t>每方非战斗减员率与本方兵力成正比</a:t>
            </a:r>
            <a:r>
              <a:rPr lang="en-US" altLang="zh-CN" sz="2800" b="1"/>
              <a:t>.</a:t>
            </a:r>
          </a:p>
        </p:txBody>
      </p:sp>
      <p:sp>
        <p:nvSpPr>
          <p:cNvPr id="30729" name="Text Box 9">
            <a:extLst>
              <a:ext uri="{FF2B5EF4-FFF2-40B4-BE49-F238E27FC236}">
                <a16:creationId xmlns:a16="http://schemas.microsoft.com/office/drawing/2014/main" id="{F7BD7980-E1DF-40FB-9DE6-2928D42C8089}"/>
              </a:ext>
            </a:extLst>
          </p:cNvPr>
          <p:cNvSpPr txBox="1">
            <a:spLocks noChangeArrowheads="1"/>
          </p:cNvSpPr>
          <p:nvPr/>
        </p:nvSpPr>
        <p:spPr bwMode="auto">
          <a:xfrm>
            <a:off x="1447800" y="3048000"/>
            <a:ext cx="4953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Char char="•"/>
            </a:pPr>
            <a:r>
              <a:rPr lang="en-US" altLang="zh-CN" sz="2800" b="1"/>
              <a:t> </a:t>
            </a:r>
            <a:r>
              <a:rPr lang="zh-CN" altLang="en-US" sz="2800" b="1"/>
              <a:t>甲乙双方的增援率为</a:t>
            </a:r>
            <a:r>
              <a:rPr lang="en-US" altLang="zh-CN" sz="2800" b="1" i="1"/>
              <a:t>u</a:t>
            </a:r>
            <a:r>
              <a:rPr lang="en-US" altLang="zh-CN" sz="2800" b="1"/>
              <a:t>(</a:t>
            </a:r>
            <a:r>
              <a:rPr lang="en-US" altLang="zh-CN" sz="2800" b="1" i="1"/>
              <a:t>t</a:t>
            </a:r>
            <a:r>
              <a:rPr lang="en-US" altLang="zh-CN" sz="2800" b="1"/>
              <a:t>), </a:t>
            </a:r>
            <a:r>
              <a:rPr lang="en-US" altLang="zh-CN" sz="2800" b="1" i="1"/>
              <a:t>v</a:t>
            </a:r>
            <a:r>
              <a:rPr lang="en-US" altLang="zh-CN" sz="2800" b="1"/>
              <a:t>(</a:t>
            </a:r>
            <a:r>
              <a:rPr lang="en-US" altLang="zh-CN" sz="2800" b="1" i="1"/>
              <a:t>t</a:t>
            </a:r>
            <a:r>
              <a:rPr lang="en-US" altLang="zh-CN" sz="2800" b="1"/>
              <a:t>).</a:t>
            </a:r>
          </a:p>
        </p:txBody>
      </p:sp>
      <p:sp>
        <p:nvSpPr>
          <p:cNvPr id="30733" name="Text Box 13">
            <a:extLst>
              <a:ext uri="{FF2B5EF4-FFF2-40B4-BE49-F238E27FC236}">
                <a16:creationId xmlns:a16="http://schemas.microsoft.com/office/drawing/2014/main" id="{29A93E77-AC9B-4C97-A6A6-2D1481363182}"/>
              </a:ext>
            </a:extLst>
          </p:cNvPr>
          <p:cNvSpPr txBox="1">
            <a:spLocks noChangeArrowheads="1"/>
          </p:cNvSpPr>
          <p:nvPr/>
        </p:nvSpPr>
        <p:spPr bwMode="auto">
          <a:xfrm>
            <a:off x="2514600" y="5424488"/>
            <a:ext cx="3505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t>f, g</a:t>
            </a:r>
            <a:r>
              <a:rPr lang="en-US" altLang="zh-CN" sz="2800" b="1"/>
              <a:t> </a:t>
            </a:r>
            <a:r>
              <a:rPr lang="zh-CN" altLang="zh-CN" sz="2800" b="1"/>
              <a:t>取决于战争类型</a:t>
            </a:r>
            <a:endParaRPr lang="zh-CN" altLang="en-US" sz="2800" b="1"/>
          </a:p>
        </p:txBody>
      </p:sp>
      <p:sp>
        <p:nvSpPr>
          <p:cNvPr id="30734" name="Text Box 14">
            <a:extLst>
              <a:ext uri="{FF2B5EF4-FFF2-40B4-BE49-F238E27FC236}">
                <a16:creationId xmlns:a16="http://schemas.microsoft.com/office/drawing/2014/main" id="{AD8F4D1A-513B-4E85-A9AA-03A660269421}"/>
              </a:ext>
            </a:extLst>
          </p:cNvPr>
          <p:cNvSpPr txBox="1">
            <a:spLocks noChangeArrowheads="1"/>
          </p:cNvSpPr>
          <p:nvPr/>
        </p:nvSpPr>
        <p:spPr bwMode="auto">
          <a:xfrm>
            <a:off x="2438400" y="914400"/>
            <a:ext cx="5181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t>x</a:t>
            </a:r>
            <a:r>
              <a:rPr lang="en-US" altLang="zh-CN" sz="2800" b="1"/>
              <a:t>(</a:t>
            </a:r>
            <a:r>
              <a:rPr lang="en-US" altLang="zh-CN" sz="2800" b="1" i="1"/>
              <a:t>t</a:t>
            </a:r>
            <a:r>
              <a:rPr lang="en-US" altLang="zh-CN" sz="2800" b="1"/>
              <a:t>) ~</a:t>
            </a:r>
            <a:r>
              <a:rPr lang="zh-CN" altLang="en-US" sz="2800" b="1"/>
              <a:t>甲方兵力，</a:t>
            </a:r>
            <a:r>
              <a:rPr lang="en-US" altLang="zh-CN" sz="2800" b="1" i="1"/>
              <a:t>y</a:t>
            </a:r>
            <a:r>
              <a:rPr lang="en-US" altLang="zh-CN" sz="2800" b="1"/>
              <a:t>(</a:t>
            </a:r>
            <a:r>
              <a:rPr lang="en-US" altLang="zh-CN" sz="2800" b="1" i="1"/>
              <a:t>t</a:t>
            </a:r>
            <a:r>
              <a:rPr lang="en-US" altLang="zh-CN" sz="2800" b="1"/>
              <a:t>) ~</a:t>
            </a:r>
            <a:r>
              <a:rPr lang="zh-CN" altLang="en-US" sz="2800" b="1"/>
              <a:t>乙方兵力</a:t>
            </a:r>
          </a:p>
        </p:txBody>
      </p:sp>
      <p:sp>
        <p:nvSpPr>
          <p:cNvPr id="30735" name="Text Box 15">
            <a:extLst>
              <a:ext uri="{FF2B5EF4-FFF2-40B4-BE49-F238E27FC236}">
                <a16:creationId xmlns:a16="http://schemas.microsoft.com/office/drawing/2014/main" id="{C7830BFA-D426-4425-9405-2153B743B6FB}"/>
              </a:ext>
            </a:extLst>
          </p:cNvPr>
          <p:cNvSpPr txBox="1">
            <a:spLocks noChangeArrowheads="1"/>
          </p:cNvSpPr>
          <p:nvPr/>
        </p:nvSpPr>
        <p:spPr bwMode="auto">
          <a:xfrm>
            <a:off x="323850" y="1844675"/>
            <a:ext cx="990600" cy="94615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b="1">
                <a:ea typeface="楷体_GB2312" pitchFamily="49" charset="-122"/>
              </a:rPr>
              <a:t>模型假设</a:t>
            </a:r>
          </a:p>
        </p:txBody>
      </p:sp>
      <p:sp>
        <p:nvSpPr>
          <p:cNvPr id="30736" name="Text Box 16">
            <a:extLst>
              <a:ext uri="{FF2B5EF4-FFF2-40B4-BE49-F238E27FC236}">
                <a16:creationId xmlns:a16="http://schemas.microsoft.com/office/drawing/2014/main" id="{CD2BE720-EA86-4316-9111-0F8F3F0CCD93}"/>
              </a:ext>
            </a:extLst>
          </p:cNvPr>
          <p:cNvSpPr txBox="1">
            <a:spLocks noChangeArrowheads="1"/>
          </p:cNvSpPr>
          <p:nvPr/>
        </p:nvSpPr>
        <p:spPr bwMode="auto">
          <a:xfrm>
            <a:off x="304800" y="4191000"/>
            <a:ext cx="914400" cy="519113"/>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ea typeface="楷体_GB2312" pitchFamily="49" charset="-122"/>
              </a:rPr>
              <a:t>模型</a:t>
            </a:r>
          </a:p>
        </p:txBody>
      </p:sp>
      <p:pic>
        <p:nvPicPr>
          <p:cNvPr id="37899" name="Picture 17" descr="TN01329_">
            <a:extLst>
              <a:ext uri="{FF2B5EF4-FFF2-40B4-BE49-F238E27FC236}">
                <a16:creationId xmlns:a16="http://schemas.microsoft.com/office/drawing/2014/main" id="{A98891E7-CFD4-43DE-B122-9C1D1248F75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72400" y="574675"/>
            <a:ext cx="1130300" cy="69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5" fill="hold" grpId="0" nodeType="clickEffect">
                                  <p:stCondLst>
                                    <p:cond delay="0"/>
                                  </p:stCondLst>
                                  <p:childTnLst>
                                    <p:set>
                                      <p:cBhvr>
                                        <p:cTn id="6" dur="1" fill="hold">
                                          <p:stCondLst>
                                            <p:cond delay="0"/>
                                          </p:stCondLst>
                                        </p:cTn>
                                        <p:tgtEl>
                                          <p:spTgt spid="30734"/>
                                        </p:tgtEl>
                                        <p:attrNameLst>
                                          <p:attrName>style.visibility</p:attrName>
                                        </p:attrNameLst>
                                      </p:cBhvr>
                                      <p:to>
                                        <p:strVal val="visible"/>
                                      </p:to>
                                    </p:set>
                                    <p:animEffect transition="in" filter="blinds(vertical)">
                                      <p:cBhvr>
                                        <p:cTn id="7" dur="1000"/>
                                        <p:tgtEl>
                                          <p:spTgt spid="3073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30735"/>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30727"/>
                                        </p:tgtEl>
                                        <p:attrNameLst>
                                          <p:attrName>style.visibility</p:attrName>
                                        </p:attrNameLst>
                                      </p:cBhvr>
                                      <p:to>
                                        <p:strVal val="visible"/>
                                      </p:to>
                                    </p:set>
                                    <p:animEffect transition="in" filter="wipe(left)">
                                      <p:cBhvr>
                                        <p:cTn id="16" dur="1000"/>
                                        <p:tgtEl>
                                          <p:spTgt spid="30727"/>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30728"/>
                                        </p:tgtEl>
                                        <p:attrNameLst>
                                          <p:attrName>style.visibility</p:attrName>
                                        </p:attrNameLst>
                                      </p:cBhvr>
                                      <p:to>
                                        <p:strVal val="visible"/>
                                      </p:to>
                                    </p:set>
                                    <p:animEffect transition="in" filter="wipe(left)">
                                      <p:cBhvr>
                                        <p:cTn id="21" dur="1000"/>
                                        <p:tgtEl>
                                          <p:spTgt spid="30728"/>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30729"/>
                                        </p:tgtEl>
                                        <p:attrNameLst>
                                          <p:attrName>style.visibility</p:attrName>
                                        </p:attrNameLst>
                                      </p:cBhvr>
                                      <p:to>
                                        <p:strVal val="visible"/>
                                      </p:to>
                                    </p:set>
                                    <p:animEffect transition="in" filter="wipe(left)">
                                      <p:cBhvr>
                                        <p:cTn id="26" dur="1000"/>
                                        <p:tgtEl>
                                          <p:spTgt spid="30729"/>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30736"/>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3" presetClass="entr" presetSubtype="10" fill="hold" nodeType="clickEffect">
                                  <p:stCondLst>
                                    <p:cond delay="0"/>
                                  </p:stCondLst>
                                  <p:childTnLst>
                                    <p:set>
                                      <p:cBhvr>
                                        <p:cTn id="34" dur="1" fill="hold">
                                          <p:stCondLst>
                                            <p:cond delay="0"/>
                                          </p:stCondLst>
                                        </p:cTn>
                                        <p:tgtEl>
                                          <p:spTgt spid="99330"/>
                                        </p:tgtEl>
                                        <p:attrNameLst>
                                          <p:attrName>style.visibility</p:attrName>
                                        </p:attrNameLst>
                                      </p:cBhvr>
                                      <p:to>
                                        <p:strVal val="visible"/>
                                      </p:to>
                                    </p:set>
                                    <p:animEffect transition="in" filter="blinds(horizontal)">
                                      <p:cBhvr>
                                        <p:cTn id="35" dur="1000"/>
                                        <p:tgtEl>
                                          <p:spTgt spid="99330"/>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17" presetClass="entr" presetSubtype="10" fill="hold" grpId="0" nodeType="clickEffect">
                                  <p:stCondLst>
                                    <p:cond delay="0"/>
                                  </p:stCondLst>
                                  <p:childTnLst>
                                    <p:set>
                                      <p:cBhvr>
                                        <p:cTn id="39" dur="1" fill="hold">
                                          <p:stCondLst>
                                            <p:cond delay="0"/>
                                          </p:stCondLst>
                                        </p:cTn>
                                        <p:tgtEl>
                                          <p:spTgt spid="30733"/>
                                        </p:tgtEl>
                                        <p:attrNameLst>
                                          <p:attrName>style.visibility</p:attrName>
                                        </p:attrNameLst>
                                      </p:cBhvr>
                                      <p:to>
                                        <p:strVal val="visible"/>
                                      </p:to>
                                    </p:set>
                                    <p:anim calcmode="lin" valueType="num">
                                      <p:cBhvr>
                                        <p:cTn id="40" dur="1000" fill="hold"/>
                                        <p:tgtEl>
                                          <p:spTgt spid="30733"/>
                                        </p:tgtEl>
                                        <p:attrNameLst>
                                          <p:attrName>ppt_w</p:attrName>
                                        </p:attrNameLst>
                                      </p:cBhvr>
                                      <p:tavLst>
                                        <p:tav tm="0">
                                          <p:val>
                                            <p:fltVal val="0"/>
                                          </p:val>
                                        </p:tav>
                                        <p:tav tm="100000">
                                          <p:val>
                                            <p:strVal val="#ppt_w"/>
                                          </p:val>
                                        </p:tav>
                                      </p:tavLst>
                                    </p:anim>
                                    <p:anim calcmode="lin" valueType="num">
                                      <p:cBhvr>
                                        <p:cTn id="41" dur="1000" fill="hold"/>
                                        <p:tgtEl>
                                          <p:spTgt spid="3073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7" grpId="0" autoUpdateAnimBg="0"/>
      <p:bldP spid="30728" grpId="0" autoUpdateAnimBg="0"/>
      <p:bldP spid="30729" grpId="0" autoUpdateAnimBg="0"/>
      <p:bldP spid="30733" grpId="0" autoUpdateAnimBg="0"/>
      <p:bldP spid="30734" grpId="0" autoUpdateAnimBg="0"/>
      <p:bldP spid="30735" grpId="0" animBg="1" autoUpdateAnimBg="0"/>
      <p:bldP spid="30736" grpId="0" animBg="1"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31777" name="Object 33">
            <a:extLst>
              <a:ext uri="{FF2B5EF4-FFF2-40B4-BE49-F238E27FC236}">
                <a16:creationId xmlns:a16="http://schemas.microsoft.com/office/drawing/2014/main" id="{80EC1520-2FE3-4ACF-906F-DBC1A2F3A66F}"/>
              </a:ext>
            </a:extLst>
          </p:cNvPr>
          <p:cNvGraphicFramePr>
            <a:graphicFrameLocks noChangeAspect="1"/>
          </p:cNvGraphicFramePr>
          <p:nvPr/>
        </p:nvGraphicFramePr>
        <p:xfrm>
          <a:off x="1143000" y="3276600"/>
          <a:ext cx="4211638" cy="1350963"/>
        </p:xfrm>
        <a:graphic>
          <a:graphicData uri="http://schemas.openxmlformats.org/presentationml/2006/ole">
            <mc:AlternateContent xmlns:mc="http://schemas.openxmlformats.org/markup-compatibility/2006">
              <mc:Choice xmlns:v="urn:schemas-microsoft-com:vml" Requires="v">
                <p:oleObj spid="_x0000_s38933" name="公式" r:id="rId3" imgW="1549400" imgH="558800" progId="Equation.3">
                  <p:embed/>
                </p:oleObj>
              </mc:Choice>
              <mc:Fallback>
                <p:oleObj name="公式" r:id="rId3" imgW="1549400" imgH="558800" progId="Equation.3">
                  <p:embed/>
                  <p:pic>
                    <p:nvPicPr>
                      <p:cNvPr id="0" name="Object 3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3276600"/>
                        <a:ext cx="4211638" cy="1350963"/>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8915" name="Text Box 35">
            <a:extLst>
              <a:ext uri="{FF2B5EF4-FFF2-40B4-BE49-F238E27FC236}">
                <a16:creationId xmlns:a16="http://schemas.microsoft.com/office/drawing/2014/main" id="{69DE7C6C-C7B1-461E-8312-E842FE70369D}"/>
              </a:ext>
            </a:extLst>
          </p:cNvPr>
          <p:cNvSpPr txBox="1">
            <a:spLocks noChangeArrowheads="1"/>
          </p:cNvSpPr>
          <p:nvPr/>
        </p:nvSpPr>
        <p:spPr bwMode="auto">
          <a:xfrm>
            <a:off x="457200" y="457200"/>
            <a:ext cx="2667000" cy="579438"/>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ea typeface="楷体_GB2312" pitchFamily="49" charset="-122"/>
              </a:rPr>
              <a:t>正规战争模型</a:t>
            </a:r>
          </a:p>
        </p:txBody>
      </p:sp>
      <p:sp>
        <p:nvSpPr>
          <p:cNvPr id="31780" name="Text Box 36">
            <a:extLst>
              <a:ext uri="{FF2B5EF4-FFF2-40B4-BE49-F238E27FC236}">
                <a16:creationId xmlns:a16="http://schemas.microsoft.com/office/drawing/2014/main" id="{C0070EFD-F980-42E2-802A-3AEE519DA3BE}"/>
              </a:ext>
            </a:extLst>
          </p:cNvPr>
          <p:cNvSpPr txBox="1">
            <a:spLocks noChangeArrowheads="1"/>
          </p:cNvSpPr>
          <p:nvPr/>
        </p:nvSpPr>
        <p:spPr bwMode="auto">
          <a:xfrm>
            <a:off x="1042988" y="1268413"/>
            <a:ext cx="7696200" cy="519112"/>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Char char="•"/>
            </a:pPr>
            <a:r>
              <a:rPr lang="en-US" altLang="zh-CN" sz="2800" b="1"/>
              <a:t> </a:t>
            </a:r>
            <a:r>
              <a:rPr lang="zh-CN" altLang="en-US" sz="2800" b="1"/>
              <a:t>甲方战斗减员率只取决于乙方的兵力和战斗力</a:t>
            </a:r>
          </a:p>
        </p:txBody>
      </p:sp>
      <p:sp>
        <p:nvSpPr>
          <p:cNvPr id="31781" name="Text Box 37">
            <a:extLst>
              <a:ext uri="{FF2B5EF4-FFF2-40B4-BE49-F238E27FC236}">
                <a16:creationId xmlns:a16="http://schemas.microsoft.com/office/drawing/2014/main" id="{F6DA9899-9CFC-475F-8F66-1B7A2F551C0E}"/>
              </a:ext>
            </a:extLst>
          </p:cNvPr>
          <p:cNvSpPr txBox="1">
            <a:spLocks noChangeArrowheads="1"/>
          </p:cNvSpPr>
          <p:nvPr/>
        </p:nvSpPr>
        <p:spPr bwMode="auto">
          <a:xfrm>
            <a:off x="3581400" y="533400"/>
            <a:ext cx="4041775" cy="519113"/>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双方均以正规部队作战</a:t>
            </a:r>
          </a:p>
        </p:txBody>
      </p:sp>
      <p:graphicFrame>
        <p:nvGraphicFramePr>
          <p:cNvPr id="31784" name="Object 40">
            <a:extLst>
              <a:ext uri="{FF2B5EF4-FFF2-40B4-BE49-F238E27FC236}">
                <a16:creationId xmlns:a16="http://schemas.microsoft.com/office/drawing/2014/main" id="{A7118025-6207-4571-865A-0885A258D657}"/>
              </a:ext>
            </a:extLst>
          </p:cNvPr>
          <p:cNvGraphicFramePr>
            <a:graphicFrameLocks noChangeAspect="1"/>
          </p:cNvGraphicFramePr>
          <p:nvPr/>
        </p:nvGraphicFramePr>
        <p:xfrm>
          <a:off x="5943600" y="3657600"/>
          <a:ext cx="2643188" cy="582613"/>
        </p:xfrm>
        <a:graphic>
          <a:graphicData uri="http://schemas.openxmlformats.org/presentationml/2006/ole">
            <mc:AlternateContent xmlns:mc="http://schemas.openxmlformats.org/markup-compatibility/2006">
              <mc:Choice xmlns:v="urn:schemas-microsoft-com:vml" Requires="v">
                <p:oleObj spid="_x0000_s38934" name="公式" r:id="rId5" imgW="1295400" imgH="254000" progId="Equation.3">
                  <p:embed/>
                </p:oleObj>
              </mc:Choice>
              <mc:Fallback>
                <p:oleObj name="公式" r:id="rId5" imgW="1295400" imgH="254000" progId="Equation.3">
                  <p:embed/>
                  <p:pic>
                    <p:nvPicPr>
                      <p:cNvPr id="0" name="Object 4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43600" y="3657600"/>
                        <a:ext cx="2643188" cy="582613"/>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785" name="Text Box 41">
            <a:extLst>
              <a:ext uri="{FF2B5EF4-FFF2-40B4-BE49-F238E27FC236}">
                <a16:creationId xmlns:a16="http://schemas.microsoft.com/office/drawing/2014/main" id="{073E712F-76DF-4A27-BC7D-77CA8E9D5438}"/>
              </a:ext>
            </a:extLst>
          </p:cNvPr>
          <p:cNvSpPr txBox="1">
            <a:spLocks noChangeArrowheads="1"/>
          </p:cNvSpPr>
          <p:nvPr/>
        </p:nvSpPr>
        <p:spPr bwMode="auto">
          <a:xfrm>
            <a:off x="533400" y="5105400"/>
            <a:ext cx="30321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Char char="•"/>
            </a:pPr>
            <a:r>
              <a:rPr lang="en-US" altLang="zh-CN" sz="2800" b="1"/>
              <a:t> </a:t>
            </a:r>
            <a:r>
              <a:rPr lang="zh-CN" altLang="en-US" sz="2800" b="1"/>
              <a:t>忽略非战斗减员</a:t>
            </a:r>
          </a:p>
        </p:txBody>
      </p:sp>
      <p:sp>
        <p:nvSpPr>
          <p:cNvPr id="31786" name="Text Box 42">
            <a:extLst>
              <a:ext uri="{FF2B5EF4-FFF2-40B4-BE49-F238E27FC236}">
                <a16:creationId xmlns:a16="http://schemas.microsoft.com/office/drawing/2014/main" id="{10DA92D3-B135-4AE8-9B41-A2DE4C886C0E}"/>
              </a:ext>
            </a:extLst>
          </p:cNvPr>
          <p:cNvSpPr txBox="1">
            <a:spLocks noChangeArrowheads="1"/>
          </p:cNvSpPr>
          <p:nvPr/>
        </p:nvSpPr>
        <p:spPr bwMode="auto">
          <a:xfrm>
            <a:off x="533400" y="5791200"/>
            <a:ext cx="28765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Char char="•"/>
            </a:pPr>
            <a:r>
              <a:rPr lang="en-US" altLang="zh-CN" sz="2800" b="1"/>
              <a:t> </a:t>
            </a:r>
            <a:r>
              <a:rPr lang="zh-CN" altLang="en-US" sz="2800" b="1"/>
              <a:t>假设没有增援</a:t>
            </a:r>
          </a:p>
        </p:txBody>
      </p:sp>
      <p:grpSp>
        <p:nvGrpSpPr>
          <p:cNvPr id="2" name="Group 44">
            <a:extLst>
              <a:ext uri="{FF2B5EF4-FFF2-40B4-BE49-F238E27FC236}">
                <a16:creationId xmlns:a16="http://schemas.microsoft.com/office/drawing/2014/main" id="{1A3B07B0-09A0-4A2C-A24B-A9D2094BE8AC}"/>
              </a:ext>
            </a:extLst>
          </p:cNvPr>
          <p:cNvGrpSpPr>
            <a:grpSpLocks/>
          </p:cNvGrpSpPr>
          <p:nvPr/>
        </p:nvGrpSpPr>
        <p:grpSpPr bwMode="auto">
          <a:xfrm>
            <a:off x="3810000" y="4624388"/>
            <a:ext cx="4897438" cy="1828800"/>
            <a:chOff x="2400" y="2880"/>
            <a:chExt cx="3024" cy="1102"/>
          </a:xfrm>
        </p:grpSpPr>
        <p:graphicFrame>
          <p:nvGraphicFramePr>
            <p:cNvPr id="38924" name="Object 34">
              <a:extLst>
                <a:ext uri="{FF2B5EF4-FFF2-40B4-BE49-F238E27FC236}">
                  <a16:creationId xmlns:a16="http://schemas.microsoft.com/office/drawing/2014/main" id="{B2801182-0042-42D1-B5DF-A376EA818FB9}"/>
                </a:ext>
              </a:extLst>
            </p:cNvPr>
            <p:cNvGraphicFramePr>
              <a:graphicFrameLocks noChangeAspect="1"/>
            </p:cNvGraphicFramePr>
            <p:nvPr/>
          </p:nvGraphicFramePr>
          <p:xfrm>
            <a:off x="2784" y="2880"/>
            <a:ext cx="2640" cy="1102"/>
          </p:xfrm>
          <a:graphic>
            <a:graphicData uri="http://schemas.openxmlformats.org/presentationml/2006/ole">
              <mc:AlternateContent xmlns:mc="http://schemas.openxmlformats.org/markup-compatibility/2006">
                <mc:Choice xmlns:v="urn:schemas-microsoft-com:vml" Requires="v">
                  <p:oleObj spid="_x0000_s38935" name="公式" r:id="rId7" imgW="1600200" imgH="850900" progId="Equation.3">
                    <p:embed/>
                  </p:oleObj>
                </mc:Choice>
                <mc:Fallback>
                  <p:oleObj name="公式" r:id="rId7" imgW="1600200" imgH="850900" progId="Equation.3">
                    <p:embed/>
                    <p:pic>
                      <p:nvPicPr>
                        <p:cNvPr id="0" name="Object 3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84" y="2880"/>
                          <a:ext cx="2640" cy="1102"/>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8925" name="AutoShape 43">
              <a:extLst>
                <a:ext uri="{FF2B5EF4-FFF2-40B4-BE49-F238E27FC236}">
                  <a16:creationId xmlns:a16="http://schemas.microsoft.com/office/drawing/2014/main" id="{790F3026-3022-4E2D-BA49-CB039E63EFE4}"/>
                </a:ext>
              </a:extLst>
            </p:cNvPr>
            <p:cNvSpPr>
              <a:spLocks noChangeArrowheads="1"/>
            </p:cNvSpPr>
            <p:nvPr/>
          </p:nvSpPr>
          <p:spPr bwMode="auto">
            <a:xfrm>
              <a:off x="2400" y="3312"/>
              <a:ext cx="240" cy="306"/>
            </a:xfrm>
            <a:prstGeom prst="rightArrow">
              <a:avLst>
                <a:gd name="adj1" fmla="val 50000"/>
                <a:gd name="adj2" fmla="val 25000"/>
              </a:avLst>
            </a:prstGeom>
            <a:solidFill>
              <a:srgbClr val="FFFF00"/>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31789" name="Text Box 45">
            <a:extLst>
              <a:ext uri="{FF2B5EF4-FFF2-40B4-BE49-F238E27FC236}">
                <a16:creationId xmlns:a16="http://schemas.microsoft.com/office/drawing/2014/main" id="{176B52EE-97A8-474F-AD7A-191E2A93F73B}"/>
              </a:ext>
            </a:extLst>
          </p:cNvPr>
          <p:cNvSpPr txBox="1">
            <a:spLocks noChangeArrowheads="1"/>
          </p:cNvSpPr>
          <p:nvPr/>
        </p:nvSpPr>
        <p:spPr bwMode="auto">
          <a:xfrm>
            <a:off x="1371600" y="1905000"/>
            <a:ext cx="6172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t>f</a:t>
            </a:r>
            <a:r>
              <a:rPr lang="en-US" altLang="zh-CN" sz="2800" b="1"/>
              <a:t>(</a:t>
            </a:r>
            <a:r>
              <a:rPr lang="en-US" altLang="zh-CN" sz="2800" b="1" i="1"/>
              <a:t>x</a:t>
            </a:r>
            <a:r>
              <a:rPr lang="en-US" altLang="zh-CN" sz="2800" b="1"/>
              <a:t>, </a:t>
            </a:r>
            <a:r>
              <a:rPr lang="en-US" altLang="zh-CN" sz="2800" b="1" i="1"/>
              <a:t>y</a:t>
            </a:r>
            <a:r>
              <a:rPr lang="en-US" altLang="zh-CN" sz="2800" b="1"/>
              <a:t>)=</a:t>
            </a:r>
            <a:r>
              <a:rPr lang="en-US" altLang="zh-CN" sz="2800" b="1">
                <a:sym typeface="Symbol" panose="05050102010706020507" pitchFamily="18" charset="2"/>
              </a:rPr>
              <a:t></a:t>
            </a:r>
            <a:r>
              <a:rPr lang="en-US" altLang="zh-CN" sz="2800" b="1" i="1"/>
              <a:t>ay</a:t>
            </a:r>
            <a:r>
              <a:rPr lang="en-US" altLang="zh-CN" sz="2800" b="1"/>
              <a:t>,  </a:t>
            </a:r>
            <a:r>
              <a:rPr lang="en-US" altLang="zh-CN" sz="2800" b="1" i="1"/>
              <a:t>a </a:t>
            </a:r>
            <a:r>
              <a:rPr lang="en-US" altLang="zh-CN" sz="2800" b="1"/>
              <a:t>~ </a:t>
            </a:r>
            <a:r>
              <a:rPr lang="zh-CN" altLang="zh-CN" sz="2800" b="1"/>
              <a:t>乙方每个士兵的杀伤率</a:t>
            </a:r>
            <a:endParaRPr lang="zh-CN" altLang="en-US" sz="2800" b="1"/>
          </a:p>
        </p:txBody>
      </p:sp>
      <p:sp>
        <p:nvSpPr>
          <p:cNvPr id="31790" name="Text Box 46">
            <a:extLst>
              <a:ext uri="{FF2B5EF4-FFF2-40B4-BE49-F238E27FC236}">
                <a16:creationId xmlns:a16="http://schemas.microsoft.com/office/drawing/2014/main" id="{CAEFC5E3-F794-479A-8517-35856E0C9E2F}"/>
              </a:ext>
            </a:extLst>
          </p:cNvPr>
          <p:cNvSpPr txBox="1">
            <a:spLocks noChangeArrowheads="1"/>
          </p:cNvSpPr>
          <p:nvPr/>
        </p:nvSpPr>
        <p:spPr bwMode="auto">
          <a:xfrm>
            <a:off x="1371600" y="2590800"/>
            <a:ext cx="4953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t>a</a:t>
            </a:r>
            <a:r>
              <a:rPr lang="en-US" altLang="zh-CN" sz="2800" b="1"/>
              <a:t>=</a:t>
            </a:r>
            <a:r>
              <a:rPr lang="en-US" altLang="zh-CN" sz="2800" b="1" i="1"/>
              <a:t>r</a:t>
            </a:r>
            <a:r>
              <a:rPr lang="en-US" altLang="zh-CN" sz="2800" b="1" i="1" baseline="-25000"/>
              <a:t>y </a:t>
            </a:r>
            <a:r>
              <a:rPr lang="en-US" altLang="zh-CN" sz="2800" b="1" i="1"/>
              <a:t>p</a:t>
            </a:r>
            <a:r>
              <a:rPr lang="en-US" altLang="zh-CN" sz="2800" b="1" i="1" baseline="-25000"/>
              <a:t>y</a:t>
            </a:r>
            <a:r>
              <a:rPr lang="en-US" altLang="zh-CN" sz="2800" b="1"/>
              <a:t>, </a:t>
            </a:r>
            <a:r>
              <a:rPr lang="en-US" altLang="zh-CN" sz="2800" b="1" i="1"/>
              <a:t>r</a:t>
            </a:r>
            <a:r>
              <a:rPr lang="en-US" altLang="zh-CN" sz="2800" b="1" i="1" baseline="-25000"/>
              <a:t>y </a:t>
            </a:r>
            <a:r>
              <a:rPr lang="en-US" altLang="zh-CN" sz="2800" b="1"/>
              <a:t>~</a:t>
            </a:r>
            <a:r>
              <a:rPr lang="zh-CN" altLang="zh-CN" sz="2800" b="1"/>
              <a:t>射击率，</a:t>
            </a:r>
            <a:r>
              <a:rPr lang="zh-CN" altLang="zh-CN" sz="2800" b="1" i="1" baseline="-25000"/>
              <a:t> </a:t>
            </a:r>
            <a:r>
              <a:rPr lang="en-US" altLang="zh-CN" sz="2800" b="1" i="1"/>
              <a:t>p</a:t>
            </a:r>
            <a:r>
              <a:rPr lang="en-US" altLang="zh-CN" sz="2800" b="1" i="1" baseline="-25000"/>
              <a:t>y </a:t>
            </a:r>
            <a:r>
              <a:rPr lang="en-US" altLang="zh-CN" sz="2800" b="1"/>
              <a:t>~</a:t>
            </a:r>
            <a:r>
              <a:rPr lang="zh-CN" altLang="en-US" sz="2800" b="1"/>
              <a:t>命中率</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grpId="0" nodeType="clickEffect">
                                  <p:stCondLst>
                                    <p:cond delay="0"/>
                                  </p:stCondLst>
                                  <p:childTnLst>
                                    <p:set>
                                      <p:cBhvr>
                                        <p:cTn id="6" dur="1" fill="hold">
                                          <p:stCondLst>
                                            <p:cond delay="0"/>
                                          </p:stCondLst>
                                        </p:cTn>
                                        <p:tgtEl>
                                          <p:spTgt spid="31781"/>
                                        </p:tgtEl>
                                        <p:attrNameLst>
                                          <p:attrName>style.visibility</p:attrName>
                                        </p:attrNameLst>
                                      </p:cBhvr>
                                      <p:to>
                                        <p:strVal val="visible"/>
                                      </p:to>
                                    </p:set>
                                    <p:anim calcmode="lin" valueType="num">
                                      <p:cBhvr additive="base">
                                        <p:cTn id="7" dur="1000" fill="hold"/>
                                        <p:tgtEl>
                                          <p:spTgt spid="31781"/>
                                        </p:tgtEl>
                                        <p:attrNameLst>
                                          <p:attrName>ppt_x</p:attrName>
                                        </p:attrNameLst>
                                      </p:cBhvr>
                                      <p:tavLst>
                                        <p:tav tm="0">
                                          <p:val>
                                            <p:strVal val="#ppt_x"/>
                                          </p:val>
                                        </p:tav>
                                        <p:tav tm="100000">
                                          <p:val>
                                            <p:strVal val="#ppt_x"/>
                                          </p:val>
                                        </p:tav>
                                      </p:tavLst>
                                    </p:anim>
                                    <p:anim calcmode="lin" valueType="num">
                                      <p:cBhvr additive="base">
                                        <p:cTn id="8" dur="1000" fill="hold"/>
                                        <p:tgtEl>
                                          <p:spTgt spid="31781"/>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31780"/>
                                        </p:tgtEl>
                                        <p:attrNameLst>
                                          <p:attrName>style.visibility</p:attrName>
                                        </p:attrNameLst>
                                      </p:cBhvr>
                                      <p:to>
                                        <p:strVal val="visible"/>
                                      </p:to>
                                    </p:set>
                                    <p:animEffect transition="in" filter="box(in)">
                                      <p:cBhvr>
                                        <p:cTn id="13" dur="1000"/>
                                        <p:tgtEl>
                                          <p:spTgt spid="31780"/>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31789"/>
                                        </p:tgtEl>
                                        <p:attrNameLst>
                                          <p:attrName>style.visibility</p:attrName>
                                        </p:attrNameLst>
                                      </p:cBhvr>
                                      <p:to>
                                        <p:strVal val="visible"/>
                                      </p:to>
                                    </p:set>
                                    <p:animEffect transition="in" filter="box(out)">
                                      <p:cBhvr>
                                        <p:cTn id="18" dur="1000"/>
                                        <p:tgtEl>
                                          <p:spTgt spid="31789"/>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4" presetClass="entr" presetSubtype="32" fill="hold" grpId="0" nodeType="clickEffect">
                                  <p:stCondLst>
                                    <p:cond delay="0"/>
                                  </p:stCondLst>
                                  <p:childTnLst>
                                    <p:set>
                                      <p:cBhvr>
                                        <p:cTn id="22" dur="1" fill="hold">
                                          <p:stCondLst>
                                            <p:cond delay="0"/>
                                          </p:stCondLst>
                                        </p:cTn>
                                        <p:tgtEl>
                                          <p:spTgt spid="31790"/>
                                        </p:tgtEl>
                                        <p:attrNameLst>
                                          <p:attrName>style.visibility</p:attrName>
                                        </p:attrNameLst>
                                      </p:cBhvr>
                                      <p:to>
                                        <p:strVal val="visible"/>
                                      </p:to>
                                    </p:set>
                                    <p:animEffect transition="in" filter="box(out)">
                                      <p:cBhvr>
                                        <p:cTn id="23" dur="1000"/>
                                        <p:tgtEl>
                                          <p:spTgt spid="31790"/>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 presetClass="entr" presetSubtype="5" fill="hold" nodeType="clickEffect">
                                  <p:stCondLst>
                                    <p:cond delay="0"/>
                                  </p:stCondLst>
                                  <p:childTnLst>
                                    <p:set>
                                      <p:cBhvr>
                                        <p:cTn id="27" dur="1" fill="hold">
                                          <p:stCondLst>
                                            <p:cond delay="0"/>
                                          </p:stCondLst>
                                        </p:cTn>
                                        <p:tgtEl>
                                          <p:spTgt spid="31777"/>
                                        </p:tgtEl>
                                        <p:attrNameLst>
                                          <p:attrName>style.visibility</p:attrName>
                                        </p:attrNameLst>
                                      </p:cBhvr>
                                      <p:to>
                                        <p:strVal val="visible"/>
                                      </p:to>
                                    </p:set>
                                    <p:animEffect transition="in" filter="checkerboard(down)">
                                      <p:cBhvr>
                                        <p:cTn id="28" dur="1000"/>
                                        <p:tgtEl>
                                          <p:spTgt spid="31777"/>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5" presetClass="entr" presetSubtype="10" fill="hold" nodeType="clickEffect">
                                  <p:stCondLst>
                                    <p:cond delay="0"/>
                                  </p:stCondLst>
                                  <p:childTnLst>
                                    <p:set>
                                      <p:cBhvr>
                                        <p:cTn id="32" dur="1" fill="hold">
                                          <p:stCondLst>
                                            <p:cond delay="0"/>
                                          </p:stCondLst>
                                        </p:cTn>
                                        <p:tgtEl>
                                          <p:spTgt spid="31784"/>
                                        </p:tgtEl>
                                        <p:attrNameLst>
                                          <p:attrName>style.visibility</p:attrName>
                                        </p:attrNameLst>
                                      </p:cBhvr>
                                      <p:to>
                                        <p:strVal val="visible"/>
                                      </p:to>
                                    </p:set>
                                    <p:animEffect transition="in" filter="checkerboard(across)">
                                      <p:cBhvr>
                                        <p:cTn id="33" dur="1000"/>
                                        <p:tgtEl>
                                          <p:spTgt spid="31784"/>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31785"/>
                                        </p:tgtEl>
                                        <p:attrNameLst>
                                          <p:attrName>style.visibility</p:attrName>
                                        </p:attrNameLst>
                                      </p:cBhvr>
                                      <p:to>
                                        <p:strVal val="visible"/>
                                      </p:to>
                                    </p:set>
                                    <p:animEffect transition="in" filter="wipe(left)">
                                      <p:cBhvr>
                                        <p:cTn id="38" dur="1000"/>
                                        <p:tgtEl>
                                          <p:spTgt spid="31785"/>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31786"/>
                                        </p:tgtEl>
                                        <p:attrNameLst>
                                          <p:attrName>style.visibility</p:attrName>
                                        </p:attrNameLst>
                                      </p:cBhvr>
                                      <p:to>
                                        <p:strVal val="visible"/>
                                      </p:to>
                                    </p:set>
                                    <p:animEffect transition="in" filter="wipe(left)">
                                      <p:cBhvr>
                                        <p:cTn id="43" dur="1000"/>
                                        <p:tgtEl>
                                          <p:spTgt spid="31786"/>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nodeType="clickEffect">
                                  <p:stCondLst>
                                    <p:cond delay="0"/>
                                  </p:stCondLst>
                                  <p:childTnLst>
                                    <p:set>
                                      <p:cBhvr>
                                        <p:cTn id="47" dur="1" fill="hold">
                                          <p:stCondLst>
                                            <p:cond delay="0"/>
                                          </p:stCondLst>
                                        </p:cTn>
                                        <p:tgtEl>
                                          <p:spTgt spid="2"/>
                                        </p:tgtEl>
                                        <p:attrNameLst>
                                          <p:attrName>style.visibility</p:attrName>
                                        </p:attrNameLst>
                                      </p:cBhvr>
                                      <p:to>
                                        <p:strVal val="visible"/>
                                      </p:to>
                                    </p:set>
                                    <p:animEffect transition="in" filter="wipe(left)">
                                      <p:cBhvr>
                                        <p:cTn id="48"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80" grpId="0" animBg="1" autoUpdateAnimBg="0"/>
      <p:bldP spid="31781" grpId="0" animBg="1" autoUpdateAnimBg="0"/>
      <p:bldP spid="31785" grpId="0"/>
      <p:bldP spid="31786" grpId="0"/>
      <p:bldP spid="31789" grpId="0" autoUpdateAnimBg="0"/>
      <p:bldP spid="31790" grpId="0"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2" name="Group 59">
            <a:extLst>
              <a:ext uri="{FF2B5EF4-FFF2-40B4-BE49-F238E27FC236}">
                <a16:creationId xmlns:a16="http://schemas.microsoft.com/office/drawing/2014/main" id="{BFFFC7E7-1793-4AD0-8DA2-1F0F5D707FE3}"/>
              </a:ext>
            </a:extLst>
          </p:cNvPr>
          <p:cNvGrpSpPr>
            <a:grpSpLocks/>
          </p:cNvGrpSpPr>
          <p:nvPr/>
        </p:nvGrpSpPr>
        <p:grpSpPr bwMode="auto">
          <a:xfrm>
            <a:off x="209550" y="3200400"/>
            <a:ext cx="4184650" cy="3429000"/>
            <a:chOff x="132" y="1872"/>
            <a:chExt cx="2636" cy="2160"/>
          </a:xfrm>
        </p:grpSpPr>
        <p:sp>
          <p:nvSpPr>
            <p:cNvPr id="39982" name="Line 7">
              <a:extLst>
                <a:ext uri="{FF2B5EF4-FFF2-40B4-BE49-F238E27FC236}">
                  <a16:creationId xmlns:a16="http://schemas.microsoft.com/office/drawing/2014/main" id="{EEA62DB5-1192-45F3-A300-F039396B921B}"/>
                </a:ext>
              </a:extLst>
            </p:cNvPr>
            <p:cNvSpPr>
              <a:spLocks noChangeShapeType="1"/>
            </p:cNvSpPr>
            <p:nvPr/>
          </p:nvSpPr>
          <p:spPr bwMode="auto">
            <a:xfrm>
              <a:off x="548" y="3705"/>
              <a:ext cx="216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83" name="Line 8">
              <a:extLst>
                <a:ext uri="{FF2B5EF4-FFF2-40B4-BE49-F238E27FC236}">
                  <a16:creationId xmlns:a16="http://schemas.microsoft.com/office/drawing/2014/main" id="{5C1403AF-E4EE-44FC-909D-65FB3DAEEF31}"/>
                </a:ext>
              </a:extLst>
            </p:cNvPr>
            <p:cNvSpPr>
              <a:spLocks noChangeShapeType="1"/>
            </p:cNvSpPr>
            <p:nvPr/>
          </p:nvSpPr>
          <p:spPr bwMode="auto">
            <a:xfrm flipV="1">
              <a:off x="548" y="1881"/>
              <a:ext cx="0" cy="182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39984" name="Object 59">
              <a:extLst>
                <a:ext uri="{FF2B5EF4-FFF2-40B4-BE49-F238E27FC236}">
                  <a16:creationId xmlns:a16="http://schemas.microsoft.com/office/drawing/2014/main" id="{74DC294B-05DE-46B6-87E0-BFCB6C9B7806}"/>
                </a:ext>
              </a:extLst>
            </p:cNvPr>
            <p:cNvGraphicFramePr>
              <a:graphicFrameLocks noChangeAspect="1"/>
            </p:cNvGraphicFramePr>
            <p:nvPr/>
          </p:nvGraphicFramePr>
          <p:xfrm>
            <a:off x="132" y="1872"/>
            <a:ext cx="348" cy="244"/>
          </p:xfrm>
          <a:graphic>
            <a:graphicData uri="http://schemas.openxmlformats.org/presentationml/2006/ole">
              <mc:AlternateContent xmlns:mc="http://schemas.openxmlformats.org/markup-compatibility/2006">
                <mc:Choice xmlns:v="urn:schemas-microsoft-com:vml" Requires="v">
                  <p:oleObj spid="_x0000_s40018" name="公式" r:id="rId3" imgW="342751" imgH="241195" progId="Equation.3">
                    <p:embed/>
                  </p:oleObj>
                </mc:Choice>
                <mc:Fallback>
                  <p:oleObj name="公式" r:id="rId3" imgW="342751" imgH="241195" progId="Equation.3">
                    <p:embed/>
                    <p:pic>
                      <p:nvPicPr>
                        <p:cNvPr id="0" name="Object 5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2" y="1872"/>
                          <a:ext cx="348" cy="2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985" name="Object 60">
              <a:extLst>
                <a:ext uri="{FF2B5EF4-FFF2-40B4-BE49-F238E27FC236}">
                  <a16:creationId xmlns:a16="http://schemas.microsoft.com/office/drawing/2014/main" id="{DF2CA156-5EAC-4851-AEBD-5179EDBF699F}"/>
                </a:ext>
              </a:extLst>
            </p:cNvPr>
            <p:cNvGraphicFramePr>
              <a:graphicFrameLocks noChangeAspect="1"/>
            </p:cNvGraphicFramePr>
            <p:nvPr/>
          </p:nvGraphicFramePr>
          <p:xfrm>
            <a:off x="2372" y="3753"/>
            <a:ext cx="396" cy="279"/>
          </p:xfrm>
          <a:graphic>
            <a:graphicData uri="http://schemas.openxmlformats.org/presentationml/2006/ole">
              <mc:AlternateContent xmlns:mc="http://schemas.openxmlformats.org/markup-compatibility/2006">
                <mc:Choice xmlns:v="urn:schemas-microsoft-com:vml" Requires="v">
                  <p:oleObj spid="_x0000_s40019" name="公式" r:id="rId5" imgW="342751" imgH="241195" progId="Equation.3">
                    <p:embed/>
                  </p:oleObj>
                </mc:Choice>
                <mc:Fallback>
                  <p:oleObj name="公式" r:id="rId5" imgW="342751" imgH="241195" progId="Equation.3">
                    <p:embed/>
                    <p:pic>
                      <p:nvPicPr>
                        <p:cNvPr id="0" name="Object 6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72" y="3753"/>
                          <a:ext cx="396" cy="27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986" name="Text Box 27">
              <a:extLst>
                <a:ext uri="{FF2B5EF4-FFF2-40B4-BE49-F238E27FC236}">
                  <a16:creationId xmlns:a16="http://schemas.microsoft.com/office/drawing/2014/main" id="{0AD24797-8692-42E1-9C6B-5BF552793E3D}"/>
                </a:ext>
              </a:extLst>
            </p:cNvPr>
            <p:cNvSpPr txBox="1">
              <a:spLocks noChangeArrowheads="1"/>
            </p:cNvSpPr>
            <p:nvPr/>
          </p:nvSpPr>
          <p:spPr bwMode="auto">
            <a:xfrm>
              <a:off x="404" y="3657"/>
              <a:ext cx="2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i="1"/>
                <a:t>O</a:t>
              </a:r>
            </a:p>
          </p:txBody>
        </p:sp>
      </p:grpSp>
      <p:grpSp>
        <p:nvGrpSpPr>
          <p:cNvPr id="3" name="Group 58">
            <a:extLst>
              <a:ext uri="{FF2B5EF4-FFF2-40B4-BE49-F238E27FC236}">
                <a16:creationId xmlns:a16="http://schemas.microsoft.com/office/drawing/2014/main" id="{2356EB45-D239-4F09-A01B-57855E4B32A2}"/>
              </a:ext>
            </a:extLst>
          </p:cNvPr>
          <p:cNvGrpSpPr>
            <a:grpSpLocks/>
          </p:cNvGrpSpPr>
          <p:nvPr/>
        </p:nvGrpSpPr>
        <p:grpSpPr bwMode="auto">
          <a:xfrm>
            <a:off x="120650" y="2743200"/>
            <a:ext cx="2317750" cy="2436813"/>
            <a:chOff x="48" y="1565"/>
            <a:chExt cx="1460" cy="1535"/>
          </a:xfrm>
        </p:grpSpPr>
        <p:sp>
          <p:nvSpPr>
            <p:cNvPr id="39973" name="Arc 18">
              <a:extLst>
                <a:ext uri="{FF2B5EF4-FFF2-40B4-BE49-F238E27FC236}">
                  <a16:creationId xmlns:a16="http://schemas.microsoft.com/office/drawing/2014/main" id="{C205152E-77AA-47FB-A0B6-85E92F1B0E16}"/>
                </a:ext>
              </a:extLst>
            </p:cNvPr>
            <p:cNvSpPr>
              <a:spLocks/>
            </p:cNvSpPr>
            <p:nvPr/>
          </p:nvSpPr>
          <p:spPr bwMode="auto">
            <a:xfrm rot="20473765" flipV="1">
              <a:off x="360" y="1565"/>
              <a:ext cx="911" cy="960"/>
            </a:xfrm>
            <a:custGeom>
              <a:avLst/>
              <a:gdLst>
                <a:gd name="T0" fmla="*/ 0 w 13668"/>
                <a:gd name="T1" fmla="*/ 0 h 21600"/>
                <a:gd name="T2" fmla="*/ 4 w 13668"/>
                <a:gd name="T3" fmla="*/ 0 h 21600"/>
                <a:gd name="T4" fmla="*/ 0 w 13668"/>
                <a:gd name="T5" fmla="*/ 2 h 21600"/>
                <a:gd name="T6" fmla="*/ 0 60000 65536"/>
                <a:gd name="T7" fmla="*/ 0 60000 65536"/>
                <a:gd name="T8" fmla="*/ 0 60000 65536"/>
                <a:gd name="T9" fmla="*/ 0 w 13668"/>
                <a:gd name="T10" fmla="*/ 0 h 21600"/>
                <a:gd name="T11" fmla="*/ 13668 w 13668"/>
                <a:gd name="T12" fmla="*/ 21600 h 21600"/>
              </a:gdLst>
              <a:ahLst/>
              <a:cxnLst>
                <a:cxn ang="T6">
                  <a:pos x="T0" y="T1"/>
                </a:cxn>
                <a:cxn ang="T7">
                  <a:pos x="T2" y="T3"/>
                </a:cxn>
                <a:cxn ang="T8">
                  <a:pos x="T4" y="T5"/>
                </a:cxn>
              </a:cxnLst>
              <a:rect l="T9" t="T10" r="T11" b="T12"/>
              <a:pathLst>
                <a:path w="13668" h="21600" fill="none" extrusionOk="0">
                  <a:moveTo>
                    <a:pt x="-1" y="0"/>
                  </a:moveTo>
                  <a:cubicBezTo>
                    <a:pt x="4981" y="0"/>
                    <a:pt x="9810" y="1721"/>
                    <a:pt x="13667" y="4874"/>
                  </a:cubicBezTo>
                </a:path>
                <a:path w="13668" h="21600" stroke="0" extrusionOk="0">
                  <a:moveTo>
                    <a:pt x="-1" y="0"/>
                  </a:moveTo>
                  <a:cubicBezTo>
                    <a:pt x="4981" y="0"/>
                    <a:pt x="9810" y="1721"/>
                    <a:pt x="13667" y="4874"/>
                  </a:cubicBezTo>
                  <a:lnTo>
                    <a:pt x="0" y="21600"/>
                  </a:lnTo>
                  <a:lnTo>
                    <a:pt x="-1" y="0"/>
                  </a:ln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39974" name="Group 57">
              <a:extLst>
                <a:ext uri="{FF2B5EF4-FFF2-40B4-BE49-F238E27FC236}">
                  <a16:creationId xmlns:a16="http://schemas.microsoft.com/office/drawing/2014/main" id="{01DD79C7-047A-4794-B449-4B63E8CD13C4}"/>
                </a:ext>
              </a:extLst>
            </p:cNvPr>
            <p:cNvGrpSpPr>
              <a:grpSpLocks/>
            </p:cNvGrpSpPr>
            <p:nvPr/>
          </p:nvGrpSpPr>
          <p:grpSpPr bwMode="auto">
            <a:xfrm>
              <a:off x="48" y="1833"/>
              <a:ext cx="1460" cy="1267"/>
              <a:chOff x="48" y="1833"/>
              <a:chExt cx="1460" cy="1267"/>
            </a:xfrm>
          </p:grpSpPr>
          <p:sp>
            <p:nvSpPr>
              <p:cNvPr id="39975" name="Arc 17">
                <a:extLst>
                  <a:ext uri="{FF2B5EF4-FFF2-40B4-BE49-F238E27FC236}">
                    <a16:creationId xmlns:a16="http://schemas.microsoft.com/office/drawing/2014/main" id="{BA3B76DA-15C5-423A-8E6D-C21CE9CB08F0}"/>
                  </a:ext>
                </a:extLst>
              </p:cNvPr>
              <p:cNvSpPr>
                <a:spLocks/>
              </p:cNvSpPr>
              <p:nvPr/>
            </p:nvSpPr>
            <p:spPr bwMode="auto">
              <a:xfrm rot="20473765" flipV="1">
                <a:off x="359" y="2140"/>
                <a:ext cx="921" cy="960"/>
              </a:xfrm>
              <a:custGeom>
                <a:avLst/>
                <a:gdLst>
                  <a:gd name="T0" fmla="*/ 0 w 13810"/>
                  <a:gd name="T1" fmla="*/ 0 h 21600"/>
                  <a:gd name="T2" fmla="*/ 4 w 13810"/>
                  <a:gd name="T3" fmla="*/ 0 h 21600"/>
                  <a:gd name="T4" fmla="*/ 0 w 13810"/>
                  <a:gd name="T5" fmla="*/ 2 h 21600"/>
                  <a:gd name="T6" fmla="*/ 0 60000 65536"/>
                  <a:gd name="T7" fmla="*/ 0 60000 65536"/>
                  <a:gd name="T8" fmla="*/ 0 60000 65536"/>
                  <a:gd name="T9" fmla="*/ 0 w 13810"/>
                  <a:gd name="T10" fmla="*/ 0 h 21600"/>
                  <a:gd name="T11" fmla="*/ 13810 w 13810"/>
                  <a:gd name="T12" fmla="*/ 21600 h 21600"/>
                </a:gdLst>
                <a:ahLst/>
                <a:cxnLst>
                  <a:cxn ang="T6">
                    <a:pos x="T0" y="T1"/>
                  </a:cxn>
                  <a:cxn ang="T7">
                    <a:pos x="T2" y="T3"/>
                  </a:cxn>
                  <a:cxn ang="T8">
                    <a:pos x="T4" y="T5"/>
                  </a:cxn>
                </a:cxnLst>
                <a:rect l="T9" t="T10" r="T11" b="T12"/>
                <a:pathLst>
                  <a:path w="13810" h="21600" fill="none" extrusionOk="0">
                    <a:moveTo>
                      <a:pt x="-1" y="0"/>
                    </a:moveTo>
                    <a:cubicBezTo>
                      <a:pt x="5044" y="0"/>
                      <a:pt x="9930" y="1765"/>
                      <a:pt x="13809" y="4991"/>
                    </a:cubicBezTo>
                  </a:path>
                  <a:path w="13810" h="21600" stroke="0" extrusionOk="0">
                    <a:moveTo>
                      <a:pt x="-1" y="0"/>
                    </a:moveTo>
                    <a:cubicBezTo>
                      <a:pt x="5044" y="0"/>
                      <a:pt x="9930" y="1765"/>
                      <a:pt x="13809" y="4991"/>
                    </a:cubicBezTo>
                    <a:lnTo>
                      <a:pt x="0" y="21600"/>
                    </a:lnTo>
                    <a:lnTo>
                      <a:pt x="-1" y="0"/>
                    </a:ln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9976" name="Arc 19">
                <a:extLst>
                  <a:ext uri="{FF2B5EF4-FFF2-40B4-BE49-F238E27FC236}">
                    <a16:creationId xmlns:a16="http://schemas.microsoft.com/office/drawing/2014/main" id="{AB56F22D-8510-481F-AC1E-082C4C4EA567}"/>
                  </a:ext>
                </a:extLst>
              </p:cNvPr>
              <p:cNvSpPr>
                <a:spLocks/>
              </p:cNvSpPr>
              <p:nvPr/>
            </p:nvSpPr>
            <p:spPr bwMode="auto">
              <a:xfrm rot="20473765" flipV="1">
                <a:off x="356" y="1833"/>
                <a:ext cx="1039" cy="960"/>
              </a:xfrm>
              <a:custGeom>
                <a:avLst/>
                <a:gdLst>
                  <a:gd name="T0" fmla="*/ 0 w 15580"/>
                  <a:gd name="T1" fmla="*/ 0 h 21600"/>
                  <a:gd name="T2" fmla="*/ 5 w 15580"/>
                  <a:gd name="T3" fmla="*/ 1 h 21600"/>
                  <a:gd name="T4" fmla="*/ 0 w 15580"/>
                  <a:gd name="T5" fmla="*/ 2 h 21600"/>
                  <a:gd name="T6" fmla="*/ 0 60000 65536"/>
                  <a:gd name="T7" fmla="*/ 0 60000 65536"/>
                  <a:gd name="T8" fmla="*/ 0 60000 65536"/>
                  <a:gd name="T9" fmla="*/ 0 w 15580"/>
                  <a:gd name="T10" fmla="*/ 0 h 21600"/>
                  <a:gd name="T11" fmla="*/ 15580 w 15580"/>
                  <a:gd name="T12" fmla="*/ 21600 h 21600"/>
                </a:gdLst>
                <a:ahLst/>
                <a:cxnLst>
                  <a:cxn ang="T6">
                    <a:pos x="T0" y="T1"/>
                  </a:cxn>
                  <a:cxn ang="T7">
                    <a:pos x="T2" y="T3"/>
                  </a:cxn>
                  <a:cxn ang="T8">
                    <a:pos x="T4" y="T5"/>
                  </a:cxn>
                </a:cxnLst>
                <a:rect l="T9" t="T10" r="T11" b="T12"/>
                <a:pathLst>
                  <a:path w="15580" h="21600" fill="none" extrusionOk="0">
                    <a:moveTo>
                      <a:pt x="-1" y="0"/>
                    </a:moveTo>
                    <a:cubicBezTo>
                      <a:pt x="5880" y="0"/>
                      <a:pt x="11506" y="2397"/>
                      <a:pt x="15579" y="6639"/>
                    </a:cubicBezTo>
                  </a:path>
                  <a:path w="15580" h="21600" stroke="0" extrusionOk="0">
                    <a:moveTo>
                      <a:pt x="-1" y="0"/>
                    </a:moveTo>
                    <a:cubicBezTo>
                      <a:pt x="5880" y="0"/>
                      <a:pt x="11506" y="2397"/>
                      <a:pt x="15579" y="6639"/>
                    </a:cubicBezTo>
                    <a:lnTo>
                      <a:pt x="0" y="21600"/>
                    </a:lnTo>
                    <a:lnTo>
                      <a:pt x="-1" y="0"/>
                    </a:ln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9977" name="Line 20">
                <a:extLst>
                  <a:ext uri="{FF2B5EF4-FFF2-40B4-BE49-F238E27FC236}">
                    <a16:creationId xmlns:a16="http://schemas.microsoft.com/office/drawing/2014/main" id="{5A835D4D-05AC-4497-8653-450986425610}"/>
                  </a:ext>
                </a:extLst>
              </p:cNvPr>
              <p:cNvSpPr>
                <a:spLocks noChangeShapeType="1"/>
              </p:cNvSpPr>
              <p:nvPr/>
            </p:nvSpPr>
            <p:spPr bwMode="auto">
              <a:xfrm flipH="1">
                <a:off x="884" y="2409"/>
                <a:ext cx="144" cy="9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78" name="Line 21">
                <a:extLst>
                  <a:ext uri="{FF2B5EF4-FFF2-40B4-BE49-F238E27FC236}">
                    <a16:creationId xmlns:a16="http://schemas.microsoft.com/office/drawing/2014/main" id="{179B1B8C-CC3F-458C-AA70-73F2627554A5}"/>
                  </a:ext>
                </a:extLst>
              </p:cNvPr>
              <p:cNvSpPr>
                <a:spLocks noChangeShapeType="1"/>
              </p:cNvSpPr>
              <p:nvPr/>
            </p:nvSpPr>
            <p:spPr bwMode="auto">
              <a:xfrm flipH="1">
                <a:off x="980" y="2649"/>
                <a:ext cx="144" cy="9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79" name="Line 22">
                <a:extLst>
                  <a:ext uri="{FF2B5EF4-FFF2-40B4-BE49-F238E27FC236}">
                    <a16:creationId xmlns:a16="http://schemas.microsoft.com/office/drawing/2014/main" id="{B0C75F2C-0F2D-47C8-AA26-AC1D6DA9731B}"/>
                  </a:ext>
                </a:extLst>
              </p:cNvPr>
              <p:cNvSpPr>
                <a:spLocks noChangeShapeType="1"/>
              </p:cNvSpPr>
              <p:nvPr/>
            </p:nvSpPr>
            <p:spPr bwMode="auto">
              <a:xfrm flipH="1">
                <a:off x="980" y="2985"/>
                <a:ext cx="48" cy="4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39980" name="Object 57">
                <a:extLst>
                  <a:ext uri="{FF2B5EF4-FFF2-40B4-BE49-F238E27FC236}">
                    <a16:creationId xmlns:a16="http://schemas.microsoft.com/office/drawing/2014/main" id="{C9E1D3CB-9F2D-45C0-A3E1-A0D67E152812}"/>
                  </a:ext>
                </a:extLst>
              </p:cNvPr>
              <p:cNvGraphicFramePr>
                <a:graphicFrameLocks noChangeAspect="1"/>
              </p:cNvGraphicFramePr>
              <p:nvPr/>
            </p:nvGraphicFramePr>
            <p:xfrm>
              <a:off x="48" y="2827"/>
              <a:ext cx="472" cy="253"/>
            </p:xfrm>
            <a:graphic>
              <a:graphicData uri="http://schemas.openxmlformats.org/presentationml/2006/ole">
                <mc:AlternateContent xmlns:mc="http://schemas.openxmlformats.org/markup-compatibility/2006">
                  <mc:Choice xmlns:v="urn:schemas-microsoft-com:vml" Requires="v">
                    <p:oleObj spid="_x0000_s40020" name="公式" r:id="rId7" imgW="457200" imgH="292100" progId="Equation.3">
                      <p:embed/>
                    </p:oleObj>
                  </mc:Choice>
                  <mc:Fallback>
                    <p:oleObj name="公式" r:id="rId7" imgW="457200" imgH="292100" progId="Equation.3">
                      <p:embed/>
                      <p:pic>
                        <p:nvPicPr>
                          <p:cNvPr id="0" name="Object 5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 y="2827"/>
                            <a:ext cx="472" cy="2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981" name="Object 58">
                <a:extLst>
                  <a:ext uri="{FF2B5EF4-FFF2-40B4-BE49-F238E27FC236}">
                    <a16:creationId xmlns:a16="http://schemas.microsoft.com/office/drawing/2014/main" id="{FB129318-514C-4A9E-B2AB-4EA860239EC7}"/>
                  </a:ext>
                </a:extLst>
              </p:cNvPr>
              <p:cNvGraphicFramePr>
                <a:graphicFrameLocks noChangeAspect="1"/>
              </p:cNvGraphicFramePr>
              <p:nvPr/>
            </p:nvGraphicFramePr>
            <p:xfrm>
              <a:off x="1171" y="1944"/>
              <a:ext cx="337" cy="159"/>
            </p:xfrm>
            <a:graphic>
              <a:graphicData uri="http://schemas.openxmlformats.org/presentationml/2006/ole">
                <mc:AlternateContent xmlns:mc="http://schemas.openxmlformats.org/markup-compatibility/2006">
                  <mc:Choice xmlns:v="urn:schemas-microsoft-com:vml" Requires="v">
                    <p:oleObj spid="_x0000_s40021" name="公式" r:id="rId9" imgW="431613" imgH="203112" progId="Equation.3">
                      <p:embed/>
                    </p:oleObj>
                  </mc:Choice>
                  <mc:Fallback>
                    <p:oleObj name="公式" r:id="rId9" imgW="431613" imgH="203112" progId="Equation.3">
                      <p:embed/>
                      <p:pic>
                        <p:nvPicPr>
                          <p:cNvPr id="0" name="Object 5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71" y="1944"/>
                            <a:ext cx="337" cy="1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grpSp>
        <p:nvGrpSpPr>
          <p:cNvPr id="5" name="Group 56">
            <a:extLst>
              <a:ext uri="{FF2B5EF4-FFF2-40B4-BE49-F238E27FC236}">
                <a16:creationId xmlns:a16="http://schemas.microsoft.com/office/drawing/2014/main" id="{A97DF9E2-37F9-4540-97C7-74A8206FAD77}"/>
              </a:ext>
            </a:extLst>
          </p:cNvPr>
          <p:cNvGrpSpPr>
            <a:grpSpLocks/>
          </p:cNvGrpSpPr>
          <p:nvPr/>
        </p:nvGrpSpPr>
        <p:grpSpPr bwMode="auto">
          <a:xfrm>
            <a:off x="914400" y="3657600"/>
            <a:ext cx="2743200" cy="2419350"/>
            <a:chOff x="548" y="2181"/>
            <a:chExt cx="1728" cy="1524"/>
          </a:xfrm>
        </p:grpSpPr>
        <p:sp>
          <p:nvSpPr>
            <p:cNvPr id="39970" name="Line 9">
              <a:extLst>
                <a:ext uri="{FF2B5EF4-FFF2-40B4-BE49-F238E27FC236}">
                  <a16:creationId xmlns:a16="http://schemas.microsoft.com/office/drawing/2014/main" id="{9DC4C1A8-7ADF-47DC-B0BB-8E675ADEA18E}"/>
                </a:ext>
              </a:extLst>
            </p:cNvPr>
            <p:cNvSpPr>
              <a:spLocks noChangeShapeType="1"/>
            </p:cNvSpPr>
            <p:nvPr/>
          </p:nvSpPr>
          <p:spPr bwMode="auto">
            <a:xfrm flipV="1">
              <a:off x="548" y="2361"/>
              <a:ext cx="1344" cy="13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71" name="Line 10">
              <a:extLst>
                <a:ext uri="{FF2B5EF4-FFF2-40B4-BE49-F238E27FC236}">
                  <a16:creationId xmlns:a16="http://schemas.microsoft.com/office/drawing/2014/main" id="{B58F07A5-FB28-41AC-95F4-567ADBF3C0D3}"/>
                </a:ext>
              </a:extLst>
            </p:cNvPr>
            <p:cNvSpPr>
              <a:spLocks noChangeShapeType="1"/>
            </p:cNvSpPr>
            <p:nvPr/>
          </p:nvSpPr>
          <p:spPr bwMode="auto">
            <a:xfrm flipH="1">
              <a:off x="980" y="3081"/>
              <a:ext cx="192"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39972" name="Object 56">
              <a:extLst>
                <a:ext uri="{FF2B5EF4-FFF2-40B4-BE49-F238E27FC236}">
                  <a16:creationId xmlns:a16="http://schemas.microsoft.com/office/drawing/2014/main" id="{867B155E-4D33-406E-B405-E22B114552A8}"/>
                </a:ext>
              </a:extLst>
            </p:cNvPr>
            <p:cNvGraphicFramePr>
              <a:graphicFrameLocks noChangeAspect="1"/>
            </p:cNvGraphicFramePr>
            <p:nvPr/>
          </p:nvGraphicFramePr>
          <p:xfrm>
            <a:off x="1924" y="2181"/>
            <a:ext cx="352" cy="164"/>
          </p:xfrm>
          <a:graphic>
            <a:graphicData uri="http://schemas.openxmlformats.org/presentationml/2006/ole">
              <mc:AlternateContent xmlns:mc="http://schemas.openxmlformats.org/markup-compatibility/2006">
                <mc:Choice xmlns:v="urn:schemas-microsoft-com:vml" Requires="v">
                  <p:oleObj spid="_x0000_s40022" name="公式" r:id="rId11" imgW="431613" imgH="203112" progId="Equation.3">
                    <p:embed/>
                  </p:oleObj>
                </mc:Choice>
                <mc:Fallback>
                  <p:oleObj name="公式" r:id="rId11" imgW="431613" imgH="203112" progId="Equation.3">
                    <p:embed/>
                    <p:pic>
                      <p:nvPicPr>
                        <p:cNvPr id="0" name="Object 5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924" y="2181"/>
                          <a:ext cx="352" cy="1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6" name="Group 55">
            <a:extLst>
              <a:ext uri="{FF2B5EF4-FFF2-40B4-BE49-F238E27FC236}">
                <a16:creationId xmlns:a16="http://schemas.microsoft.com/office/drawing/2014/main" id="{8E395890-EF11-4201-8F58-BA218464DA09}"/>
              </a:ext>
            </a:extLst>
          </p:cNvPr>
          <p:cNvGrpSpPr>
            <a:grpSpLocks/>
          </p:cNvGrpSpPr>
          <p:nvPr/>
        </p:nvGrpSpPr>
        <p:grpSpPr bwMode="auto">
          <a:xfrm>
            <a:off x="1600200" y="4495800"/>
            <a:ext cx="2574925" cy="2112963"/>
            <a:chOff x="1028" y="2688"/>
            <a:chExt cx="1622" cy="1331"/>
          </a:xfrm>
        </p:grpSpPr>
        <p:sp>
          <p:nvSpPr>
            <p:cNvPr id="39962" name="Arc 11">
              <a:extLst>
                <a:ext uri="{FF2B5EF4-FFF2-40B4-BE49-F238E27FC236}">
                  <a16:creationId xmlns:a16="http://schemas.microsoft.com/office/drawing/2014/main" id="{56B2385E-7716-445F-8694-F3CDD8D2FE7F}"/>
                </a:ext>
              </a:extLst>
            </p:cNvPr>
            <p:cNvSpPr>
              <a:spLocks/>
            </p:cNvSpPr>
            <p:nvPr/>
          </p:nvSpPr>
          <p:spPr bwMode="auto">
            <a:xfrm rot="20531465" flipH="1">
              <a:off x="1412" y="3033"/>
              <a:ext cx="1063" cy="816"/>
            </a:xfrm>
            <a:custGeom>
              <a:avLst/>
              <a:gdLst>
                <a:gd name="T0" fmla="*/ 0 w 25171"/>
                <a:gd name="T1" fmla="*/ 0 h 21600"/>
                <a:gd name="T2" fmla="*/ 2 w 25171"/>
                <a:gd name="T3" fmla="*/ 1 h 21600"/>
                <a:gd name="T4" fmla="*/ 0 w 25171"/>
                <a:gd name="T5" fmla="*/ 1 h 21600"/>
                <a:gd name="T6" fmla="*/ 0 60000 65536"/>
                <a:gd name="T7" fmla="*/ 0 60000 65536"/>
                <a:gd name="T8" fmla="*/ 0 60000 65536"/>
                <a:gd name="T9" fmla="*/ 0 w 25171"/>
                <a:gd name="T10" fmla="*/ 0 h 21600"/>
                <a:gd name="T11" fmla="*/ 25171 w 25171"/>
                <a:gd name="T12" fmla="*/ 21600 h 21600"/>
              </a:gdLst>
              <a:ahLst/>
              <a:cxnLst>
                <a:cxn ang="T6">
                  <a:pos x="T0" y="T1"/>
                </a:cxn>
                <a:cxn ang="T7">
                  <a:pos x="T2" y="T3"/>
                </a:cxn>
                <a:cxn ang="T8">
                  <a:pos x="T4" y="T5"/>
                </a:cxn>
              </a:cxnLst>
              <a:rect l="T9" t="T10" r="T11" b="T12"/>
              <a:pathLst>
                <a:path w="25171" h="21600" fill="none" extrusionOk="0">
                  <a:moveTo>
                    <a:pt x="0" y="572"/>
                  </a:moveTo>
                  <a:cubicBezTo>
                    <a:pt x="1618" y="192"/>
                    <a:pt x="3276" y="-1"/>
                    <a:pt x="4939" y="0"/>
                  </a:cubicBezTo>
                  <a:cubicBezTo>
                    <a:pt x="13950" y="0"/>
                    <a:pt x="22015" y="5594"/>
                    <a:pt x="25171" y="14035"/>
                  </a:cubicBezTo>
                </a:path>
                <a:path w="25171" h="21600" stroke="0" extrusionOk="0">
                  <a:moveTo>
                    <a:pt x="0" y="572"/>
                  </a:moveTo>
                  <a:cubicBezTo>
                    <a:pt x="1618" y="192"/>
                    <a:pt x="3276" y="-1"/>
                    <a:pt x="4939" y="0"/>
                  </a:cubicBezTo>
                  <a:cubicBezTo>
                    <a:pt x="13950" y="0"/>
                    <a:pt x="22015" y="5594"/>
                    <a:pt x="25171" y="14035"/>
                  </a:cubicBezTo>
                  <a:lnTo>
                    <a:pt x="4939" y="21600"/>
                  </a:lnTo>
                  <a:lnTo>
                    <a:pt x="0" y="572"/>
                  </a:ln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9963" name="Arc 12">
              <a:extLst>
                <a:ext uri="{FF2B5EF4-FFF2-40B4-BE49-F238E27FC236}">
                  <a16:creationId xmlns:a16="http://schemas.microsoft.com/office/drawing/2014/main" id="{85BA4EBD-B1DB-4EF7-BDA8-DD513C886FAA}"/>
                </a:ext>
              </a:extLst>
            </p:cNvPr>
            <p:cNvSpPr>
              <a:spLocks/>
            </p:cNvSpPr>
            <p:nvPr/>
          </p:nvSpPr>
          <p:spPr bwMode="auto">
            <a:xfrm rot="114483" flipH="1">
              <a:off x="1796" y="3225"/>
              <a:ext cx="854" cy="794"/>
            </a:xfrm>
            <a:custGeom>
              <a:avLst/>
              <a:gdLst>
                <a:gd name="T0" fmla="*/ 0 w 20232"/>
                <a:gd name="T1" fmla="*/ 0 h 21011"/>
                <a:gd name="T2" fmla="*/ 2 w 20232"/>
                <a:gd name="T3" fmla="*/ 1 h 21011"/>
                <a:gd name="T4" fmla="*/ 0 w 20232"/>
                <a:gd name="T5" fmla="*/ 1 h 21011"/>
                <a:gd name="T6" fmla="*/ 0 60000 65536"/>
                <a:gd name="T7" fmla="*/ 0 60000 65536"/>
                <a:gd name="T8" fmla="*/ 0 60000 65536"/>
                <a:gd name="T9" fmla="*/ 0 w 20232"/>
                <a:gd name="T10" fmla="*/ 0 h 21011"/>
                <a:gd name="T11" fmla="*/ 20232 w 20232"/>
                <a:gd name="T12" fmla="*/ 21011 h 21011"/>
              </a:gdLst>
              <a:ahLst/>
              <a:cxnLst>
                <a:cxn ang="T6">
                  <a:pos x="T0" y="T1"/>
                </a:cxn>
                <a:cxn ang="T7">
                  <a:pos x="T2" y="T3"/>
                </a:cxn>
                <a:cxn ang="T8">
                  <a:pos x="T4" y="T5"/>
                </a:cxn>
              </a:cxnLst>
              <a:rect l="T9" t="T10" r="T11" b="T12"/>
              <a:pathLst>
                <a:path w="20232" h="21011" fill="none" extrusionOk="0">
                  <a:moveTo>
                    <a:pt x="5009" y="0"/>
                  </a:moveTo>
                  <a:cubicBezTo>
                    <a:pt x="12006" y="1668"/>
                    <a:pt x="17713" y="6709"/>
                    <a:pt x="20232" y="13446"/>
                  </a:cubicBezTo>
                </a:path>
                <a:path w="20232" h="21011" stroke="0" extrusionOk="0">
                  <a:moveTo>
                    <a:pt x="5009" y="0"/>
                  </a:moveTo>
                  <a:cubicBezTo>
                    <a:pt x="12006" y="1668"/>
                    <a:pt x="17713" y="6709"/>
                    <a:pt x="20232" y="13446"/>
                  </a:cubicBezTo>
                  <a:lnTo>
                    <a:pt x="0" y="21011"/>
                  </a:lnTo>
                  <a:lnTo>
                    <a:pt x="5009" y="0"/>
                  </a:ln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9964" name="Arc 13">
              <a:extLst>
                <a:ext uri="{FF2B5EF4-FFF2-40B4-BE49-F238E27FC236}">
                  <a16:creationId xmlns:a16="http://schemas.microsoft.com/office/drawing/2014/main" id="{BA252481-063C-4360-9579-EC8E9A8B9D45}"/>
                </a:ext>
              </a:extLst>
            </p:cNvPr>
            <p:cNvSpPr>
              <a:spLocks/>
            </p:cNvSpPr>
            <p:nvPr/>
          </p:nvSpPr>
          <p:spPr bwMode="auto">
            <a:xfrm rot="20583432" flipH="1">
              <a:off x="1028" y="3081"/>
              <a:ext cx="854" cy="794"/>
            </a:xfrm>
            <a:custGeom>
              <a:avLst/>
              <a:gdLst>
                <a:gd name="T0" fmla="*/ 0 w 20232"/>
                <a:gd name="T1" fmla="*/ 0 h 21011"/>
                <a:gd name="T2" fmla="*/ 2 w 20232"/>
                <a:gd name="T3" fmla="*/ 1 h 21011"/>
                <a:gd name="T4" fmla="*/ 0 w 20232"/>
                <a:gd name="T5" fmla="*/ 1 h 21011"/>
                <a:gd name="T6" fmla="*/ 0 60000 65536"/>
                <a:gd name="T7" fmla="*/ 0 60000 65536"/>
                <a:gd name="T8" fmla="*/ 0 60000 65536"/>
                <a:gd name="T9" fmla="*/ 0 w 20232"/>
                <a:gd name="T10" fmla="*/ 0 h 21011"/>
                <a:gd name="T11" fmla="*/ 20232 w 20232"/>
                <a:gd name="T12" fmla="*/ 21011 h 21011"/>
              </a:gdLst>
              <a:ahLst/>
              <a:cxnLst>
                <a:cxn ang="T6">
                  <a:pos x="T0" y="T1"/>
                </a:cxn>
                <a:cxn ang="T7">
                  <a:pos x="T2" y="T3"/>
                </a:cxn>
                <a:cxn ang="T8">
                  <a:pos x="T4" y="T5"/>
                </a:cxn>
              </a:cxnLst>
              <a:rect l="T9" t="T10" r="T11" b="T12"/>
              <a:pathLst>
                <a:path w="20232" h="21011" fill="none" extrusionOk="0">
                  <a:moveTo>
                    <a:pt x="5009" y="0"/>
                  </a:moveTo>
                  <a:cubicBezTo>
                    <a:pt x="12006" y="1668"/>
                    <a:pt x="17713" y="6709"/>
                    <a:pt x="20232" y="13446"/>
                  </a:cubicBezTo>
                </a:path>
                <a:path w="20232" h="21011" stroke="0" extrusionOk="0">
                  <a:moveTo>
                    <a:pt x="5009" y="0"/>
                  </a:moveTo>
                  <a:cubicBezTo>
                    <a:pt x="12006" y="1668"/>
                    <a:pt x="17713" y="6709"/>
                    <a:pt x="20232" y="13446"/>
                  </a:cubicBezTo>
                  <a:lnTo>
                    <a:pt x="0" y="21011"/>
                  </a:lnTo>
                  <a:lnTo>
                    <a:pt x="5009" y="0"/>
                  </a:ln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9965" name="Line 14">
              <a:extLst>
                <a:ext uri="{FF2B5EF4-FFF2-40B4-BE49-F238E27FC236}">
                  <a16:creationId xmlns:a16="http://schemas.microsoft.com/office/drawing/2014/main" id="{2758700C-E92C-49BE-A6B4-80F2FB623253}"/>
                </a:ext>
              </a:extLst>
            </p:cNvPr>
            <p:cNvSpPr>
              <a:spLocks noChangeShapeType="1"/>
            </p:cNvSpPr>
            <p:nvPr/>
          </p:nvSpPr>
          <p:spPr bwMode="auto">
            <a:xfrm flipH="1">
              <a:off x="1220" y="3177"/>
              <a:ext cx="144" cy="1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66" name="Line 15">
              <a:extLst>
                <a:ext uri="{FF2B5EF4-FFF2-40B4-BE49-F238E27FC236}">
                  <a16:creationId xmlns:a16="http://schemas.microsoft.com/office/drawing/2014/main" id="{028ACFCC-3DE4-4605-9E63-29A1AF3B7365}"/>
                </a:ext>
              </a:extLst>
            </p:cNvPr>
            <p:cNvSpPr>
              <a:spLocks noChangeShapeType="1"/>
            </p:cNvSpPr>
            <p:nvPr/>
          </p:nvSpPr>
          <p:spPr bwMode="auto">
            <a:xfrm flipH="1">
              <a:off x="1700" y="3081"/>
              <a:ext cx="144" cy="1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67" name="Line 16">
              <a:extLst>
                <a:ext uri="{FF2B5EF4-FFF2-40B4-BE49-F238E27FC236}">
                  <a16:creationId xmlns:a16="http://schemas.microsoft.com/office/drawing/2014/main" id="{577AC042-4296-41FA-AFEC-09114F1300E5}"/>
                </a:ext>
              </a:extLst>
            </p:cNvPr>
            <p:cNvSpPr>
              <a:spLocks noChangeShapeType="1"/>
            </p:cNvSpPr>
            <p:nvPr/>
          </p:nvSpPr>
          <p:spPr bwMode="auto">
            <a:xfrm flipH="1">
              <a:off x="1988" y="3369"/>
              <a:ext cx="144" cy="9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39968" name="Object 54">
              <a:extLst>
                <a:ext uri="{FF2B5EF4-FFF2-40B4-BE49-F238E27FC236}">
                  <a16:creationId xmlns:a16="http://schemas.microsoft.com/office/drawing/2014/main" id="{E0743DC0-83F9-4579-AEFF-988B09AB7CFD}"/>
                </a:ext>
              </a:extLst>
            </p:cNvPr>
            <p:cNvGraphicFramePr>
              <a:graphicFrameLocks noChangeAspect="1"/>
            </p:cNvGraphicFramePr>
            <p:nvPr/>
          </p:nvGraphicFramePr>
          <p:xfrm>
            <a:off x="1220" y="3742"/>
            <a:ext cx="496" cy="242"/>
          </p:xfrm>
          <a:graphic>
            <a:graphicData uri="http://schemas.openxmlformats.org/presentationml/2006/ole">
              <mc:AlternateContent xmlns:mc="http://schemas.openxmlformats.org/markup-compatibility/2006">
                <mc:Choice xmlns:v="urn:schemas-microsoft-com:vml" Requires="v">
                  <p:oleObj spid="_x0000_s40023" name="公式" r:id="rId13" imgW="596900" imgH="292100" progId="Equation.3">
                    <p:embed/>
                  </p:oleObj>
                </mc:Choice>
                <mc:Fallback>
                  <p:oleObj name="公式" r:id="rId13" imgW="596900" imgH="292100" progId="Equation.3">
                    <p:embed/>
                    <p:pic>
                      <p:nvPicPr>
                        <p:cNvPr id="0" name="Object 5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220" y="3742"/>
                          <a:ext cx="496" cy="2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969" name="Object 55">
              <a:extLst>
                <a:ext uri="{FF2B5EF4-FFF2-40B4-BE49-F238E27FC236}">
                  <a16:creationId xmlns:a16="http://schemas.microsoft.com/office/drawing/2014/main" id="{62431ACA-9263-4432-A945-5E0075729E0D}"/>
                </a:ext>
              </a:extLst>
            </p:cNvPr>
            <p:cNvGraphicFramePr>
              <a:graphicFrameLocks noChangeAspect="1"/>
            </p:cNvGraphicFramePr>
            <p:nvPr/>
          </p:nvGraphicFramePr>
          <p:xfrm>
            <a:off x="2016" y="2688"/>
            <a:ext cx="332" cy="161"/>
          </p:xfrm>
          <a:graphic>
            <a:graphicData uri="http://schemas.openxmlformats.org/presentationml/2006/ole">
              <mc:AlternateContent xmlns:mc="http://schemas.openxmlformats.org/markup-compatibility/2006">
                <mc:Choice xmlns:v="urn:schemas-microsoft-com:vml" Requires="v">
                  <p:oleObj spid="_x0000_s40024" name="公式" r:id="rId15" imgW="418918" imgH="203112" progId="Equation.3">
                    <p:embed/>
                  </p:oleObj>
                </mc:Choice>
                <mc:Fallback>
                  <p:oleObj name="公式" r:id="rId15" imgW="418918" imgH="203112" progId="Equation.3">
                    <p:embed/>
                    <p:pic>
                      <p:nvPicPr>
                        <p:cNvPr id="0" name="Object 5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016" y="2688"/>
                          <a:ext cx="332" cy="1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39942" name="Text Box 34">
            <a:extLst>
              <a:ext uri="{FF2B5EF4-FFF2-40B4-BE49-F238E27FC236}">
                <a16:creationId xmlns:a16="http://schemas.microsoft.com/office/drawing/2014/main" id="{080E65ED-429E-4241-B411-B73845D0BA24}"/>
              </a:ext>
            </a:extLst>
          </p:cNvPr>
          <p:cNvSpPr txBox="1">
            <a:spLocks noChangeArrowheads="1"/>
          </p:cNvSpPr>
          <p:nvPr/>
        </p:nvSpPr>
        <p:spPr bwMode="auto">
          <a:xfrm>
            <a:off x="304800" y="609600"/>
            <a:ext cx="2743200" cy="579438"/>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ea typeface="楷体_GB2312" pitchFamily="49" charset="-122"/>
              </a:rPr>
              <a:t>正规战争模型</a:t>
            </a:r>
          </a:p>
        </p:txBody>
      </p:sp>
      <p:sp>
        <p:nvSpPr>
          <p:cNvPr id="32803" name="Text Box 35">
            <a:extLst>
              <a:ext uri="{FF2B5EF4-FFF2-40B4-BE49-F238E27FC236}">
                <a16:creationId xmlns:a16="http://schemas.microsoft.com/office/drawing/2014/main" id="{144155BC-088C-4297-A836-F58C2191AB4C}"/>
              </a:ext>
            </a:extLst>
          </p:cNvPr>
          <p:cNvSpPr txBox="1">
            <a:spLocks noChangeArrowheads="1"/>
          </p:cNvSpPr>
          <p:nvPr/>
        </p:nvSpPr>
        <p:spPr bwMode="auto">
          <a:xfrm>
            <a:off x="3352800" y="381000"/>
            <a:ext cx="5334000" cy="1031875"/>
          </a:xfrm>
          <a:prstGeom prst="rect">
            <a:avLst/>
          </a:prstGeom>
          <a:solidFill>
            <a:srgbClr val="66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Bef>
                <a:spcPct val="50000"/>
              </a:spcBef>
            </a:pPr>
            <a:r>
              <a:rPr lang="zh-CN" altLang="en-US" sz="2800" b="1"/>
              <a:t>为判断战争的结局，不求</a:t>
            </a:r>
            <a:r>
              <a:rPr lang="en-US" altLang="zh-CN" sz="2800" b="1" i="1"/>
              <a:t>x</a:t>
            </a:r>
            <a:r>
              <a:rPr lang="en-US" altLang="zh-CN" sz="2800" b="1"/>
              <a:t>(</a:t>
            </a:r>
            <a:r>
              <a:rPr lang="en-US" altLang="zh-CN" sz="2800" b="1" i="1"/>
              <a:t>t</a:t>
            </a:r>
            <a:r>
              <a:rPr lang="en-US" altLang="zh-CN" sz="2800" b="1"/>
              <a:t>), </a:t>
            </a:r>
            <a:r>
              <a:rPr lang="en-US" altLang="zh-CN" sz="2800" b="1" i="1"/>
              <a:t>y</a:t>
            </a:r>
            <a:r>
              <a:rPr lang="en-US" altLang="zh-CN" sz="2800" b="1"/>
              <a:t>(</a:t>
            </a:r>
            <a:r>
              <a:rPr lang="en-US" altLang="zh-CN" sz="2800" b="1" i="1"/>
              <a:t>t</a:t>
            </a:r>
            <a:r>
              <a:rPr lang="en-US" altLang="zh-CN" sz="2800" b="1"/>
              <a:t>)</a:t>
            </a:r>
            <a:r>
              <a:rPr lang="zh-CN" altLang="en-US" sz="2800" b="1"/>
              <a:t>而在相平面上讨论 </a:t>
            </a:r>
            <a:r>
              <a:rPr lang="en-US" altLang="zh-CN" sz="2800" b="1" i="1"/>
              <a:t>x </a:t>
            </a:r>
            <a:r>
              <a:rPr lang="zh-CN" altLang="en-US" sz="2800" b="1"/>
              <a:t>与 </a:t>
            </a:r>
            <a:r>
              <a:rPr lang="en-US" altLang="zh-CN" sz="2800" b="1" i="1"/>
              <a:t>y </a:t>
            </a:r>
            <a:r>
              <a:rPr lang="zh-CN" altLang="en-US" sz="2800" b="1"/>
              <a:t>的关系</a:t>
            </a:r>
            <a:r>
              <a:rPr lang="en-US" altLang="zh-CN" sz="2800" b="1"/>
              <a:t>.</a:t>
            </a:r>
          </a:p>
        </p:txBody>
      </p:sp>
      <p:graphicFrame>
        <p:nvGraphicFramePr>
          <p:cNvPr id="33838" name="Object 46">
            <a:extLst>
              <a:ext uri="{FF2B5EF4-FFF2-40B4-BE49-F238E27FC236}">
                <a16:creationId xmlns:a16="http://schemas.microsoft.com/office/drawing/2014/main" id="{16E4904A-878A-4588-81EE-277961B07F68}"/>
              </a:ext>
            </a:extLst>
          </p:cNvPr>
          <p:cNvGraphicFramePr>
            <a:graphicFrameLocks noChangeAspect="1"/>
          </p:cNvGraphicFramePr>
          <p:nvPr/>
        </p:nvGraphicFramePr>
        <p:xfrm>
          <a:off x="139700" y="1371600"/>
          <a:ext cx="3060700" cy="1447800"/>
        </p:xfrm>
        <a:graphic>
          <a:graphicData uri="http://schemas.openxmlformats.org/presentationml/2006/ole">
            <mc:AlternateContent xmlns:mc="http://schemas.openxmlformats.org/markup-compatibility/2006">
              <mc:Choice xmlns:v="urn:schemas-microsoft-com:vml" Requires="v">
                <p:oleObj spid="_x0000_s40025" name="公式" r:id="rId17" imgW="1600200" imgH="850900" progId="Equation.3">
                  <p:embed/>
                </p:oleObj>
              </mc:Choice>
              <mc:Fallback>
                <p:oleObj name="公式" r:id="rId17" imgW="1600200" imgH="850900" progId="Equation.3">
                  <p:embed/>
                  <p:pic>
                    <p:nvPicPr>
                      <p:cNvPr id="0" name="Object 46"/>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39700" y="1371600"/>
                        <a:ext cx="3060700" cy="1447800"/>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7" name="Group 44">
            <a:extLst>
              <a:ext uri="{FF2B5EF4-FFF2-40B4-BE49-F238E27FC236}">
                <a16:creationId xmlns:a16="http://schemas.microsoft.com/office/drawing/2014/main" id="{69336482-EA9E-4E55-8CBD-4F5CEC17E4FF}"/>
              </a:ext>
            </a:extLst>
          </p:cNvPr>
          <p:cNvGrpSpPr>
            <a:grpSpLocks/>
          </p:cNvGrpSpPr>
          <p:nvPr/>
        </p:nvGrpSpPr>
        <p:grpSpPr bwMode="auto">
          <a:xfrm>
            <a:off x="3429000" y="1617663"/>
            <a:ext cx="2070100" cy="879475"/>
            <a:chOff x="2112" y="875"/>
            <a:chExt cx="1304" cy="554"/>
          </a:xfrm>
        </p:grpSpPr>
        <p:graphicFrame>
          <p:nvGraphicFramePr>
            <p:cNvPr id="39960" name="Object 53">
              <a:extLst>
                <a:ext uri="{FF2B5EF4-FFF2-40B4-BE49-F238E27FC236}">
                  <a16:creationId xmlns:a16="http://schemas.microsoft.com/office/drawing/2014/main" id="{168F2837-DE0A-44AD-84D9-9C46EF5A18BF}"/>
                </a:ext>
              </a:extLst>
            </p:cNvPr>
            <p:cNvGraphicFramePr>
              <a:graphicFrameLocks noChangeAspect="1"/>
            </p:cNvGraphicFramePr>
            <p:nvPr/>
          </p:nvGraphicFramePr>
          <p:xfrm>
            <a:off x="2583" y="875"/>
            <a:ext cx="833" cy="554"/>
          </p:xfrm>
          <a:graphic>
            <a:graphicData uri="http://schemas.openxmlformats.org/presentationml/2006/ole">
              <mc:AlternateContent xmlns:mc="http://schemas.openxmlformats.org/markup-compatibility/2006">
                <mc:Choice xmlns:v="urn:schemas-microsoft-com:vml" Requires="v">
                  <p:oleObj spid="_x0000_s40026" name="Equation" r:id="rId19" imgW="545863" imgH="418918" progId="Equation.DSMT4">
                    <p:embed/>
                  </p:oleObj>
                </mc:Choice>
                <mc:Fallback>
                  <p:oleObj name="Equation" r:id="rId19" imgW="545863" imgH="418918" progId="Equation.DSMT4">
                    <p:embed/>
                    <p:pic>
                      <p:nvPicPr>
                        <p:cNvPr id="0" name="Object 53"/>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583" y="875"/>
                          <a:ext cx="833" cy="554"/>
                        </a:xfrm>
                        <a:prstGeom prst="rect">
                          <a:avLst/>
                        </a:prstGeom>
                        <a:noFill/>
                        <a:ln>
                          <a:noFill/>
                        </a:ln>
                        <a:effectLst/>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961" name="AutoShape 39">
              <a:extLst>
                <a:ext uri="{FF2B5EF4-FFF2-40B4-BE49-F238E27FC236}">
                  <a16:creationId xmlns:a16="http://schemas.microsoft.com/office/drawing/2014/main" id="{ACD1DBAB-104F-43B4-89FC-EF12B09A2E4B}"/>
                </a:ext>
              </a:extLst>
            </p:cNvPr>
            <p:cNvSpPr>
              <a:spLocks noChangeArrowheads="1"/>
            </p:cNvSpPr>
            <p:nvPr/>
          </p:nvSpPr>
          <p:spPr bwMode="auto">
            <a:xfrm>
              <a:off x="2112" y="1008"/>
              <a:ext cx="192" cy="306"/>
            </a:xfrm>
            <a:prstGeom prst="rightArrow">
              <a:avLst>
                <a:gd name="adj1" fmla="val 50000"/>
                <a:gd name="adj2" fmla="val 25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8" name="Group 45">
            <a:extLst>
              <a:ext uri="{FF2B5EF4-FFF2-40B4-BE49-F238E27FC236}">
                <a16:creationId xmlns:a16="http://schemas.microsoft.com/office/drawing/2014/main" id="{2DBF6FC0-F798-46C5-A976-42CA71B4F22D}"/>
              </a:ext>
            </a:extLst>
          </p:cNvPr>
          <p:cNvGrpSpPr>
            <a:grpSpLocks/>
          </p:cNvGrpSpPr>
          <p:nvPr/>
        </p:nvGrpSpPr>
        <p:grpSpPr bwMode="auto">
          <a:xfrm>
            <a:off x="5867400" y="1447800"/>
            <a:ext cx="2952750" cy="1282700"/>
            <a:chOff x="3696" y="1008"/>
            <a:chExt cx="1860" cy="808"/>
          </a:xfrm>
        </p:grpSpPr>
        <p:graphicFrame>
          <p:nvGraphicFramePr>
            <p:cNvPr id="39957" name="Object 51">
              <a:extLst>
                <a:ext uri="{FF2B5EF4-FFF2-40B4-BE49-F238E27FC236}">
                  <a16:creationId xmlns:a16="http://schemas.microsoft.com/office/drawing/2014/main" id="{BCDF74BD-3565-434E-B892-89091C735F16}"/>
                </a:ext>
              </a:extLst>
            </p:cNvPr>
            <p:cNvGraphicFramePr>
              <a:graphicFrameLocks noChangeAspect="1"/>
            </p:cNvGraphicFramePr>
            <p:nvPr/>
          </p:nvGraphicFramePr>
          <p:xfrm>
            <a:off x="4080" y="1440"/>
            <a:ext cx="1372" cy="376"/>
          </p:xfrm>
          <a:graphic>
            <a:graphicData uri="http://schemas.openxmlformats.org/presentationml/2006/ole">
              <mc:AlternateContent xmlns:mc="http://schemas.openxmlformats.org/markup-compatibility/2006">
                <mc:Choice xmlns:v="urn:schemas-microsoft-com:vml" Requires="v">
                  <p:oleObj spid="_x0000_s40027" name="公式" r:id="rId21" imgW="1002865" imgH="266584" progId="Equation.3">
                    <p:embed/>
                  </p:oleObj>
                </mc:Choice>
                <mc:Fallback>
                  <p:oleObj name="公式" r:id="rId21" imgW="1002865" imgH="266584" progId="Equation.3">
                    <p:embed/>
                    <p:pic>
                      <p:nvPicPr>
                        <p:cNvPr id="0" name="Object 51"/>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080" y="1440"/>
                          <a:ext cx="1372" cy="376"/>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958" name="Object 52">
              <a:extLst>
                <a:ext uri="{FF2B5EF4-FFF2-40B4-BE49-F238E27FC236}">
                  <a16:creationId xmlns:a16="http://schemas.microsoft.com/office/drawing/2014/main" id="{DB625BE3-F4A9-405E-809C-F03511FEACA1}"/>
                </a:ext>
              </a:extLst>
            </p:cNvPr>
            <p:cNvGraphicFramePr>
              <a:graphicFrameLocks noChangeAspect="1"/>
            </p:cNvGraphicFramePr>
            <p:nvPr/>
          </p:nvGraphicFramePr>
          <p:xfrm>
            <a:off x="3984" y="1008"/>
            <a:ext cx="1572" cy="381"/>
          </p:xfrm>
          <a:graphic>
            <a:graphicData uri="http://schemas.openxmlformats.org/presentationml/2006/ole">
              <mc:AlternateContent xmlns:mc="http://schemas.openxmlformats.org/markup-compatibility/2006">
                <mc:Choice xmlns:v="urn:schemas-microsoft-com:vml" Requires="v">
                  <p:oleObj spid="_x0000_s40028" name="公式" r:id="rId23" imgW="1028254" imgH="266584" progId="Equation.3">
                    <p:embed/>
                  </p:oleObj>
                </mc:Choice>
                <mc:Fallback>
                  <p:oleObj name="公式" r:id="rId23" imgW="1028254" imgH="266584" progId="Equation.3">
                    <p:embed/>
                    <p:pic>
                      <p:nvPicPr>
                        <p:cNvPr id="0" name="Object 52"/>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984" y="1008"/>
                          <a:ext cx="1572" cy="381"/>
                        </a:xfrm>
                        <a:prstGeom prst="rect">
                          <a:avLst/>
                        </a:prstGeom>
                        <a:noFill/>
                        <a:ln>
                          <a:noFill/>
                        </a:ln>
                        <a:effectLst/>
                        <a:extLst>
                          <a:ext uri="{909E8E84-426E-40DD-AFC4-6F175D3DCCD1}">
                            <a14:hiddenFill xmlns:a14="http://schemas.microsoft.com/office/drawing/2010/main">
                              <a:solidFill>
                                <a:srgbClr val="99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959" name="AutoShape 40">
              <a:extLst>
                <a:ext uri="{FF2B5EF4-FFF2-40B4-BE49-F238E27FC236}">
                  <a16:creationId xmlns:a16="http://schemas.microsoft.com/office/drawing/2014/main" id="{FF31ECF7-6974-44EC-8BFB-DA7FBFAC8F58}"/>
                </a:ext>
              </a:extLst>
            </p:cNvPr>
            <p:cNvSpPr>
              <a:spLocks noChangeArrowheads="1"/>
            </p:cNvSpPr>
            <p:nvPr/>
          </p:nvSpPr>
          <p:spPr bwMode="auto">
            <a:xfrm>
              <a:off x="3696" y="1248"/>
              <a:ext cx="192" cy="306"/>
            </a:xfrm>
            <a:prstGeom prst="rightArrow">
              <a:avLst>
                <a:gd name="adj1" fmla="val 50000"/>
                <a:gd name="adj2" fmla="val 25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aphicFrame>
        <p:nvGraphicFramePr>
          <p:cNvPr id="33839" name="Object 47">
            <a:extLst>
              <a:ext uri="{FF2B5EF4-FFF2-40B4-BE49-F238E27FC236}">
                <a16:creationId xmlns:a16="http://schemas.microsoft.com/office/drawing/2014/main" id="{EDDC4B31-6367-459D-BC03-0AB533F527DE}"/>
              </a:ext>
            </a:extLst>
          </p:cNvPr>
          <p:cNvGraphicFramePr>
            <a:graphicFrameLocks noChangeAspect="1"/>
          </p:cNvGraphicFramePr>
          <p:nvPr/>
        </p:nvGraphicFramePr>
        <p:xfrm>
          <a:off x="3581400" y="2971800"/>
          <a:ext cx="3452813" cy="588963"/>
        </p:xfrm>
        <a:graphic>
          <a:graphicData uri="http://schemas.openxmlformats.org/presentationml/2006/ole">
            <mc:AlternateContent xmlns:mc="http://schemas.openxmlformats.org/markup-compatibility/2006">
              <mc:Choice xmlns:v="urn:schemas-microsoft-com:vml" Requires="v">
                <p:oleObj spid="_x0000_s40029" name="公式" r:id="rId25" imgW="1307532" imgH="215806" progId="Equation.3">
                  <p:embed/>
                </p:oleObj>
              </mc:Choice>
              <mc:Fallback>
                <p:oleObj name="公式" r:id="rId25" imgW="1307532" imgH="215806" progId="Equation.3">
                  <p:embed/>
                  <p:pic>
                    <p:nvPicPr>
                      <p:cNvPr id="0" name="Object 47"/>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581400" y="2971800"/>
                        <a:ext cx="3452813" cy="588963"/>
                      </a:xfrm>
                      <a:prstGeom prst="rect">
                        <a:avLst/>
                      </a:prstGeom>
                      <a:solidFill>
                        <a:srgbClr val="FF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2811" name="Text Box 43">
            <a:extLst>
              <a:ext uri="{FF2B5EF4-FFF2-40B4-BE49-F238E27FC236}">
                <a16:creationId xmlns:a16="http://schemas.microsoft.com/office/drawing/2014/main" id="{09288269-D372-4B54-A702-57C531883D6F}"/>
              </a:ext>
            </a:extLst>
          </p:cNvPr>
          <p:cNvSpPr txBox="1">
            <a:spLocks noChangeArrowheads="1"/>
          </p:cNvSpPr>
          <p:nvPr/>
        </p:nvSpPr>
        <p:spPr bwMode="auto">
          <a:xfrm>
            <a:off x="7620000" y="4191000"/>
            <a:ext cx="1295400" cy="94615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b="1"/>
              <a:t>平方律 模型</a:t>
            </a:r>
          </a:p>
        </p:txBody>
      </p:sp>
      <p:graphicFrame>
        <p:nvGraphicFramePr>
          <p:cNvPr id="33840" name="Object 48">
            <a:extLst>
              <a:ext uri="{FF2B5EF4-FFF2-40B4-BE49-F238E27FC236}">
                <a16:creationId xmlns:a16="http://schemas.microsoft.com/office/drawing/2014/main" id="{7874585E-0C17-4057-96B9-E9EBD05731A0}"/>
              </a:ext>
            </a:extLst>
          </p:cNvPr>
          <p:cNvGraphicFramePr>
            <a:graphicFrameLocks noChangeAspect="1"/>
          </p:cNvGraphicFramePr>
          <p:nvPr/>
        </p:nvGraphicFramePr>
        <p:xfrm>
          <a:off x="5715000" y="5378450"/>
          <a:ext cx="2590800" cy="530225"/>
        </p:xfrm>
        <a:graphic>
          <a:graphicData uri="http://schemas.openxmlformats.org/presentationml/2006/ole">
            <mc:AlternateContent xmlns:mc="http://schemas.openxmlformats.org/markup-compatibility/2006">
              <mc:Choice xmlns:v="urn:schemas-microsoft-com:vml" Requires="v">
                <p:oleObj spid="_x0000_s40030" name="公式" r:id="rId27" imgW="1231366" imgH="253890" progId="Equation.3">
                  <p:embed/>
                </p:oleObj>
              </mc:Choice>
              <mc:Fallback>
                <p:oleObj name="公式" r:id="rId27" imgW="1231366" imgH="253890" progId="Equation.3">
                  <p:embed/>
                  <p:pic>
                    <p:nvPicPr>
                      <p:cNvPr id="0" name="Object 48"/>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5715000" y="5378450"/>
                        <a:ext cx="2590800" cy="530225"/>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3841" name="Object 49">
            <a:extLst>
              <a:ext uri="{FF2B5EF4-FFF2-40B4-BE49-F238E27FC236}">
                <a16:creationId xmlns:a16="http://schemas.microsoft.com/office/drawing/2014/main" id="{540961B6-2D77-4B0D-8258-5BD5A570905E}"/>
              </a:ext>
            </a:extLst>
          </p:cNvPr>
          <p:cNvGraphicFramePr>
            <a:graphicFrameLocks noChangeAspect="1"/>
          </p:cNvGraphicFramePr>
          <p:nvPr/>
        </p:nvGraphicFramePr>
        <p:xfrm>
          <a:off x="5715000" y="5973763"/>
          <a:ext cx="2057400" cy="538162"/>
        </p:xfrm>
        <a:graphic>
          <a:graphicData uri="http://schemas.openxmlformats.org/presentationml/2006/ole">
            <mc:AlternateContent xmlns:mc="http://schemas.openxmlformats.org/markup-compatibility/2006">
              <mc:Choice xmlns:v="urn:schemas-microsoft-com:vml" Requires="v">
                <p:oleObj spid="_x0000_s40031" name="公式" r:id="rId29" imgW="1066337" imgH="253890" progId="Equation.3">
                  <p:embed/>
                </p:oleObj>
              </mc:Choice>
              <mc:Fallback>
                <p:oleObj name="公式" r:id="rId29" imgW="1066337" imgH="253890" progId="Equation.3">
                  <p:embed/>
                  <p:pic>
                    <p:nvPicPr>
                      <p:cNvPr id="0" name="Object 49"/>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5715000" y="5973763"/>
                        <a:ext cx="2057400" cy="538162"/>
                      </a:xfrm>
                      <a:prstGeom prst="rect">
                        <a:avLst/>
                      </a:prstGeom>
                      <a:noFill/>
                      <a:ln>
                        <a:noFill/>
                      </a:ln>
                      <a:effectLst/>
                      <a:extLst>
                        <a:ext uri="{909E8E84-426E-40DD-AFC4-6F175D3DCCD1}">
                          <a14:hiddenFill xmlns:a14="http://schemas.microsoft.com/office/drawing/2010/main">
                            <a:solidFill>
                              <a:srgbClr val="66CC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9" name="Group 54">
            <a:extLst>
              <a:ext uri="{FF2B5EF4-FFF2-40B4-BE49-F238E27FC236}">
                <a16:creationId xmlns:a16="http://schemas.microsoft.com/office/drawing/2014/main" id="{CFAB23C7-2135-43F2-A8D0-76A2B553FB80}"/>
              </a:ext>
            </a:extLst>
          </p:cNvPr>
          <p:cNvGrpSpPr>
            <a:grpSpLocks/>
          </p:cNvGrpSpPr>
          <p:nvPr/>
        </p:nvGrpSpPr>
        <p:grpSpPr bwMode="auto">
          <a:xfrm>
            <a:off x="4343400" y="3657600"/>
            <a:ext cx="3048000" cy="1524000"/>
            <a:chOff x="2736" y="2160"/>
            <a:chExt cx="1920" cy="960"/>
          </a:xfrm>
        </p:grpSpPr>
        <p:graphicFrame>
          <p:nvGraphicFramePr>
            <p:cNvPr id="39955" name="Object 50">
              <a:extLst>
                <a:ext uri="{FF2B5EF4-FFF2-40B4-BE49-F238E27FC236}">
                  <a16:creationId xmlns:a16="http://schemas.microsoft.com/office/drawing/2014/main" id="{7959EDB2-50B5-44F7-AA13-B9FE8FF0B951}"/>
                </a:ext>
              </a:extLst>
            </p:cNvPr>
            <p:cNvGraphicFramePr>
              <a:graphicFrameLocks noChangeAspect="1"/>
            </p:cNvGraphicFramePr>
            <p:nvPr/>
          </p:nvGraphicFramePr>
          <p:xfrm>
            <a:off x="2736" y="2324"/>
            <a:ext cx="1920" cy="796"/>
          </p:xfrm>
          <a:graphic>
            <a:graphicData uri="http://schemas.openxmlformats.org/presentationml/2006/ole">
              <mc:AlternateContent xmlns:mc="http://schemas.openxmlformats.org/markup-compatibility/2006">
                <mc:Choice xmlns:v="urn:schemas-microsoft-com:vml" Requires="v">
                  <p:oleObj spid="_x0000_s40032" name="公式" r:id="rId31" imgW="1346200" imgH="609600" progId="Equation.3">
                    <p:embed/>
                  </p:oleObj>
                </mc:Choice>
                <mc:Fallback>
                  <p:oleObj name="公式" r:id="rId31" imgW="1346200" imgH="609600" progId="Equation.3">
                    <p:embed/>
                    <p:pic>
                      <p:nvPicPr>
                        <p:cNvPr id="0" name="Object 50"/>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2736" y="2324"/>
                          <a:ext cx="1920" cy="796"/>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956" name="AutoShape 48">
              <a:extLst>
                <a:ext uri="{FF2B5EF4-FFF2-40B4-BE49-F238E27FC236}">
                  <a16:creationId xmlns:a16="http://schemas.microsoft.com/office/drawing/2014/main" id="{1DE86E00-3E1C-4386-8D2A-FEF73F194E56}"/>
                </a:ext>
              </a:extLst>
            </p:cNvPr>
            <p:cNvSpPr>
              <a:spLocks noChangeArrowheads="1"/>
            </p:cNvSpPr>
            <p:nvPr/>
          </p:nvSpPr>
          <p:spPr bwMode="auto">
            <a:xfrm>
              <a:off x="3552" y="2160"/>
              <a:ext cx="306" cy="96"/>
            </a:xfrm>
            <a:prstGeom prst="downArrow">
              <a:avLst>
                <a:gd name="adj1" fmla="val 50000"/>
                <a:gd name="adj2" fmla="val 25000"/>
              </a:avLst>
            </a:prstGeom>
            <a:solidFill>
              <a:srgbClr val="FFFF00"/>
            </a:solidFill>
            <a:ln w="9525">
              <a:solidFill>
                <a:schemeClr val="tx1"/>
              </a:solidFill>
              <a:miter lim="800000"/>
              <a:headEnd/>
              <a:tailEnd/>
            </a:ln>
          </p:spPr>
          <p:txBody>
            <a:bodyPr vert="eaVert"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10" name="Group 53">
            <a:extLst>
              <a:ext uri="{FF2B5EF4-FFF2-40B4-BE49-F238E27FC236}">
                <a16:creationId xmlns:a16="http://schemas.microsoft.com/office/drawing/2014/main" id="{C384C95D-4853-4DA6-8EF2-33F791FB9088}"/>
              </a:ext>
            </a:extLst>
          </p:cNvPr>
          <p:cNvGrpSpPr>
            <a:grpSpLocks/>
          </p:cNvGrpSpPr>
          <p:nvPr/>
        </p:nvGrpSpPr>
        <p:grpSpPr bwMode="auto">
          <a:xfrm>
            <a:off x="7239000" y="2986088"/>
            <a:ext cx="1600200" cy="547687"/>
            <a:chOff x="4560" y="1737"/>
            <a:chExt cx="1008" cy="345"/>
          </a:xfrm>
        </p:grpSpPr>
        <p:sp>
          <p:nvSpPr>
            <p:cNvPr id="39953" name="Text Box 50">
              <a:extLst>
                <a:ext uri="{FF2B5EF4-FFF2-40B4-BE49-F238E27FC236}">
                  <a16:creationId xmlns:a16="http://schemas.microsoft.com/office/drawing/2014/main" id="{6288CE7D-CF09-4DAA-B3BB-3956765DD68E}"/>
                </a:ext>
              </a:extLst>
            </p:cNvPr>
            <p:cNvSpPr txBox="1">
              <a:spLocks noChangeArrowheads="1"/>
            </p:cNvSpPr>
            <p:nvPr/>
          </p:nvSpPr>
          <p:spPr bwMode="auto">
            <a:xfrm>
              <a:off x="4704" y="1737"/>
              <a:ext cx="864" cy="327"/>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乙方胜</a:t>
              </a:r>
            </a:p>
          </p:txBody>
        </p:sp>
        <p:sp>
          <p:nvSpPr>
            <p:cNvPr id="39954" name="AutoShape 51">
              <a:extLst>
                <a:ext uri="{FF2B5EF4-FFF2-40B4-BE49-F238E27FC236}">
                  <a16:creationId xmlns:a16="http://schemas.microsoft.com/office/drawing/2014/main" id="{DBE72DF7-43E8-47E0-AB82-D239C8CF9CC5}"/>
                </a:ext>
              </a:extLst>
            </p:cNvPr>
            <p:cNvSpPr>
              <a:spLocks noChangeArrowheads="1"/>
            </p:cNvSpPr>
            <p:nvPr/>
          </p:nvSpPr>
          <p:spPr bwMode="auto">
            <a:xfrm>
              <a:off x="4560" y="1776"/>
              <a:ext cx="96" cy="306"/>
            </a:xfrm>
            <a:prstGeom prst="rightArrow">
              <a:avLst>
                <a:gd name="adj1" fmla="val 50000"/>
                <a:gd name="adj2" fmla="val 25000"/>
              </a:avLst>
            </a:prstGeom>
            <a:solidFill>
              <a:srgbClr val="FFCCFF"/>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3383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4" presetClass="entr" presetSubtype="16" fill="hold" grpId="0" nodeType="clickEffect">
                                  <p:stCondLst>
                                    <p:cond delay="0"/>
                                  </p:stCondLst>
                                  <p:childTnLst>
                                    <p:set>
                                      <p:cBhvr>
                                        <p:cTn id="10" dur="1" fill="hold">
                                          <p:stCondLst>
                                            <p:cond delay="0"/>
                                          </p:stCondLst>
                                        </p:cTn>
                                        <p:tgtEl>
                                          <p:spTgt spid="32803"/>
                                        </p:tgtEl>
                                        <p:attrNameLst>
                                          <p:attrName>style.visibility</p:attrName>
                                        </p:attrNameLst>
                                      </p:cBhvr>
                                      <p:to>
                                        <p:strVal val="visible"/>
                                      </p:to>
                                    </p:set>
                                    <p:animEffect transition="in" filter="box(in)">
                                      <p:cBhvr>
                                        <p:cTn id="11" dur="1000"/>
                                        <p:tgtEl>
                                          <p:spTgt spid="32803"/>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6" presetClass="entr" presetSubtype="42"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barn(outHorizontal)">
                                      <p:cBhvr>
                                        <p:cTn id="16" dur="1000"/>
                                        <p:tgtEl>
                                          <p:spTgt spid="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blinds(horizontal)">
                                      <p:cBhvr>
                                        <p:cTn id="21" dur="1000"/>
                                        <p:tgtEl>
                                          <p:spTgt spid="7"/>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4" presetClass="entr" presetSubtype="16" fill="hold"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box(in)">
                                      <p:cBhvr>
                                        <p:cTn id="26" dur="1000"/>
                                        <p:tgtEl>
                                          <p:spTgt spid="8"/>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6" presetClass="entr" presetSubtype="42" fill="hold" nodeType="clickEffect">
                                  <p:stCondLst>
                                    <p:cond delay="0"/>
                                  </p:stCondLst>
                                  <p:childTnLst>
                                    <p:set>
                                      <p:cBhvr>
                                        <p:cTn id="30" dur="1" fill="hold">
                                          <p:stCondLst>
                                            <p:cond delay="0"/>
                                          </p:stCondLst>
                                        </p:cTn>
                                        <p:tgtEl>
                                          <p:spTgt spid="3"/>
                                        </p:tgtEl>
                                        <p:attrNameLst>
                                          <p:attrName>style.visibility</p:attrName>
                                        </p:attrNameLst>
                                      </p:cBhvr>
                                      <p:to>
                                        <p:strVal val="visible"/>
                                      </p:to>
                                    </p:set>
                                    <p:animEffect transition="in" filter="barn(outHorizontal)">
                                      <p:cBhvr>
                                        <p:cTn id="31" dur="1000"/>
                                        <p:tgtEl>
                                          <p:spTgt spid="3"/>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4" presetClass="entr" presetSubtype="32" fill="hold" nodeType="clickEffect">
                                  <p:stCondLst>
                                    <p:cond delay="0"/>
                                  </p:stCondLst>
                                  <p:childTnLst>
                                    <p:set>
                                      <p:cBhvr>
                                        <p:cTn id="35" dur="1" fill="hold">
                                          <p:stCondLst>
                                            <p:cond delay="0"/>
                                          </p:stCondLst>
                                        </p:cTn>
                                        <p:tgtEl>
                                          <p:spTgt spid="33839"/>
                                        </p:tgtEl>
                                        <p:attrNameLst>
                                          <p:attrName>style.visibility</p:attrName>
                                        </p:attrNameLst>
                                      </p:cBhvr>
                                      <p:to>
                                        <p:strVal val="visible"/>
                                      </p:to>
                                    </p:set>
                                    <p:animEffect transition="in" filter="box(out)">
                                      <p:cBhvr>
                                        <p:cTn id="36" dur="1000"/>
                                        <p:tgtEl>
                                          <p:spTgt spid="33839"/>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17" presetClass="entr" presetSubtype="10" fill="hold" nodeType="clickEffect">
                                  <p:stCondLst>
                                    <p:cond delay="0"/>
                                  </p:stCondLst>
                                  <p:childTnLst>
                                    <p:set>
                                      <p:cBhvr>
                                        <p:cTn id="40" dur="1" fill="hold">
                                          <p:stCondLst>
                                            <p:cond delay="0"/>
                                          </p:stCondLst>
                                        </p:cTn>
                                        <p:tgtEl>
                                          <p:spTgt spid="10"/>
                                        </p:tgtEl>
                                        <p:attrNameLst>
                                          <p:attrName>style.visibility</p:attrName>
                                        </p:attrNameLst>
                                      </p:cBhvr>
                                      <p:to>
                                        <p:strVal val="visible"/>
                                      </p:to>
                                    </p:set>
                                    <p:anim calcmode="lin" valueType="num">
                                      <p:cBhvr>
                                        <p:cTn id="41" dur="1000" fill="hold"/>
                                        <p:tgtEl>
                                          <p:spTgt spid="10"/>
                                        </p:tgtEl>
                                        <p:attrNameLst>
                                          <p:attrName>ppt_w</p:attrName>
                                        </p:attrNameLst>
                                      </p:cBhvr>
                                      <p:tavLst>
                                        <p:tav tm="0">
                                          <p:val>
                                            <p:fltVal val="0"/>
                                          </p:val>
                                        </p:tav>
                                        <p:tav tm="100000">
                                          <p:val>
                                            <p:strVal val="#ppt_w"/>
                                          </p:val>
                                        </p:tav>
                                      </p:tavLst>
                                    </p:anim>
                                    <p:anim calcmode="lin" valueType="num">
                                      <p:cBhvr>
                                        <p:cTn id="42" dur="1000" fill="hold"/>
                                        <p:tgtEl>
                                          <p:spTgt spid="10"/>
                                        </p:tgtEl>
                                        <p:attrNameLst>
                                          <p:attrName>ppt_h</p:attrName>
                                        </p:attrNameLst>
                                      </p:cBhvr>
                                      <p:tavLst>
                                        <p:tav tm="0">
                                          <p:val>
                                            <p:strVal val="#ppt_h"/>
                                          </p:val>
                                        </p:tav>
                                        <p:tav tm="100000">
                                          <p:val>
                                            <p:strVal val="#ppt_h"/>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nodeType="clickEffect">
                                  <p:stCondLst>
                                    <p:cond delay="0"/>
                                  </p:stCondLst>
                                  <p:childTnLst>
                                    <p:set>
                                      <p:cBhvr>
                                        <p:cTn id="46" dur="1" fill="hold">
                                          <p:stCondLst>
                                            <p:cond delay="0"/>
                                          </p:stCondLst>
                                        </p:cTn>
                                        <p:tgtEl>
                                          <p:spTgt spid="9"/>
                                        </p:tgtEl>
                                        <p:attrNameLst>
                                          <p:attrName>style.visibility</p:attrName>
                                        </p:attrNameLst>
                                      </p:cBhvr>
                                      <p:to>
                                        <p:strVal val="visible"/>
                                      </p:to>
                                    </p:set>
                                    <p:animEffect transition="in" filter="dissolve">
                                      <p:cBhvr>
                                        <p:cTn id="47" dur="1000"/>
                                        <p:tgtEl>
                                          <p:spTgt spid="9"/>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 presetClass="entr" presetSubtype="2" fill="hold" grpId="0" nodeType="clickEffect">
                                  <p:stCondLst>
                                    <p:cond delay="0"/>
                                  </p:stCondLst>
                                  <p:childTnLst>
                                    <p:set>
                                      <p:cBhvr>
                                        <p:cTn id="51" dur="1" fill="hold">
                                          <p:stCondLst>
                                            <p:cond delay="0"/>
                                          </p:stCondLst>
                                        </p:cTn>
                                        <p:tgtEl>
                                          <p:spTgt spid="32811"/>
                                        </p:tgtEl>
                                        <p:attrNameLst>
                                          <p:attrName>style.visibility</p:attrName>
                                        </p:attrNameLst>
                                      </p:cBhvr>
                                      <p:to>
                                        <p:strVal val="visible"/>
                                      </p:to>
                                    </p:set>
                                    <p:anim calcmode="lin" valueType="num">
                                      <p:cBhvr additive="base">
                                        <p:cTn id="52" dur="1000" fill="hold"/>
                                        <p:tgtEl>
                                          <p:spTgt spid="32811"/>
                                        </p:tgtEl>
                                        <p:attrNameLst>
                                          <p:attrName>ppt_x</p:attrName>
                                        </p:attrNameLst>
                                      </p:cBhvr>
                                      <p:tavLst>
                                        <p:tav tm="0">
                                          <p:val>
                                            <p:strVal val="1+#ppt_w/2"/>
                                          </p:val>
                                        </p:tav>
                                        <p:tav tm="100000">
                                          <p:val>
                                            <p:strVal val="#ppt_x"/>
                                          </p:val>
                                        </p:tav>
                                      </p:tavLst>
                                    </p:anim>
                                    <p:anim calcmode="lin" valueType="num">
                                      <p:cBhvr additive="base">
                                        <p:cTn id="53" dur="1000" fill="hold"/>
                                        <p:tgtEl>
                                          <p:spTgt spid="32811"/>
                                        </p:tgtEl>
                                        <p:attrNameLst>
                                          <p:attrName>ppt_y</p:attrName>
                                        </p:attrNameLst>
                                      </p:cBhvr>
                                      <p:tavLst>
                                        <p:tav tm="0">
                                          <p:val>
                                            <p:strVal val="#ppt_y"/>
                                          </p:val>
                                        </p:tav>
                                        <p:tav tm="100000">
                                          <p:val>
                                            <p:strVal val="#ppt_y"/>
                                          </p:val>
                                        </p:tav>
                                      </p:tavLst>
                                    </p:anim>
                                  </p:childTnLst>
                                </p:cTn>
                              </p:par>
                            </p:childTnLst>
                          </p:cTn>
                        </p:par>
                      </p:childTnLst>
                    </p:cTn>
                  </p:par>
                  <p:par>
                    <p:cTn id="54" fill="hold" nodeType="clickPar">
                      <p:stCondLst>
                        <p:cond delay="indefinite"/>
                      </p:stCondLst>
                      <p:childTnLst>
                        <p:par>
                          <p:cTn id="55" fill="hold" nodeType="withGroup">
                            <p:stCondLst>
                              <p:cond delay="0"/>
                            </p:stCondLst>
                            <p:childTnLst>
                              <p:par>
                                <p:cTn id="56" presetID="16" presetClass="entr" presetSubtype="42" fill="hold" nodeType="clickEffect">
                                  <p:stCondLst>
                                    <p:cond delay="0"/>
                                  </p:stCondLst>
                                  <p:childTnLst>
                                    <p:set>
                                      <p:cBhvr>
                                        <p:cTn id="57" dur="1" fill="hold">
                                          <p:stCondLst>
                                            <p:cond delay="0"/>
                                          </p:stCondLst>
                                        </p:cTn>
                                        <p:tgtEl>
                                          <p:spTgt spid="6"/>
                                        </p:tgtEl>
                                        <p:attrNameLst>
                                          <p:attrName>style.visibility</p:attrName>
                                        </p:attrNameLst>
                                      </p:cBhvr>
                                      <p:to>
                                        <p:strVal val="visible"/>
                                      </p:to>
                                    </p:set>
                                    <p:animEffect transition="in" filter="barn(outHorizontal)">
                                      <p:cBhvr>
                                        <p:cTn id="58" dur="1000"/>
                                        <p:tgtEl>
                                          <p:spTgt spid="6"/>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5" presetClass="entr" presetSubtype="10" fill="hold" nodeType="clickEffect">
                                  <p:stCondLst>
                                    <p:cond delay="0"/>
                                  </p:stCondLst>
                                  <p:childTnLst>
                                    <p:set>
                                      <p:cBhvr>
                                        <p:cTn id="62" dur="1" fill="hold">
                                          <p:stCondLst>
                                            <p:cond delay="0"/>
                                          </p:stCondLst>
                                        </p:cTn>
                                        <p:tgtEl>
                                          <p:spTgt spid="33840"/>
                                        </p:tgtEl>
                                        <p:attrNameLst>
                                          <p:attrName>style.visibility</p:attrName>
                                        </p:attrNameLst>
                                      </p:cBhvr>
                                      <p:to>
                                        <p:strVal val="visible"/>
                                      </p:to>
                                    </p:set>
                                    <p:animEffect transition="in" filter="checkerboard(across)">
                                      <p:cBhvr>
                                        <p:cTn id="63" dur="1000"/>
                                        <p:tgtEl>
                                          <p:spTgt spid="33840"/>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16" presetClass="entr" presetSubtype="42" fill="hold" nodeType="clickEffect">
                                  <p:stCondLst>
                                    <p:cond delay="0"/>
                                  </p:stCondLst>
                                  <p:childTnLst>
                                    <p:set>
                                      <p:cBhvr>
                                        <p:cTn id="67" dur="1" fill="hold">
                                          <p:stCondLst>
                                            <p:cond delay="0"/>
                                          </p:stCondLst>
                                        </p:cTn>
                                        <p:tgtEl>
                                          <p:spTgt spid="5"/>
                                        </p:tgtEl>
                                        <p:attrNameLst>
                                          <p:attrName>style.visibility</p:attrName>
                                        </p:attrNameLst>
                                      </p:cBhvr>
                                      <p:to>
                                        <p:strVal val="visible"/>
                                      </p:to>
                                    </p:set>
                                    <p:animEffect transition="in" filter="barn(outHorizontal)">
                                      <p:cBhvr>
                                        <p:cTn id="68" dur="1000"/>
                                        <p:tgtEl>
                                          <p:spTgt spid="5"/>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5" presetClass="entr" presetSubtype="10" fill="hold" nodeType="clickEffect">
                                  <p:stCondLst>
                                    <p:cond delay="0"/>
                                  </p:stCondLst>
                                  <p:childTnLst>
                                    <p:set>
                                      <p:cBhvr>
                                        <p:cTn id="72" dur="1" fill="hold">
                                          <p:stCondLst>
                                            <p:cond delay="0"/>
                                          </p:stCondLst>
                                        </p:cTn>
                                        <p:tgtEl>
                                          <p:spTgt spid="33841"/>
                                        </p:tgtEl>
                                        <p:attrNameLst>
                                          <p:attrName>style.visibility</p:attrName>
                                        </p:attrNameLst>
                                      </p:cBhvr>
                                      <p:to>
                                        <p:strVal val="visible"/>
                                      </p:to>
                                    </p:set>
                                    <p:animEffect transition="in" filter="checkerboard(across)">
                                      <p:cBhvr>
                                        <p:cTn id="73" dur="1000"/>
                                        <p:tgtEl>
                                          <p:spTgt spid="338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803" grpId="0" animBg="1" autoUpdateAnimBg="0"/>
      <p:bldP spid="32811" grpId="0" animBg="1"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962" name="Text Box 27">
            <a:extLst>
              <a:ext uri="{FF2B5EF4-FFF2-40B4-BE49-F238E27FC236}">
                <a16:creationId xmlns:a16="http://schemas.microsoft.com/office/drawing/2014/main" id="{4EC25EFF-0256-4BD5-81B8-3F03E40860A8}"/>
              </a:ext>
            </a:extLst>
          </p:cNvPr>
          <p:cNvSpPr txBox="1">
            <a:spLocks noChangeArrowheads="1"/>
          </p:cNvSpPr>
          <p:nvPr/>
        </p:nvSpPr>
        <p:spPr bwMode="auto">
          <a:xfrm>
            <a:off x="280988" y="319088"/>
            <a:ext cx="2843212" cy="579437"/>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ea typeface="楷体_GB2312" pitchFamily="49" charset="-122"/>
              </a:rPr>
              <a:t>游击战争模型</a:t>
            </a:r>
          </a:p>
        </p:txBody>
      </p:sp>
      <p:sp>
        <p:nvSpPr>
          <p:cNvPr id="33820" name="Text Box 28">
            <a:extLst>
              <a:ext uri="{FF2B5EF4-FFF2-40B4-BE49-F238E27FC236}">
                <a16:creationId xmlns:a16="http://schemas.microsoft.com/office/drawing/2014/main" id="{EAAEF2BB-4232-4A84-B550-F90BADF2454B}"/>
              </a:ext>
            </a:extLst>
          </p:cNvPr>
          <p:cNvSpPr txBox="1">
            <a:spLocks noChangeArrowheads="1"/>
          </p:cNvSpPr>
          <p:nvPr/>
        </p:nvSpPr>
        <p:spPr bwMode="auto">
          <a:xfrm>
            <a:off x="3541713" y="395288"/>
            <a:ext cx="4002087" cy="519112"/>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双方都用游击部队作战</a:t>
            </a:r>
          </a:p>
        </p:txBody>
      </p:sp>
      <p:sp>
        <p:nvSpPr>
          <p:cNvPr id="33821" name="Text Box 29">
            <a:extLst>
              <a:ext uri="{FF2B5EF4-FFF2-40B4-BE49-F238E27FC236}">
                <a16:creationId xmlns:a16="http://schemas.microsoft.com/office/drawing/2014/main" id="{089B29A3-95FF-4682-B119-74A222C3E8FD}"/>
              </a:ext>
            </a:extLst>
          </p:cNvPr>
          <p:cNvSpPr txBox="1">
            <a:spLocks noChangeArrowheads="1"/>
          </p:cNvSpPr>
          <p:nvPr/>
        </p:nvSpPr>
        <p:spPr bwMode="auto">
          <a:xfrm>
            <a:off x="990600" y="990600"/>
            <a:ext cx="7620000" cy="519113"/>
          </a:xfrm>
          <a:prstGeom prst="rect">
            <a:avLst/>
          </a:prstGeom>
          <a:solidFill>
            <a:srgbClr val="00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Char char="•"/>
            </a:pPr>
            <a:r>
              <a:rPr lang="en-US" altLang="zh-CN" sz="2800" b="1"/>
              <a:t> </a:t>
            </a:r>
            <a:r>
              <a:rPr lang="zh-CN" altLang="en-US" sz="2800" b="1"/>
              <a:t>甲方战斗减员率还随着甲方兵力的增加而增加</a:t>
            </a:r>
          </a:p>
        </p:txBody>
      </p:sp>
      <p:grpSp>
        <p:nvGrpSpPr>
          <p:cNvPr id="2" name="Group 35">
            <a:extLst>
              <a:ext uri="{FF2B5EF4-FFF2-40B4-BE49-F238E27FC236}">
                <a16:creationId xmlns:a16="http://schemas.microsoft.com/office/drawing/2014/main" id="{211AF7CC-12B5-4939-AD33-69EF31B92FEA}"/>
              </a:ext>
            </a:extLst>
          </p:cNvPr>
          <p:cNvGrpSpPr>
            <a:grpSpLocks/>
          </p:cNvGrpSpPr>
          <p:nvPr/>
        </p:nvGrpSpPr>
        <p:grpSpPr bwMode="auto">
          <a:xfrm>
            <a:off x="762000" y="4953000"/>
            <a:ext cx="3001963" cy="1204913"/>
            <a:chOff x="624" y="2928"/>
            <a:chExt cx="1872" cy="759"/>
          </a:xfrm>
        </p:grpSpPr>
        <p:sp>
          <p:nvSpPr>
            <p:cNvPr id="40975" name="Text Box 32">
              <a:extLst>
                <a:ext uri="{FF2B5EF4-FFF2-40B4-BE49-F238E27FC236}">
                  <a16:creationId xmlns:a16="http://schemas.microsoft.com/office/drawing/2014/main" id="{1441A3F4-4F23-4346-88CA-CFFD915B99A3}"/>
                </a:ext>
              </a:extLst>
            </p:cNvPr>
            <p:cNvSpPr txBox="1">
              <a:spLocks noChangeArrowheads="1"/>
            </p:cNvSpPr>
            <p:nvPr/>
          </p:nvSpPr>
          <p:spPr bwMode="auto">
            <a:xfrm>
              <a:off x="624" y="2928"/>
              <a:ext cx="187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Char char="•"/>
              </a:pPr>
              <a:r>
                <a:rPr lang="en-US" altLang="zh-CN" sz="2800" b="1"/>
                <a:t> </a:t>
              </a:r>
              <a:r>
                <a:rPr lang="zh-CN" altLang="en-US" sz="2800" b="1"/>
                <a:t>忽略非战斗减员</a:t>
              </a:r>
            </a:p>
          </p:txBody>
        </p:sp>
        <p:sp>
          <p:nvSpPr>
            <p:cNvPr id="40976" name="Text Box 33">
              <a:extLst>
                <a:ext uri="{FF2B5EF4-FFF2-40B4-BE49-F238E27FC236}">
                  <a16:creationId xmlns:a16="http://schemas.microsoft.com/office/drawing/2014/main" id="{71EAF74A-6ACD-41EE-9F2F-DB8FAB8784BB}"/>
                </a:ext>
              </a:extLst>
            </p:cNvPr>
            <p:cNvSpPr txBox="1">
              <a:spLocks noChangeArrowheads="1"/>
            </p:cNvSpPr>
            <p:nvPr/>
          </p:nvSpPr>
          <p:spPr bwMode="auto">
            <a:xfrm>
              <a:off x="624" y="3360"/>
              <a:ext cx="177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Char char="•"/>
              </a:pPr>
              <a:r>
                <a:rPr lang="en-US" altLang="zh-CN" sz="2800" b="1"/>
                <a:t> </a:t>
              </a:r>
              <a:r>
                <a:rPr lang="zh-CN" altLang="en-US" sz="2800" b="1"/>
                <a:t>假设没有增援</a:t>
              </a:r>
            </a:p>
          </p:txBody>
        </p:sp>
      </p:grpSp>
      <p:graphicFrame>
        <p:nvGraphicFramePr>
          <p:cNvPr id="34860" name="Object 44">
            <a:extLst>
              <a:ext uri="{FF2B5EF4-FFF2-40B4-BE49-F238E27FC236}">
                <a16:creationId xmlns:a16="http://schemas.microsoft.com/office/drawing/2014/main" id="{E165ABFF-C466-4907-842A-5EE536595A6E}"/>
              </a:ext>
            </a:extLst>
          </p:cNvPr>
          <p:cNvGraphicFramePr>
            <a:graphicFrameLocks noChangeAspect="1"/>
          </p:cNvGraphicFramePr>
          <p:nvPr/>
        </p:nvGraphicFramePr>
        <p:xfrm>
          <a:off x="1219200" y="4062413"/>
          <a:ext cx="5703888" cy="630237"/>
        </p:xfrm>
        <a:graphic>
          <a:graphicData uri="http://schemas.openxmlformats.org/presentationml/2006/ole">
            <mc:AlternateContent xmlns:mc="http://schemas.openxmlformats.org/markup-compatibility/2006">
              <mc:Choice xmlns:v="urn:schemas-microsoft-com:vml" Requires="v">
                <p:oleObj spid="_x0000_s40982" name="公式" r:id="rId3" imgW="2159000" imgH="241300" progId="Equation.3">
                  <p:embed/>
                </p:oleObj>
              </mc:Choice>
              <mc:Fallback>
                <p:oleObj name="公式" r:id="rId3" imgW="2159000" imgH="241300" progId="Equation.3">
                  <p:embed/>
                  <p:pic>
                    <p:nvPicPr>
                      <p:cNvPr id="0" name="Object 4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9200" y="4062413"/>
                        <a:ext cx="5703888" cy="630237"/>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 name="Group 37">
            <a:extLst>
              <a:ext uri="{FF2B5EF4-FFF2-40B4-BE49-F238E27FC236}">
                <a16:creationId xmlns:a16="http://schemas.microsoft.com/office/drawing/2014/main" id="{8EE3E137-853D-4A09-AEDD-52114662C1C8}"/>
              </a:ext>
            </a:extLst>
          </p:cNvPr>
          <p:cNvGrpSpPr>
            <a:grpSpLocks/>
          </p:cNvGrpSpPr>
          <p:nvPr/>
        </p:nvGrpSpPr>
        <p:grpSpPr bwMode="auto">
          <a:xfrm>
            <a:off x="4100513" y="4746625"/>
            <a:ext cx="4464050" cy="1806575"/>
            <a:chOff x="2736" y="2798"/>
            <a:chExt cx="2784" cy="1138"/>
          </a:xfrm>
        </p:grpSpPr>
        <p:graphicFrame>
          <p:nvGraphicFramePr>
            <p:cNvPr id="40973" name="Object 45">
              <a:extLst>
                <a:ext uri="{FF2B5EF4-FFF2-40B4-BE49-F238E27FC236}">
                  <a16:creationId xmlns:a16="http://schemas.microsoft.com/office/drawing/2014/main" id="{821B8DE3-DD0F-4254-9DE4-BDE32F12B7D6}"/>
                </a:ext>
              </a:extLst>
            </p:cNvPr>
            <p:cNvGraphicFramePr>
              <a:graphicFrameLocks noChangeAspect="1"/>
            </p:cNvGraphicFramePr>
            <p:nvPr/>
          </p:nvGraphicFramePr>
          <p:xfrm>
            <a:off x="3024" y="2798"/>
            <a:ext cx="2496" cy="1138"/>
          </p:xfrm>
          <a:graphic>
            <a:graphicData uri="http://schemas.openxmlformats.org/presentationml/2006/ole">
              <mc:AlternateContent xmlns:mc="http://schemas.openxmlformats.org/markup-compatibility/2006">
                <mc:Choice xmlns:v="urn:schemas-microsoft-com:vml" Requires="v">
                  <p:oleObj spid="_x0000_s40983" name="公式" r:id="rId5" imgW="1600200" imgH="850900" progId="Equation.3">
                    <p:embed/>
                  </p:oleObj>
                </mc:Choice>
                <mc:Fallback>
                  <p:oleObj name="公式" r:id="rId5" imgW="1600200" imgH="850900" progId="Equation.3">
                    <p:embed/>
                    <p:pic>
                      <p:nvPicPr>
                        <p:cNvPr id="0" name="Object 4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24" y="2798"/>
                          <a:ext cx="2496" cy="1138"/>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0974" name="AutoShape 36">
              <a:extLst>
                <a:ext uri="{FF2B5EF4-FFF2-40B4-BE49-F238E27FC236}">
                  <a16:creationId xmlns:a16="http://schemas.microsoft.com/office/drawing/2014/main" id="{41AE203D-DDAE-4BAC-92BD-2BD4E9526A38}"/>
                </a:ext>
              </a:extLst>
            </p:cNvPr>
            <p:cNvSpPr>
              <a:spLocks noChangeArrowheads="1"/>
            </p:cNvSpPr>
            <p:nvPr/>
          </p:nvSpPr>
          <p:spPr bwMode="auto">
            <a:xfrm>
              <a:off x="2736" y="3216"/>
              <a:ext cx="192" cy="306"/>
            </a:xfrm>
            <a:prstGeom prst="rightArrow">
              <a:avLst>
                <a:gd name="adj1" fmla="val 50000"/>
                <a:gd name="adj2" fmla="val 25000"/>
              </a:avLst>
            </a:prstGeom>
            <a:solidFill>
              <a:srgbClr val="FFFF00"/>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33834" name="Text Box 42">
            <a:extLst>
              <a:ext uri="{FF2B5EF4-FFF2-40B4-BE49-F238E27FC236}">
                <a16:creationId xmlns:a16="http://schemas.microsoft.com/office/drawing/2014/main" id="{207E1F50-E1B2-4188-AEB3-E4B50AE42DDD}"/>
              </a:ext>
            </a:extLst>
          </p:cNvPr>
          <p:cNvSpPr txBox="1">
            <a:spLocks noChangeArrowheads="1"/>
          </p:cNvSpPr>
          <p:nvPr/>
        </p:nvSpPr>
        <p:spPr bwMode="auto">
          <a:xfrm>
            <a:off x="1835150" y="1557338"/>
            <a:ext cx="66246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t>f</a:t>
            </a:r>
            <a:r>
              <a:rPr lang="en-US" altLang="zh-CN" sz="2800" b="1"/>
              <a:t>(</a:t>
            </a:r>
            <a:r>
              <a:rPr lang="en-US" altLang="zh-CN" sz="2800" b="1" i="1"/>
              <a:t>x</a:t>
            </a:r>
            <a:r>
              <a:rPr lang="en-US" altLang="zh-CN" sz="2800" b="1"/>
              <a:t>, </a:t>
            </a:r>
            <a:r>
              <a:rPr lang="en-US" altLang="zh-CN" sz="2800" b="1" i="1"/>
              <a:t>y</a:t>
            </a:r>
            <a:r>
              <a:rPr lang="en-US" altLang="zh-CN" sz="2800" b="1"/>
              <a:t>)=</a:t>
            </a:r>
            <a:r>
              <a:rPr lang="en-US" altLang="zh-CN" sz="2800" b="1">
                <a:sym typeface="Symbol" panose="05050102010706020507" pitchFamily="18" charset="2"/>
              </a:rPr>
              <a:t></a:t>
            </a:r>
            <a:r>
              <a:rPr lang="en-US" altLang="zh-CN" sz="2800" b="1" i="1"/>
              <a:t>cxy</a:t>
            </a:r>
            <a:r>
              <a:rPr lang="en-US" altLang="zh-CN" sz="2800" b="1"/>
              <a:t>,  </a:t>
            </a:r>
            <a:r>
              <a:rPr lang="en-US" altLang="zh-CN" sz="2800" b="1" i="1"/>
              <a:t>c</a:t>
            </a:r>
            <a:r>
              <a:rPr lang="en-US" altLang="zh-CN" sz="2800" b="1"/>
              <a:t>~ </a:t>
            </a:r>
            <a:r>
              <a:rPr lang="zh-CN" altLang="zh-CN" sz="2800" b="1"/>
              <a:t>乙方每个士兵的杀伤率</a:t>
            </a:r>
            <a:endParaRPr lang="zh-CN" altLang="en-US" sz="2800" b="1"/>
          </a:p>
        </p:txBody>
      </p:sp>
      <p:sp>
        <p:nvSpPr>
          <p:cNvPr id="33835" name="Text Box 43">
            <a:extLst>
              <a:ext uri="{FF2B5EF4-FFF2-40B4-BE49-F238E27FC236}">
                <a16:creationId xmlns:a16="http://schemas.microsoft.com/office/drawing/2014/main" id="{E6B350BA-5FBA-4A51-8ACA-28B260679DA5}"/>
              </a:ext>
            </a:extLst>
          </p:cNvPr>
          <p:cNvSpPr txBox="1">
            <a:spLocks noChangeArrowheads="1"/>
          </p:cNvSpPr>
          <p:nvPr/>
        </p:nvSpPr>
        <p:spPr bwMode="auto">
          <a:xfrm>
            <a:off x="1835150" y="2205038"/>
            <a:ext cx="1873250" cy="163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30000"/>
              </a:spcBef>
            </a:pPr>
            <a:r>
              <a:rPr lang="en-US" altLang="zh-CN" sz="2800" b="1" i="1"/>
              <a:t>c </a:t>
            </a:r>
            <a:r>
              <a:rPr lang="en-US" altLang="zh-CN" sz="2800" b="1"/>
              <a:t>= </a:t>
            </a:r>
            <a:r>
              <a:rPr lang="en-US" altLang="zh-CN" sz="2800" b="1" i="1"/>
              <a:t>r</a:t>
            </a:r>
            <a:r>
              <a:rPr lang="en-US" altLang="zh-CN" sz="2800" b="1" i="1" baseline="-25000"/>
              <a:t>y </a:t>
            </a:r>
            <a:r>
              <a:rPr lang="en-US" altLang="zh-CN" sz="2800" b="1" i="1"/>
              <a:t>p</a:t>
            </a:r>
            <a:r>
              <a:rPr lang="en-US" altLang="zh-CN" sz="2800" b="1" i="1" baseline="-25000"/>
              <a:t>y</a:t>
            </a:r>
          </a:p>
          <a:p>
            <a:pPr eaLnBrk="1" hangingPunct="1">
              <a:spcBef>
                <a:spcPct val="30000"/>
              </a:spcBef>
            </a:pPr>
            <a:r>
              <a:rPr lang="en-US" altLang="zh-CN" sz="2800" b="1" i="1"/>
              <a:t>r</a:t>
            </a:r>
            <a:r>
              <a:rPr lang="en-US" altLang="zh-CN" sz="2800" b="1" i="1" baseline="-25000"/>
              <a:t>y</a:t>
            </a:r>
            <a:r>
              <a:rPr lang="en-US" altLang="zh-CN" sz="2800" b="1" i="1"/>
              <a:t>~</a:t>
            </a:r>
            <a:r>
              <a:rPr lang="zh-CN" altLang="en-US" sz="2800" b="1"/>
              <a:t>射击率</a:t>
            </a:r>
          </a:p>
          <a:p>
            <a:pPr eaLnBrk="1" hangingPunct="1">
              <a:spcBef>
                <a:spcPct val="30000"/>
              </a:spcBef>
            </a:pPr>
            <a:r>
              <a:rPr lang="en-US" altLang="zh-CN" sz="2800" b="1" i="1"/>
              <a:t>p</a:t>
            </a:r>
            <a:r>
              <a:rPr lang="en-US" altLang="zh-CN" sz="2800" b="1" i="1" baseline="-25000"/>
              <a:t>y </a:t>
            </a:r>
            <a:r>
              <a:rPr lang="en-US" altLang="zh-CN" sz="2800" b="1" i="1"/>
              <a:t>~</a:t>
            </a:r>
            <a:r>
              <a:rPr lang="zh-CN" altLang="en-US" sz="2800" b="1"/>
              <a:t>命中率</a:t>
            </a:r>
          </a:p>
        </p:txBody>
      </p:sp>
      <p:grpSp>
        <p:nvGrpSpPr>
          <p:cNvPr id="4" name="Group 45">
            <a:extLst>
              <a:ext uri="{FF2B5EF4-FFF2-40B4-BE49-F238E27FC236}">
                <a16:creationId xmlns:a16="http://schemas.microsoft.com/office/drawing/2014/main" id="{F3F269C3-C297-4F32-9520-4A96DCD4E4EC}"/>
              </a:ext>
            </a:extLst>
          </p:cNvPr>
          <p:cNvGrpSpPr>
            <a:grpSpLocks/>
          </p:cNvGrpSpPr>
          <p:nvPr/>
        </p:nvGrpSpPr>
        <p:grpSpPr bwMode="auto">
          <a:xfrm>
            <a:off x="3886200" y="2276475"/>
            <a:ext cx="4141788" cy="1585913"/>
            <a:chOff x="2448" y="1434"/>
            <a:chExt cx="2609" cy="999"/>
          </a:xfrm>
        </p:grpSpPr>
        <p:sp>
          <p:nvSpPr>
            <p:cNvPr id="40971" name="AutoShape 39">
              <a:extLst>
                <a:ext uri="{FF2B5EF4-FFF2-40B4-BE49-F238E27FC236}">
                  <a16:creationId xmlns:a16="http://schemas.microsoft.com/office/drawing/2014/main" id="{EAE40F42-AF3A-4A3C-9FBC-936448C7FD35}"/>
                </a:ext>
              </a:extLst>
            </p:cNvPr>
            <p:cNvSpPr>
              <a:spLocks noChangeArrowheads="1"/>
            </p:cNvSpPr>
            <p:nvPr/>
          </p:nvSpPr>
          <p:spPr bwMode="auto">
            <a:xfrm>
              <a:off x="2448" y="1824"/>
              <a:ext cx="144" cy="306"/>
            </a:xfrm>
            <a:prstGeom prst="rightArrow">
              <a:avLst>
                <a:gd name="adj1" fmla="val 50000"/>
                <a:gd name="adj2" fmla="val 25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40972" name="Text Box 44">
              <a:extLst>
                <a:ext uri="{FF2B5EF4-FFF2-40B4-BE49-F238E27FC236}">
                  <a16:creationId xmlns:a16="http://schemas.microsoft.com/office/drawing/2014/main" id="{D834F689-648D-4731-A9FE-59E27C99AF45}"/>
                </a:ext>
              </a:extLst>
            </p:cNvPr>
            <p:cNvSpPr txBox="1">
              <a:spLocks noChangeArrowheads="1"/>
            </p:cNvSpPr>
            <p:nvPr/>
          </p:nvSpPr>
          <p:spPr bwMode="auto">
            <a:xfrm>
              <a:off x="2653" y="1434"/>
              <a:ext cx="2404" cy="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25000"/>
                </a:spcBef>
              </a:pPr>
              <a:r>
                <a:rPr lang="en-US" altLang="zh-CN" sz="2800" b="1" i="1"/>
                <a:t>p</a:t>
              </a:r>
              <a:r>
                <a:rPr lang="en-US" altLang="zh-CN" sz="2800" b="1" i="1" baseline="-25000"/>
                <a:t>y</a:t>
              </a:r>
              <a:r>
                <a:rPr lang="en-US" altLang="zh-CN" sz="2800" b="1" i="1"/>
                <a:t>=s</a:t>
              </a:r>
              <a:r>
                <a:rPr lang="en-US" altLang="zh-CN" sz="2800" b="1" i="1" baseline="-25000"/>
                <a:t>ry </a:t>
              </a:r>
              <a:r>
                <a:rPr lang="en-US" altLang="zh-CN" sz="2800" b="1"/>
                <a:t>/</a:t>
              </a:r>
              <a:r>
                <a:rPr lang="en-US" altLang="zh-CN" sz="2800" b="1" i="1"/>
                <a:t>s</a:t>
              </a:r>
              <a:r>
                <a:rPr lang="en-US" altLang="zh-CN" sz="2800" b="1" i="1" baseline="-25000"/>
                <a:t>x</a:t>
              </a:r>
            </a:p>
            <a:p>
              <a:pPr eaLnBrk="1" hangingPunct="1">
                <a:spcBef>
                  <a:spcPct val="25000"/>
                </a:spcBef>
              </a:pPr>
              <a:r>
                <a:rPr lang="en-US" altLang="zh-CN" sz="2800" b="1" i="1"/>
                <a:t>s</a:t>
              </a:r>
              <a:r>
                <a:rPr lang="en-US" altLang="zh-CN" sz="2800" b="1" i="1" baseline="-25000"/>
                <a:t>x </a:t>
              </a:r>
              <a:r>
                <a:rPr lang="en-US" altLang="zh-CN" sz="2800" b="1" i="1"/>
                <a:t>~ </a:t>
              </a:r>
              <a:r>
                <a:rPr lang="zh-CN" altLang="en-US" sz="2800" b="1"/>
                <a:t>甲方活动面积</a:t>
              </a:r>
            </a:p>
            <a:p>
              <a:pPr eaLnBrk="1" hangingPunct="1">
                <a:spcBef>
                  <a:spcPct val="25000"/>
                </a:spcBef>
              </a:pPr>
              <a:r>
                <a:rPr lang="en-US" altLang="zh-CN" sz="2800" b="1" i="1"/>
                <a:t>s</a:t>
              </a:r>
              <a:r>
                <a:rPr lang="en-US" altLang="zh-CN" sz="2800" b="1" i="1" baseline="-25000"/>
                <a:t>ry </a:t>
              </a:r>
              <a:r>
                <a:rPr lang="en-US" altLang="zh-CN" sz="2800" b="1" i="1"/>
                <a:t>~ </a:t>
              </a:r>
              <a:r>
                <a:rPr lang="zh-CN" altLang="en-US" sz="2800" b="1"/>
                <a:t>乙方射击有效面积</a:t>
              </a: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grpId="0" nodeType="clickEffect">
                                  <p:stCondLst>
                                    <p:cond delay="0"/>
                                  </p:stCondLst>
                                  <p:childTnLst>
                                    <p:set>
                                      <p:cBhvr>
                                        <p:cTn id="6" dur="1" fill="hold">
                                          <p:stCondLst>
                                            <p:cond delay="0"/>
                                          </p:stCondLst>
                                        </p:cTn>
                                        <p:tgtEl>
                                          <p:spTgt spid="33820"/>
                                        </p:tgtEl>
                                        <p:attrNameLst>
                                          <p:attrName>style.visibility</p:attrName>
                                        </p:attrNameLst>
                                      </p:cBhvr>
                                      <p:to>
                                        <p:strVal val="visible"/>
                                      </p:to>
                                    </p:set>
                                    <p:anim calcmode="lin" valueType="num">
                                      <p:cBhvr additive="base">
                                        <p:cTn id="7" dur="1000" fill="hold"/>
                                        <p:tgtEl>
                                          <p:spTgt spid="33820"/>
                                        </p:tgtEl>
                                        <p:attrNameLst>
                                          <p:attrName>ppt_x</p:attrName>
                                        </p:attrNameLst>
                                      </p:cBhvr>
                                      <p:tavLst>
                                        <p:tav tm="0">
                                          <p:val>
                                            <p:strVal val="#ppt_x"/>
                                          </p:val>
                                        </p:tav>
                                        <p:tav tm="100000">
                                          <p:val>
                                            <p:strVal val="#ppt_x"/>
                                          </p:val>
                                        </p:tav>
                                      </p:tavLst>
                                    </p:anim>
                                    <p:anim calcmode="lin" valueType="num">
                                      <p:cBhvr additive="base">
                                        <p:cTn id="8" dur="1000" fill="hold"/>
                                        <p:tgtEl>
                                          <p:spTgt spid="33820"/>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33821"/>
                                        </p:tgtEl>
                                        <p:attrNameLst>
                                          <p:attrName>style.visibility</p:attrName>
                                        </p:attrNameLst>
                                      </p:cBhvr>
                                      <p:to>
                                        <p:strVal val="visible"/>
                                      </p:to>
                                    </p:set>
                                    <p:animEffect transition="in" filter="box(in)">
                                      <p:cBhvr>
                                        <p:cTn id="13" dur="1000"/>
                                        <p:tgtEl>
                                          <p:spTgt spid="33821"/>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33834"/>
                                        </p:tgtEl>
                                        <p:attrNameLst>
                                          <p:attrName>style.visibility</p:attrName>
                                        </p:attrNameLst>
                                      </p:cBhvr>
                                      <p:to>
                                        <p:strVal val="visible"/>
                                      </p:to>
                                    </p:set>
                                    <p:animEffect transition="in" filter="box(out)">
                                      <p:cBhvr>
                                        <p:cTn id="18" dur="1000"/>
                                        <p:tgtEl>
                                          <p:spTgt spid="33834"/>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5" presetClass="entr" presetSubtype="10" fill="hold" grpId="0" nodeType="clickEffect">
                                  <p:stCondLst>
                                    <p:cond delay="0"/>
                                  </p:stCondLst>
                                  <p:childTnLst>
                                    <p:set>
                                      <p:cBhvr>
                                        <p:cTn id="22" dur="1" fill="hold">
                                          <p:stCondLst>
                                            <p:cond delay="0"/>
                                          </p:stCondLst>
                                        </p:cTn>
                                        <p:tgtEl>
                                          <p:spTgt spid="33835"/>
                                        </p:tgtEl>
                                        <p:attrNameLst>
                                          <p:attrName>style.visibility</p:attrName>
                                        </p:attrNameLst>
                                      </p:cBhvr>
                                      <p:to>
                                        <p:strVal val="visible"/>
                                      </p:to>
                                    </p:set>
                                    <p:animEffect transition="in" filter="checkerboard(across)">
                                      <p:cBhvr>
                                        <p:cTn id="23" dur="1000"/>
                                        <p:tgtEl>
                                          <p:spTgt spid="33835"/>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3" presetClass="entr" presetSubtype="16" fill="hold" nodeType="clickEffect">
                                  <p:stCondLst>
                                    <p:cond delay="0"/>
                                  </p:stCondLst>
                                  <p:childTnLst>
                                    <p:set>
                                      <p:cBhvr>
                                        <p:cTn id="27" dur="1" fill="hold">
                                          <p:stCondLst>
                                            <p:cond delay="0"/>
                                          </p:stCondLst>
                                        </p:cTn>
                                        <p:tgtEl>
                                          <p:spTgt spid="4"/>
                                        </p:tgtEl>
                                        <p:attrNameLst>
                                          <p:attrName>style.visibility</p:attrName>
                                        </p:attrNameLst>
                                      </p:cBhvr>
                                      <p:to>
                                        <p:strVal val="visible"/>
                                      </p:to>
                                    </p:set>
                                    <p:anim calcmode="lin" valueType="num">
                                      <p:cBhvr>
                                        <p:cTn id="28" dur="1000" fill="hold"/>
                                        <p:tgtEl>
                                          <p:spTgt spid="4"/>
                                        </p:tgtEl>
                                        <p:attrNameLst>
                                          <p:attrName>ppt_w</p:attrName>
                                        </p:attrNameLst>
                                      </p:cBhvr>
                                      <p:tavLst>
                                        <p:tav tm="0">
                                          <p:val>
                                            <p:fltVal val="0"/>
                                          </p:val>
                                        </p:tav>
                                        <p:tav tm="100000">
                                          <p:val>
                                            <p:strVal val="#ppt_w"/>
                                          </p:val>
                                        </p:tav>
                                      </p:tavLst>
                                    </p:anim>
                                    <p:anim calcmode="lin" valueType="num">
                                      <p:cBhvr>
                                        <p:cTn id="29" dur="1000" fill="hold"/>
                                        <p:tgtEl>
                                          <p:spTgt spid="4"/>
                                        </p:tgtEl>
                                        <p:attrNameLst>
                                          <p:attrName>ppt_h</p:attrName>
                                        </p:attrNameLst>
                                      </p:cBhvr>
                                      <p:tavLst>
                                        <p:tav tm="0">
                                          <p:val>
                                            <p:fltVal val="0"/>
                                          </p:val>
                                        </p:tav>
                                        <p:tav tm="100000">
                                          <p:val>
                                            <p:strVal val="#ppt_h"/>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3" presetClass="entr" presetSubtype="5" fill="hold" nodeType="clickEffect">
                                  <p:stCondLst>
                                    <p:cond delay="0"/>
                                  </p:stCondLst>
                                  <p:childTnLst>
                                    <p:set>
                                      <p:cBhvr>
                                        <p:cTn id="33" dur="1" fill="hold">
                                          <p:stCondLst>
                                            <p:cond delay="0"/>
                                          </p:stCondLst>
                                        </p:cTn>
                                        <p:tgtEl>
                                          <p:spTgt spid="34860"/>
                                        </p:tgtEl>
                                        <p:attrNameLst>
                                          <p:attrName>style.visibility</p:attrName>
                                        </p:attrNameLst>
                                      </p:cBhvr>
                                      <p:to>
                                        <p:strVal val="visible"/>
                                      </p:to>
                                    </p:set>
                                    <p:animEffect transition="in" filter="blinds(vertical)">
                                      <p:cBhvr>
                                        <p:cTn id="34" dur="1000"/>
                                        <p:tgtEl>
                                          <p:spTgt spid="34860"/>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nodeType="clickEffect">
                                  <p:stCondLst>
                                    <p:cond delay="0"/>
                                  </p:stCondLst>
                                  <p:childTnLst>
                                    <p:set>
                                      <p:cBhvr>
                                        <p:cTn id="38" dur="1" fill="hold">
                                          <p:stCondLst>
                                            <p:cond delay="0"/>
                                          </p:stCondLst>
                                        </p:cTn>
                                        <p:tgtEl>
                                          <p:spTgt spid="2"/>
                                        </p:tgtEl>
                                        <p:attrNameLst>
                                          <p:attrName>style.visibility</p:attrName>
                                        </p:attrNameLst>
                                      </p:cBhvr>
                                      <p:to>
                                        <p:strVal val="visible"/>
                                      </p:to>
                                    </p:set>
                                    <p:animEffect transition="in" filter="wipe(left)">
                                      <p:cBhvr>
                                        <p:cTn id="39" dur="1000"/>
                                        <p:tgtEl>
                                          <p:spTgt spid="2"/>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nodeType="clickEffect">
                                  <p:stCondLst>
                                    <p:cond delay="0"/>
                                  </p:stCondLst>
                                  <p:childTnLst>
                                    <p:set>
                                      <p:cBhvr>
                                        <p:cTn id="43" dur="1" fill="hold">
                                          <p:stCondLst>
                                            <p:cond delay="0"/>
                                          </p:stCondLst>
                                        </p:cTn>
                                        <p:tgtEl>
                                          <p:spTgt spid="3"/>
                                        </p:tgtEl>
                                        <p:attrNameLst>
                                          <p:attrName>style.visibility</p:attrName>
                                        </p:attrNameLst>
                                      </p:cBhvr>
                                      <p:to>
                                        <p:strVal val="visible"/>
                                      </p:to>
                                    </p:set>
                                    <p:animEffect transition="in" filter="wipe(left)">
                                      <p:cBhvr>
                                        <p:cTn id="44"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820" grpId="0" animBg="1"/>
      <p:bldP spid="33821" grpId="0" animBg="1" autoUpdateAnimBg="0"/>
      <p:bldP spid="33834" grpId="0" animBg="1" autoUpdateAnimBg="0"/>
      <p:bldP spid="33835" grpId="0" animBg="1"/>
    </p:bldLst>
  </p:timing>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2" name="Group 27">
            <a:extLst>
              <a:ext uri="{FF2B5EF4-FFF2-40B4-BE49-F238E27FC236}">
                <a16:creationId xmlns:a16="http://schemas.microsoft.com/office/drawing/2014/main" id="{728D50BB-0CC0-4619-A43F-427AB6B4D91B}"/>
              </a:ext>
            </a:extLst>
          </p:cNvPr>
          <p:cNvGrpSpPr>
            <a:grpSpLocks/>
          </p:cNvGrpSpPr>
          <p:nvPr/>
        </p:nvGrpSpPr>
        <p:grpSpPr bwMode="auto">
          <a:xfrm>
            <a:off x="268288" y="2620963"/>
            <a:ext cx="4303712" cy="3703637"/>
            <a:chOff x="240" y="1488"/>
            <a:chExt cx="2711" cy="2333"/>
          </a:xfrm>
        </p:grpSpPr>
        <p:sp>
          <p:nvSpPr>
            <p:cNvPr id="42002" name="Line 6">
              <a:extLst>
                <a:ext uri="{FF2B5EF4-FFF2-40B4-BE49-F238E27FC236}">
                  <a16:creationId xmlns:a16="http://schemas.microsoft.com/office/drawing/2014/main" id="{543767B7-89BF-4828-8135-800C6A452630}"/>
                </a:ext>
              </a:extLst>
            </p:cNvPr>
            <p:cNvSpPr>
              <a:spLocks noChangeShapeType="1"/>
            </p:cNvSpPr>
            <p:nvPr/>
          </p:nvSpPr>
          <p:spPr bwMode="auto">
            <a:xfrm>
              <a:off x="551" y="3552"/>
              <a:ext cx="230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03" name="Line 7">
              <a:extLst>
                <a:ext uri="{FF2B5EF4-FFF2-40B4-BE49-F238E27FC236}">
                  <a16:creationId xmlns:a16="http://schemas.microsoft.com/office/drawing/2014/main" id="{228E638D-1CB9-427B-850B-8C738F45A22C}"/>
                </a:ext>
              </a:extLst>
            </p:cNvPr>
            <p:cNvSpPr>
              <a:spLocks noChangeShapeType="1"/>
            </p:cNvSpPr>
            <p:nvPr/>
          </p:nvSpPr>
          <p:spPr bwMode="auto">
            <a:xfrm rot="-5400000">
              <a:off x="-481" y="2520"/>
              <a:ext cx="206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04" name="Line 8">
              <a:extLst>
                <a:ext uri="{FF2B5EF4-FFF2-40B4-BE49-F238E27FC236}">
                  <a16:creationId xmlns:a16="http://schemas.microsoft.com/office/drawing/2014/main" id="{181F26D6-DEA0-4FB3-82AC-CDDF74A1A7E9}"/>
                </a:ext>
              </a:extLst>
            </p:cNvPr>
            <p:cNvSpPr>
              <a:spLocks noChangeShapeType="1"/>
            </p:cNvSpPr>
            <p:nvPr/>
          </p:nvSpPr>
          <p:spPr bwMode="auto">
            <a:xfrm flipV="1">
              <a:off x="551" y="2160"/>
              <a:ext cx="1392" cy="13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05" name="Line 9">
              <a:extLst>
                <a:ext uri="{FF2B5EF4-FFF2-40B4-BE49-F238E27FC236}">
                  <a16:creationId xmlns:a16="http://schemas.microsoft.com/office/drawing/2014/main" id="{735B5AA0-F409-4964-A284-97FA2724FAE6}"/>
                </a:ext>
              </a:extLst>
            </p:cNvPr>
            <p:cNvSpPr>
              <a:spLocks noChangeShapeType="1"/>
            </p:cNvSpPr>
            <p:nvPr/>
          </p:nvSpPr>
          <p:spPr bwMode="auto">
            <a:xfrm flipV="1">
              <a:off x="551" y="1776"/>
              <a:ext cx="480"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06" name="Line 10">
              <a:extLst>
                <a:ext uri="{FF2B5EF4-FFF2-40B4-BE49-F238E27FC236}">
                  <a16:creationId xmlns:a16="http://schemas.microsoft.com/office/drawing/2014/main" id="{947FB489-2983-475F-AF45-BAF0396C53D8}"/>
                </a:ext>
              </a:extLst>
            </p:cNvPr>
            <p:cNvSpPr>
              <a:spLocks noChangeShapeType="1"/>
            </p:cNvSpPr>
            <p:nvPr/>
          </p:nvSpPr>
          <p:spPr bwMode="auto">
            <a:xfrm flipV="1">
              <a:off x="551" y="2064"/>
              <a:ext cx="816" cy="81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07" name="Line 11">
              <a:extLst>
                <a:ext uri="{FF2B5EF4-FFF2-40B4-BE49-F238E27FC236}">
                  <a16:creationId xmlns:a16="http://schemas.microsoft.com/office/drawing/2014/main" id="{7680C4B4-4EED-4E83-8E4D-575EEA60949D}"/>
                </a:ext>
              </a:extLst>
            </p:cNvPr>
            <p:cNvSpPr>
              <a:spLocks noChangeShapeType="1"/>
            </p:cNvSpPr>
            <p:nvPr/>
          </p:nvSpPr>
          <p:spPr bwMode="auto">
            <a:xfrm flipV="1">
              <a:off x="1271" y="2736"/>
              <a:ext cx="816" cy="81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08" name="Line 12">
              <a:extLst>
                <a:ext uri="{FF2B5EF4-FFF2-40B4-BE49-F238E27FC236}">
                  <a16:creationId xmlns:a16="http://schemas.microsoft.com/office/drawing/2014/main" id="{B2450E75-5E4F-4F5D-BDD1-4FC190791623}"/>
                </a:ext>
              </a:extLst>
            </p:cNvPr>
            <p:cNvSpPr>
              <a:spLocks noChangeShapeType="1"/>
            </p:cNvSpPr>
            <p:nvPr/>
          </p:nvSpPr>
          <p:spPr bwMode="auto">
            <a:xfrm flipV="1">
              <a:off x="1991" y="3072"/>
              <a:ext cx="480"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09" name="Line 13">
              <a:extLst>
                <a:ext uri="{FF2B5EF4-FFF2-40B4-BE49-F238E27FC236}">
                  <a16:creationId xmlns:a16="http://schemas.microsoft.com/office/drawing/2014/main" id="{4BE0286E-7824-41F5-92BA-CC1FB0C0ACEB}"/>
                </a:ext>
              </a:extLst>
            </p:cNvPr>
            <p:cNvSpPr>
              <a:spLocks noChangeShapeType="1"/>
            </p:cNvSpPr>
            <p:nvPr/>
          </p:nvSpPr>
          <p:spPr bwMode="auto">
            <a:xfrm flipH="1">
              <a:off x="839" y="1824"/>
              <a:ext cx="144" cy="1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10" name="Line 14">
              <a:extLst>
                <a:ext uri="{FF2B5EF4-FFF2-40B4-BE49-F238E27FC236}">
                  <a16:creationId xmlns:a16="http://schemas.microsoft.com/office/drawing/2014/main" id="{616DBC05-3DC8-4D33-8BF9-FFFFB9BE8132}"/>
                </a:ext>
              </a:extLst>
            </p:cNvPr>
            <p:cNvSpPr>
              <a:spLocks noChangeShapeType="1"/>
            </p:cNvSpPr>
            <p:nvPr/>
          </p:nvSpPr>
          <p:spPr bwMode="auto">
            <a:xfrm flipH="1">
              <a:off x="1127" y="2160"/>
              <a:ext cx="144" cy="1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11" name="Line 15">
              <a:extLst>
                <a:ext uri="{FF2B5EF4-FFF2-40B4-BE49-F238E27FC236}">
                  <a16:creationId xmlns:a16="http://schemas.microsoft.com/office/drawing/2014/main" id="{7CF86B22-0E6C-4461-BCEF-9220A75DE22A}"/>
                </a:ext>
              </a:extLst>
            </p:cNvPr>
            <p:cNvSpPr>
              <a:spLocks noChangeShapeType="1"/>
            </p:cNvSpPr>
            <p:nvPr/>
          </p:nvSpPr>
          <p:spPr bwMode="auto">
            <a:xfrm flipH="1">
              <a:off x="1223" y="2736"/>
              <a:ext cx="144" cy="1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12" name="Line 16">
              <a:extLst>
                <a:ext uri="{FF2B5EF4-FFF2-40B4-BE49-F238E27FC236}">
                  <a16:creationId xmlns:a16="http://schemas.microsoft.com/office/drawing/2014/main" id="{16E34AB0-89E1-4677-B8FC-3AB8B94A34AE}"/>
                </a:ext>
              </a:extLst>
            </p:cNvPr>
            <p:cNvSpPr>
              <a:spLocks noChangeShapeType="1"/>
            </p:cNvSpPr>
            <p:nvPr/>
          </p:nvSpPr>
          <p:spPr bwMode="auto">
            <a:xfrm flipH="1">
              <a:off x="1703" y="2976"/>
              <a:ext cx="144" cy="1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13" name="Line 17">
              <a:extLst>
                <a:ext uri="{FF2B5EF4-FFF2-40B4-BE49-F238E27FC236}">
                  <a16:creationId xmlns:a16="http://schemas.microsoft.com/office/drawing/2014/main" id="{40D5B2AD-9C42-4917-BE9A-6598F6F76F5D}"/>
                </a:ext>
              </a:extLst>
            </p:cNvPr>
            <p:cNvSpPr>
              <a:spLocks noChangeShapeType="1"/>
            </p:cNvSpPr>
            <p:nvPr/>
          </p:nvSpPr>
          <p:spPr bwMode="auto">
            <a:xfrm flipH="1">
              <a:off x="2231" y="3168"/>
              <a:ext cx="144" cy="1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42014" name="Object 9">
              <a:extLst>
                <a:ext uri="{FF2B5EF4-FFF2-40B4-BE49-F238E27FC236}">
                  <a16:creationId xmlns:a16="http://schemas.microsoft.com/office/drawing/2014/main" id="{DFCE8155-8783-48B4-96D7-1E08A7FD4777}"/>
                </a:ext>
              </a:extLst>
            </p:cNvPr>
            <p:cNvGraphicFramePr>
              <a:graphicFrameLocks noChangeAspect="1"/>
            </p:cNvGraphicFramePr>
            <p:nvPr/>
          </p:nvGraphicFramePr>
          <p:xfrm>
            <a:off x="240" y="1510"/>
            <a:ext cx="311" cy="218"/>
          </p:xfrm>
          <a:graphic>
            <a:graphicData uri="http://schemas.openxmlformats.org/presentationml/2006/ole">
              <mc:AlternateContent xmlns:mc="http://schemas.openxmlformats.org/markup-compatibility/2006">
                <mc:Choice xmlns:v="urn:schemas-microsoft-com:vml" Requires="v">
                  <p:oleObj spid="_x0000_s42051" name="公式" r:id="rId3" imgW="342751" imgH="241195" progId="Equation.3">
                    <p:embed/>
                  </p:oleObj>
                </mc:Choice>
                <mc:Fallback>
                  <p:oleObj name="公式" r:id="rId3" imgW="342751" imgH="241195" progId="Equation.3">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0" y="1510"/>
                          <a:ext cx="311" cy="2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2015" name="Object 10">
              <a:extLst>
                <a:ext uri="{FF2B5EF4-FFF2-40B4-BE49-F238E27FC236}">
                  <a16:creationId xmlns:a16="http://schemas.microsoft.com/office/drawing/2014/main" id="{BE0159B4-2A92-4E36-B841-C9C2A1FD7A54}"/>
                </a:ext>
              </a:extLst>
            </p:cNvPr>
            <p:cNvGraphicFramePr>
              <a:graphicFrameLocks noChangeAspect="1"/>
            </p:cNvGraphicFramePr>
            <p:nvPr/>
          </p:nvGraphicFramePr>
          <p:xfrm>
            <a:off x="263" y="2784"/>
            <a:ext cx="263" cy="194"/>
          </p:xfrm>
          <a:graphic>
            <a:graphicData uri="http://schemas.openxmlformats.org/presentationml/2006/ole">
              <mc:AlternateContent xmlns:mc="http://schemas.openxmlformats.org/markup-compatibility/2006">
                <mc:Choice xmlns:v="urn:schemas-microsoft-com:vml" Requires="v">
                  <p:oleObj spid="_x0000_s42052" name="公式" r:id="rId5" imgW="342751" imgH="253890" progId="Equation.3">
                    <p:embed/>
                  </p:oleObj>
                </mc:Choice>
                <mc:Fallback>
                  <p:oleObj name="公式" r:id="rId5" imgW="342751" imgH="253890" progId="Equation.3">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3" y="2784"/>
                          <a:ext cx="263" cy="1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2016" name="Text Box 20">
              <a:extLst>
                <a:ext uri="{FF2B5EF4-FFF2-40B4-BE49-F238E27FC236}">
                  <a16:creationId xmlns:a16="http://schemas.microsoft.com/office/drawing/2014/main" id="{2DBF4F40-05F6-437D-8D61-622FAF09F74B}"/>
                </a:ext>
              </a:extLst>
            </p:cNvPr>
            <p:cNvSpPr txBox="1">
              <a:spLocks noChangeArrowheads="1"/>
            </p:cNvSpPr>
            <p:nvPr/>
          </p:nvSpPr>
          <p:spPr bwMode="auto">
            <a:xfrm>
              <a:off x="407" y="3504"/>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i="1"/>
                <a:t>O</a:t>
              </a:r>
            </a:p>
          </p:txBody>
        </p:sp>
        <p:graphicFrame>
          <p:nvGraphicFramePr>
            <p:cNvPr id="42017" name="Object 11">
              <a:extLst>
                <a:ext uri="{FF2B5EF4-FFF2-40B4-BE49-F238E27FC236}">
                  <a16:creationId xmlns:a16="http://schemas.microsoft.com/office/drawing/2014/main" id="{12961F82-E585-4F14-AA2E-DFF64735E85F}"/>
                </a:ext>
              </a:extLst>
            </p:cNvPr>
            <p:cNvGraphicFramePr>
              <a:graphicFrameLocks noChangeAspect="1"/>
            </p:cNvGraphicFramePr>
            <p:nvPr/>
          </p:nvGraphicFramePr>
          <p:xfrm>
            <a:off x="1031" y="3601"/>
            <a:ext cx="384" cy="191"/>
          </p:xfrm>
          <a:graphic>
            <a:graphicData uri="http://schemas.openxmlformats.org/presentationml/2006/ole">
              <mc:AlternateContent xmlns:mc="http://schemas.openxmlformats.org/markup-compatibility/2006">
                <mc:Choice xmlns:v="urn:schemas-microsoft-com:vml" Requires="v">
                  <p:oleObj spid="_x0000_s42053" name="公式" r:id="rId7" imgW="507780" imgH="253890" progId="Equation.3">
                    <p:embed/>
                  </p:oleObj>
                </mc:Choice>
                <mc:Fallback>
                  <p:oleObj name="公式" r:id="rId7" imgW="507780" imgH="253890" progId="Equation.3">
                    <p:embed/>
                    <p:pic>
                      <p:nvPicPr>
                        <p:cNvPr id="0"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31" y="3601"/>
                          <a:ext cx="384" cy="1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2018" name="Object 12">
              <a:extLst>
                <a:ext uri="{FF2B5EF4-FFF2-40B4-BE49-F238E27FC236}">
                  <a16:creationId xmlns:a16="http://schemas.microsoft.com/office/drawing/2014/main" id="{AC831418-4E68-4BD0-BB5B-C3598D6F45CD}"/>
                </a:ext>
              </a:extLst>
            </p:cNvPr>
            <p:cNvGraphicFramePr>
              <a:graphicFrameLocks noChangeAspect="1"/>
            </p:cNvGraphicFramePr>
            <p:nvPr/>
          </p:nvGraphicFramePr>
          <p:xfrm>
            <a:off x="2567" y="3552"/>
            <a:ext cx="384" cy="269"/>
          </p:xfrm>
          <a:graphic>
            <a:graphicData uri="http://schemas.openxmlformats.org/presentationml/2006/ole">
              <mc:AlternateContent xmlns:mc="http://schemas.openxmlformats.org/markup-compatibility/2006">
                <mc:Choice xmlns:v="urn:schemas-microsoft-com:vml" Requires="v">
                  <p:oleObj spid="_x0000_s42054" name="公式" r:id="rId9" imgW="342751" imgH="241195" progId="Equation.3">
                    <p:embed/>
                  </p:oleObj>
                </mc:Choice>
                <mc:Fallback>
                  <p:oleObj name="公式" r:id="rId9" imgW="342751" imgH="241195" progId="Equation.3">
                    <p:embed/>
                    <p:pic>
                      <p:nvPicPr>
                        <p:cNvPr id="0" name="Object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67" y="3552"/>
                          <a:ext cx="384" cy="26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2019" name="Object 13">
              <a:extLst>
                <a:ext uri="{FF2B5EF4-FFF2-40B4-BE49-F238E27FC236}">
                  <a16:creationId xmlns:a16="http://schemas.microsoft.com/office/drawing/2014/main" id="{A0D96F68-6A3A-4882-B58D-12D33F1A108E}"/>
                </a:ext>
              </a:extLst>
            </p:cNvPr>
            <p:cNvGraphicFramePr>
              <a:graphicFrameLocks noChangeAspect="1"/>
            </p:cNvGraphicFramePr>
            <p:nvPr/>
          </p:nvGraphicFramePr>
          <p:xfrm>
            <a:off x="1262" y="1608"/>
            <a:ext cx="357" cy="153"/>
          </p:xfrm>
          <a:graphic>
            <a:graphicData uri="http://schemas.openxmlformats.org/presentationml/2006/ole">
              <mc:AlternateContent xmlns:mc="http://schemas.openxmlformats.org/markup-compatibility/2006">
                <mc:Choice xmlns:v="urn:schemas-microsoft-com:vml" Requires="v">
                  <p:oleObj spid="_x0000_s42055" name="公式" r:id="rId11" imgW="469696" imgH="203112" progId="Equation.3">
                    <p:embed/>
                  </p:oleObj>
                </mc:Choice>
                <mc:Fallback>
                  <p:oleObj name="公式" r:id="rId11" imgW="469696" imgH="203112" progId="Equation.3">
                    <p:embed/>
                    <p:pic>
                      <p:nvPicPr>
                        <p:cNvPr id="0" name="Object 1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262" y="1608"/>
                          <a:ext cx="357" cy="1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2020" name="Object 14">
              <a:extLst>
                <a:ext uri="{FF2B5EF4-FFF2-40B4-BE49-F238E27FC236}">
                  <a16:creationId xmlns:a16="http://schemas.microsoft.com/office/drawing/2014/main" id="{79D3848C-3778-4434-8360-00EDE08EA348}"/>
                </a:ext>
              </a:extLst>
            </p:cNvPr>
            <p:cNvGraphicFramePr>
              <a:graphicFrameLocks noChangeAspect="1"/>
            </p:cNvGraphicFramePr>
            <p:nvPr/>
          </p:nvGraphicFramePr>
          <p:xfrm>
            <a:off x="2141" y="1997"/>
            <a:ext cx="423" cy="182"/>
          </p:xfrm>
          <a:graphic>
            <a:graphicData uri="http://schemas.openxmlformats.org/presentationml/2006/ole">
              <mc:AlternateContent xmlns:mc="http://schemas.openxmlformats.org/markup-compatibility/2006">
                <mc:Choice xmlns:v="urn:schemas-microsoft-com:vml" Requires="v">
                  <p:oleObj spid="_x0000_s42056" name="公式" r:id="rId13" imgW="469696" imgH="203112" progId="Equation.3">
                    <p:embed/>
                  </p:oleObj>
                </mc:Choice>
                <mc:Fallback>
                  <p:oleObj name="公式" r:id="rId13" imgW="469696" imgH="203112" progId="Equation.3">
                    <p:embed/>
                    <p:pic>
                      <p:nvPicPr>
                        <p:cNvPr id="0" name="Object 1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141" y="1997"/>
                          <a:ext cx="423" cy="1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2021" name="Object 15">
              <a:extLst>
                <a:ext uri="{FF2B5EF4-FFF2-40B4-BE49-F238E27FC236}">
                  <a16:creationId xmlns:a16="http://schemas.microsoft.com/office/drawing/2014/main" id="{7750109A-9134-46F6-A35E-7CC320563962}"/>
                </a:ext>
              </a:extLst>
            </p:cNvPr>
            <p:cNvGraphicFramePr>
              <a:graphicFrameLocks noChangeAspect="1"/>
            </p:cNvGraphicFramePr>
            <p:nvPr/>
          </p:nvGraphicFramePr>
          <p:xfrm>
            <a:off x="2382" y="2605"/>
            <a:ext cx="370" cy="164"/>
          </p:xfrm>
          <a:graphic>
            <a:graphicData uri="http://schemas.openxmlformats.org/presentationml/2006/ole">
              <mc:AlternateContent xmlns:mc="http://schemas.openxmlformats.org/markup-compatibility/2006">
                <mc:Choice xmlns:v="urn:schemas-microsoft-com:vml" Requires="v">
                  <p:oleObj spid="_x0000_s42057" name="公式" r:id="rId15" imgW="457002" imgH="203112" progId="Equation.3">
                    <p:embed/>
                  </p:oleObj>
                </mc:Choice>
                <mc:Fallback>
                  <p:oleObj name="公式" r:id="rId15" imgW="457002" imgH="203112" progId="Equation.3">
                    <p:embed/>
                    <p:pic>
                      <p:nvPicPr>
                        <p:cNvPr id="0" name="Object 1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382" y="2605"/>
                          <a:ext cx="370" cy="1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41987" name="Text Box 28">
            <a:extLst>
              <a:ext uri="{FF2B5EF4-FFF2-40B4-BE49-F238E27FC236}">
                <a16:creationId xmlns:a16="http://schemas.microsoft.com/office/drawing/2014/main" id="{25AC80A8-BC30-43F1-872C-9D654AF8A5BA}"/>
              </a:ext>
            </a:extLst>
          </p:cNvPr>
          <p:cNvSpPr txBox="1">
            <a:spLocks noChangeArrowheads="1"/>
          </p:cNvSpPr>
          <p:nvPr/>
        </p:nvSpPr>
        <p:spPr bwMode="auto">
          <a:xfrm>
            <a:off x="457200" y="411163"/>
            <a:ext cx="2895600" cy="579437"/>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3200" b="1">
                <a:ea typeface="楷体_GB2312" pitchFamily="49" charset="-122"/>
              </a:rPr>
              <a:t>游击战争模型</a:t>
            </a:r>
          </a:p>
        </p:txBody>
      </p:sp>
      <p:graphicFrame>
        <p:nvGraphicFramePr>
          <p:cNvPr id="98306" name="Object 2">
            <a:extLst>
              <a:ext uri="{FF2B5EF4-FFF2-40B4-BE49-F238E27FC236}">
                <a16:creationId xmlns:a16="http://schemas.microsoft.com/office/drawing/2014/main" id="{E2E9AD5D-FDDE-48DE-8E57-9A9EA78FA360}"/>
              </a:ext>
            </a:extLst>
          </p:cNvPr>
          <p:cNvGraphicFramePr>
            <a:graphicFrameLocks noChangeAspect="1"/>
          </p:cNvGraphicFramePr>
          <p:nvPr/>
        </p:nvGraphicFramePr>
        <p:xfrm>
          <a:off x="457200" y="1143000"/>
          <a:ext cx="3048000" cy="1389063"/>
        </p:xfrm>
        <a:graphic>
          <a:graphicData uri="http://schemas.openxmlformats.org/presentationml/2006/ole">
            <mc:AlternateContent xmlns:mc="http://schemas.openxmlformats.org/markup-compatibility/2006">
              <mc:Choice xmlns:v="urn:schemas-microsoft-com:vml" Requires="v">
                <p:oleObj spid="_x0000_s42058" name="公式" r:id="rId17" imgW="1600200" imgH="850900" progId="Equation.3">
                  <p:embed/>
                </p:oleObj>
              </mc:Choice>
              <mc:Fallback>
                <p:oleObj name="公式" r:id="rId17" imgW="1600200" imgH="850900" progId="Equation.3">
                  <p:embed/>
                  <p:pic>
                    <p:nvPicPr>
                      <p:cNvPr id="0" name="Object 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57200" y="1143000"/>
                        <a:ext cx="3048000" cy="1389063"/>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 name="Group 43">
            <a:extLst>
              <a:ext uri="{FF2B5EF4-FFF2-40B4-BE49-F238E27FC236}">
                <a16:creationId xmlns:a16="http://schemas.microsoft.com/office/drawing/2014/main" id="{5ACD0A4D-03ED-4824-94C9-CAF3411089CD}"/>
              </a:ext>
            </a:extLst>
          </p:cNvPr>
          <p:cNvGrpSpPr>
            <a:grpSpLocks/>
          </p:cNvGrpSpPr>
          <p:nvPr/>
        </p:nvGrpSpPr>
        <p:grpSpPr bwMode="auto">
          <a:xfrm>
            <a:off x="5532438" y="1143000"/>
            <a:ext cx="2879725" cy="1031875"/>
            <a:chOff x="3485" y="720"/>
            <a:chExt cx="1814" cy="650"/>
          </a:xfrm>
        </p:grpSpPr>
        <p:graphicFrame>
          <p:nvGraphicFramePr>
            <p:cNvPr id="42000" name="Object 8">
              <a:extLst>
                <a:ext uri="{FF2B5EF4-FFF2-40B4-BE49-F238E27FC236}">
                  <a16:creationId xmlns:a16="http://schemas.microsoft.com/office/drawing/2014/main" id="{00CF7465-7C9F-4725-936C-36CA5CEBC05E}"/>
                </a:ext>
              </a:extLst>
            </p:cNvPr>
            <p:cNvGraphicFramePr>
              <a:graphicFrameLocks noChangeAspect="1"/>
            </p:cNvGraphicFramePr>
            <p:nvPr/>
          </p:nvGraphicFramePr>
          <p:xfrm>
            <a:off x="3744" y="720"/>
            <a:ext cx="1555" cy="650"/>
          </p:xfrm>
          <a:graphic>
            <a:graphicData uri="http://schemas.openxmlformats.org/presentationml/2006/ole">
              <mc:AlternateContent xmlns:mc="http://schemas.openxmlformats.org/markup-compatibility/2006">
                <mc:Choice xmlns:v="urn:schemas-microsoft-com:vml" Requires="v">
                  <p:oleObj spid="_x0000_s42059" name="公式" r:id="rId19" imgW="1016000" imgH="533400" progId="Equation.3">
                    <p:embed/>
                  </p:oleObj>
                </mc:Choice>
                <mc:Fallback>
                  <p:oleObj name="公式" r:id="rId19" imgW="1016000" imgH="533400" progId="Equation.3">
                    <p:embed/>
                    <p:pic>
                      <p:nvPicPr>
                        <p:cNvPr id="0" name="Object 8"/>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744" y="720"/>
                          <a:ext cx="1555" cy="65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2001" name="AutoShape 32">
              <a:extLst>
                <a:ext uri="{FF2B5EF4-FFF2-40B4-BE49-F238E27FC236}">
                  <a16:creationId xmlns:a16="http://schemas.microsoft.com/office/drawing/2014/main" id="{56C76515-D4C0-4DA4-9D29-38FE8C00006C}"/>
                </a:ext>
              </a:extLst>
            </p:cNvPr>
            <p:cNvSpPr>
              <a:spLocks noChangeArrowheads="1"/>
            </p:cNvSpPr>
            <p:nvPr/>
          </p:nvSpPr>
          <p:spPr bwMode="auto">
            <a:xfrm>
              <a:off x="3485" y="887"/>
              <a:ext cx="115" cy="267"/>
            </a:xfrm>
            <a:prstGeom prst="rightArrow">
              <a:avLst>
                <a:gd name="adj1" fmla="val 50000"/>
                <a:gd name="adj2" fmla="val 25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aphicFrame>
        <p:nvGraphicFramePr>
          <p:cNvPr id="98307" name="Object 3">
            <a:extLst>
              <a:ext uri="{FF2B5EF4-FFF2-40B4-BE49-F238E27FC236}">
                <a16:creationId xmlns:a16="http://schemas.microsoft.com/office/drawing/2014/main" id="{2EA7661B-B457-421A-A1EA-3EC0A260882D}"/>
              </a:ext>
            </a:extLst>
          </p:cNvPr>
          <p:cNvGraphicFramePr>
            <a:graphicFrameLocks noChangeAspect="1"/>
          </p:cNvGraphicFramePr>
          <p:nvPr/>
        </p:nvGraphicFramePr>
        <p:xfrm>
          <a:off x="4953000" y="2362200"/>
          <a:ext cx="3476625" cy="1177925"/>
        </p:xfrm>
        <a:graphic>
          <a:graphicData uri="http://schemas.openxmlformats.org/presentationml/2006/ole">
            <mc:AlternateContent xmlns:mc="http://schemas.openxmlformats.org/markup-compatibility/2006">
              <mc:Choice xmlns:v="urn:schemas-microsoft-com:vml" Requires="v">
                <p:oleObj spid="_x0000_s42060" name="公式" r:id="rId21" imgW="1662978" imgH="545863" progId="Equation.3">
                  <p:embed/>
                </p:oleObj>
              </mc:Choice>
              <mc:Fallback>
                <p:oleObj name="公式" r:id="rId21" imgW="1662978" imgH="545863" progId="Equation.3">
                  <p:embed/>
                  <p:pic>
                    <p:nvPicPr>
                      <p:cNvPr id="0" name="Object 3"/>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953000" y="2362200"/>
                        <a:ext cx="3476625" cy="1177925"/>
                      </a:xfrm>
                      <a:prstGeom prst="rect">
                        <a:avLst/>
                      </a:prstGeom>
                      <a:solidFill>
                        <a:srgbClr val="FF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 name="Group 39">
            <a:extLst>
              <a:ext uri="{FF2B5EF4-FFF2-40B4-BE49-F238E27FC236}">
                <a16:creationId xmlns:a16="http://schemas.microsoft.com/office/drawing/2014/main" id="{F93B948C-B876-4AA8-B7A2-F52889AEC7E0}"/>
              </a:ext>
            </a:extLst>
          </p:cNvPr>
          <p:cNvGrpSpPr>
            <a:grpSpLocks/>
          </p:cNvGrpSpPr>
          <p:nvPr/>
        </p:nvGrpSpPr>
        <p:grpSpPr bwMode="auto">
          <a:xfrm>
            <a:off x="4572000" y="3597275"/>
            <a:ext cx="3124200" cy="1431925"/>
            <a:chOff x="2880" y="2208"/>
            <a:chExt cx="1968" cy="902"/>
          </a:xfrm>
        </p:grpSpPr>
        <p:graphicFrame>
          <p:nvGraphicFramePr>
            <p:cNvPr id="41998" name="Object 7">
              <a:extLst>
                <a:ext uri="{FF2B5EF4-FFF2-40B4-BE49-F238E27FC236}">
                  <a16:creationId xmlns:a16="http://schemas.microsoft.com/office/drawing/2014/main" id="{2D3E0D79-17BC-41A1-8783-A3CCD97D294B}"/>
                </a:ext>
              </a:extLst>
            </p:cNvPr>
            <p:cNvGraphicFramePr>
              <a:graphicFrameLocks noChangeAspect="1"/>
            </p:cNvGraphicFramePr>
            <p:nvPr/>
          </p:nvGraphicFramePr>
          <p:xfrm>
            <a:off x="2880" y="2400"/>
            <a:ext cx="1968" cy="710"/>
          </p:xfrm>
          <a:graphic>
            <a:graphicData uri="http://schemas.openxmlformats.org/presentationml/2006/ole">
              <mc:AlternateContent xmlns:mc="http://schemas.openxmlformats.org/markup-compatibility/2006">
                <mc:Choice xmlns:v="urn:schemas-microsoft-com:vml" Requires="v">
                  <p:oleObj spid="_x0000_s42061" name="公式" r:id="rId23" imgW="1244600" imgH="533400" progId="Equation.3">
                    <p:embed/>
                  </p:oleObj>
                </mc:Choice>
                <mc:Fallback>
                  <p:oleObj name="公式" r:id="rId23" imgW="1244600" imgH="533400" progId="Equation.3">
                    <p:embed/>
                    <p:pic>
                      <p:nvPicPr>
                        <p:cNvPr id="0" name="Object 7"/>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880" y="2400"/>
                          <a:ext cx="1968" cy="710"/>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999" name="AutoShape 34">
              <a:extLst>
                <a:ext uri="{FF2B5EF4-FFF2-40B4-BE49-F238E27FC236}">
                  <a16:creationId xmlns:a16="http://schemas.microsoft.com/office/drawing/2014/main" id="{A963FA9F-F1A9-4DE8-975F-686440FC7B62}"/>
                </a:ext>
              </a:extLst>
            </p:cNvPr>
            <p:cNvSpPr>
              <a:spLocks noChangeArrowheads="1"/>
            </p:cNvSpPr>
            <p:nvPr/>
          </p:nvSpPr>
          <p:spPr bwMode="auto">
            <a:xfrm>
              <a:off x="3744" y="2208"/>
              <a:ext cx="306" cy="144"/>
            </a:xfrm>
            <a:prstGeom prst="downArrow">
              <a:avLst>
                <a:gd name="adj1" fmla="val 50000"/>
                <a:gd name="adj2" fmla="val 25000"/>
              </a:avLst>
            </a:prstGeom>
            <a:solidFill>
              <a:srgbClr val="FFFF00"/>
            </a:solidFill>
            <a:ln w="9525">
              <a:solidFill>
                <a:schemeClr val="tx1"/>
              </a:solidFill>
              <a:miter lim="800000"/>
              <a:headEnd/>
              <a:tailEnd/>
            </a:ln>
          </p:spPr>
          <p:txBody>
            <a:bodyPr vert="eaVert"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34851" name="Text Box 35">
            <a:extLst>
              <a:ext uri="{FF2B5EF4-FFF2-40B4-BE49-F238E27FC236}">
                <a16:creationId xmlns:a16="http://schemas.microsoft.com/office/drawing/2014/main" id="{C10EBE03-D3FC-4547-84EF-0B2E7E57B99D}"/>
              </a:ext>
            </a:extLst>
          </p:cNvPr>
          <p:cNvSpPr txBox="1">
            <a:spLocks noChangeArrowheads="1"/>
          </p:cNvSpPr>
          <p:nvPr/>
        </p:nvSpPr>
        <p:spPr bwMode="auto">
          <a:xfrm>
            <a:off x="7772400" y="4006850"/>
            <a:ext cx="1295400" cy="94615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b="1"/>
              <a:t>线性律 模型</a:t>
            </a:r>
          </a:p>
        </p:txBody>
      </p:sp>
      <p:graphicFrame>
        <p:nvGraphicFramePr>
          <p:cNvPr id="98308" name="Object 4">
            <a:extLst>
              <a:ext uri="{FF2B5EF4-FFF2-40B4-BE49-F238E27FC236}">
                <a16:creationId xmlns:a16="http://schemas.microsoft.com/office/drawing/2014/main" id="{BB8EDC89-2991-4929-8E03-26292BE7A8B4}"/>
              </a:ext>
            </a:extLst>
          </p:cNvPr>
          <p:cNvGraphicFramePr>
            <a:graphicFrameLocks noChangeAspect="1"/>
          </p:cNvGraphicFramePr>
          <p:nvPr/>
        </p:nvGraphicFramePr>
        <p:xfrm>
          <a:off x="5675313" y="5149850"/>
          <a:ext cx="2671762" cy="530225"/>
        </p:xfrm>
        <a:graphic>
          <a:graphicData uri="http://schemas.openxmlformats.org/presentationml/2006/ole">
            <mc:AlternateContent xmlns:mc="http://schemas.openxmlformats.org/markup-compatibility/2006">
              <mc:Choice xmlns:v="urn:schemas-microsoft-com:vml" Requires="v">
                <p:oleObj spid="_x0000_s42062" name="公式" r:id="rId25" imgW="1269449" imgH="253890" progId="Equation.3">
                  <p:embed/>
                </p:oleObj>
              </mc:Choice>
              <mc:Fallback>
                <p:oleObj name="公式" r:id="rId25" imgW="1269449" imgH="253890" progId="Equation.3">
                  <p:embed/>
                  <p:pic>
                    <p:nvPicPr>
                      <p:cNvPr id="0" name="Object 4"/>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5675313" y="5149850"/>
                        <a:ext cx="2671762" cy="530225"/>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8309" name="Object 5">
            <a:extLst>
              <a:ext uri="{FF2B5EF4-FFF2-40B4-BE49-F238E27FC236}">
                <a16:creationId xmlns:a16="http://schemas.microsoft.com/office/drawing/2014/main" id="{0B77BC63-CD5C-4036-BC7F-9C6004AA1224}"/>
              </a:ext>
            </a:extLst>
          </p:cNvPr>
          <p:cNvGraphicFramePr>
            <a:graphicFrameLocks noChangeAspect="1"/>
          </p:cNvGraphicFramePr>
          <p:nvPr/>
        </p:nvGraphicFramePr>
        <p:xfrm>
          <a:off x="5675313" y="5791200"/>
          <a:ext cx="2478087" cy="565150"/>
        </p:xfrm>
        <a:graphic>
          <a:graphicData uri="http://schemas.openxmlformats.org/presentationml/2006/ole">
            <mc:AlternateContent xmlns:mc="http://schemas.openxmlformats.org/markup-compatibility/2006">
              <mc:Choice xmlns:v="urn:schemas-microsoft-com:vml" Requires="v">
                <p:oleObj spid="_x0000_s42063" name="公式" r:id="rId27" imgW="1104900" imgH="254000" progId="Equation.3">
                  <p:embed/>
                </p:oleObj>
              </mc:Choice>
              <mc:Fallback>
                <p:oleObj name="公式" r:id="rId27" imgW="1104900" imgH="254000" progId="Equation.3">
                  <p:embed/>
                  <p:pic>
                    <p:nvPicPr>
                      <p:cNvPr id="0" name="Object 5"/>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5675313" y="5791200"/>
                        <a:ext cx="2478087" cy="565150"/>
                      </a:xfrm>
                      <a:prstGeom prst="rect">
                        <a:avLst/>
                      </a:prstGeom>
                      <a:noFill/>
                      <a:ln>
                        <a:noFill/>
                      </a:ln>
                      <a:effectLst/>
                      <a:extLst>
                        <a:ext uri="{909E8E84-426E-40DD-AFC4-6F175D3DCCD1}">
                          <a14:hiddenFill xmlns:a14="http://schemas.microsoft.com/office/drawing/2010/main">
                            <a:solidFill>
                              <a:srgbClr val="66CC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5" name="Group 42">
            <a:extLst>
              <a:ext uri="{FF2B5EF4-FFF2-40B4-BE49-F238E27FC236}">
                <a16:creationId xmlns:a16="http://schemas.microsoft.com/office/drawing/2014/main" id="{26F035EB-382E-4112-8195-AE256C2098D5}"/>
              </a:ext>
            </a:extLst>
          </p:cNvPr>
          <p:cNvGrpSpPr>
            <a:grpSpLocks/>
          </p:cNvGrpSpPr>
          <p:nvPr/>
        </p:nvGrpSpPr>
        <p:grpSpPr bwMode="auto">
          <a:xfrm>
            <a:off x="3733800" y="1219200"/>
            <a:ext cx="1508125" cy="922338"/>
            <a:chOff x="2400" y="768"/>
            <a:chExt cx="950" cy="581"/>
          </a:xfrm>
        </p:grpSpPr>
        <p:graphicFrame>
          <p:nvGraphicFramePr>
            <p:cNvPr id="41996" name="Object 6">
              <a:extLst>
                <a:ext uri="{FF2B5EF4-FFF2-40B4-BE49-F238E27FC236}">
                  <a16:creationId xmlns:a16="http://schemas.microsoft.com/office/drawing/2014/main" id="{416DDFD5-2531-460F-9281-48C7D5770542}"/>
                </a:ext>
              </a:extLst>
            </p:cNvPr>
            <p:cNvGraphicFramePr>
              <a:graphicFrameLocks noChangeAspect="1"/>
            </p:cNvGraphicFramePr>
            <p:nvPr/>
          </p:nvGraphicFramePr>
          <p:xfrm>
            <a:off x="2602" y="768"/>
            <a:ext cx="748" cy="581"/>
          </p:xfrm>
          <a:graphic>
            <a:graphicData uri="http://schemas.openxmlformats.org/presentationml/2006/ole">
              <mc:AlternateContent xmlns:mc="http://schemas.openxmlformats.org/markup-compatibility/2006">
                <mc:Choice xmlns:v="urn:schemas-microsoft-com:vml" Requires="v">
                  <p:oleObj spid="_x0000_s42064" name="Equation" r:id="rId29" imgW="482391" imgH="393529" progId="Equation.DSMT4">
                    <p:embed/>
                  </p:oleObj>
                </mc:Choice>
                <mc:Fallback>
                  <p:oleObj name="Equation" r:id="rId29" imgW="482391" imgH="393529" progId="Equation.DSMT4">
                    <p:embed/>
                    <p:pic>
                      <p:nvPicPr>
                        <p:cNvPr id="0" name="Object 6"/>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2602" y="768"/>
                          <a:ext cx="748" cy="581"/>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997" name="AutoShape 41">
              <a:extLst>
                <a:ext uri="{FF2B5EF4-FFF2-40B4-BE49-F238E27FC236}">
                  <a16:creationId xmlns:a16="http://schemas.microsoft.com/office/drawing/2014/main" id="{49C75BCB-BC77-4EA0-8706-1441E763949F}"/>
                </a:ext>
              </a:extLst>
            </p:cNvPr>
            <p:cNvSpPr>
              <a:spLocks noChangeArrowheads="1"/>
            </p:cNvSpPr>
            <p:nvPr/>
          </p:nvSpPr>
          <p:spPr bwMode="auto">
            <a:xfrm>
              <a:off x="2400" y="912"/>
              <a:ext cx="115" cy="267"/>
            </a:xfrm>
            <a:prstGeom prst="rightArrow">
              <a:avLst>
                <a:gd name="adj1" fmla="val 50000"/>
                <a:gd name="adj2" fmla="val 25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9830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4" presetClass="entr" presetSubtype="32"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box(out)">
                                      <p:cBhvr>
                                        <p:cTn id="11" dur="1000"/>
                                        <p:tgtEl>
                                          <p:spTgt spid="5"/>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4" presetClass="entr" presetSubtype="32" fill="hold"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box(out)">
                                      <p:cBhvr>
                                        <p:cTn id="16" dur="1000"/>
                                        <p:tgtEl>
                                          <p:spTgt spid="3"/>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4" presetClass="entr" presetSubtype="32"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box(out)">
                                      <p:cBhvr>
                                        <p:cTn id="21" dur="1000"/>
                                        <p:tgtEl>
                                          <p:spTgt spid="2"/>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4" presetClass="entr" presetSubtype="32" fill="hold" nodeType="clickEffect">
                                  <p:stCondLst>
                                    <p:cond delay="0"/>
                                  </p:stCondLst>
                                  <p:childTnLst>
                                    <p:set>
                                      <p:cBhvr>
                                        <p:cTn id="25" dur="1" fill="hold">
                                          <p:stCondLst>
                                            <p:cond delay="0"/>
                                          </p:stCondLst>
                                        </p:cTn>
                                        <p:tgtEl>
                                          <p:spTgt spid="98307"/>
                                        </p:tgtEl>
                                        <p:attrNameLst>
                                          <p:attrName>style.visibility</p:attrName>
                                        </p:attrNameLst>
                                      </p:cBhvr>
                                      <p:to>
                                        <p:strVal val="visible"/>
                                      </p:to>
                                    </p:set>
                                    <p:animEffect transition="in" filter="box(out)">
                                      <p:cBhvr>
                                        <p:cTn id="26" dur="1000"/>
                                        <p:tgtEl>
                                          <p:spTgt spid="98307"/>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5" presetClass="entr" presetSubtype="10"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checkerboard(across)">
                                      <p:cBhvr>
                                        <p:cTn id="31" dur="1000"/>
                                        <p:tgtEl>
                                          <p:spTgt spid="4"/>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 presetClass="entr" presetSubtype="2" fill="hold" grpId="0" nodeType="clickEffect">
                                  <p:stCondLst>
                                    <p:cond delay="0"/>
                                  </p:stCondLst>
                                  <p:childTnLst>
                                    <p:set>
                                      <p:cBhvr>
                                        <p:cTn id="35" dur="1" fill="hold">
                                          <p:stCondLst>
                                            <p:cond delay="0"/>
                                          </p:stCondLst>
                                        </p:cTn>
                                        <p:tgtEl>
                                          <p:spTgt spid="34851"/>
                                        </p:tgtEl>
                                        <p:attrNameLst>
                                          <p:attrName>style.visibility</p:attrName>
                                        </p:attrNameLst>
                                      </p:cBhvr>
                                      <p:to>
                                        <p:strVal val="visible"/>
                                      </p:to>
                                    </p:set>
                                    <p:anim calcmode="lin" valueType="num">
                                      <p:cBhvr additive="base">
                                        <p:cTn id="36" dur="1000" fill="hold"/>
                                        <p:tgtEl>
                                          <p:spTgt spid="34851"/>
                                        </p:tgtEl>
                                        <p:attrNameLst>
                                          <p:attrName>ppt_x</p:attrName>
                                        </p:attrNameLst>
                                      </p:cBhvr>
                                      <p:tavLst>
                                        <p:tav tm="0">
                                          <p:val>
                                            <p:strVal val="1+#ppt_w/2"/>
                                          </p:val>
                                        </p:tav>
                                        <p:tav tm="100000">
                                          <p:val>
                                            <p:strVal val="#ppt_x"/>
                                          </p:val>
                                        </p:tav>
                                      </p:tavLst>
                                    </p:anim>
                                    <p:anim calcmode="lin" valueType="num">
                                      <p:cBhvr additive="base">
                                        <p:cTn id="37" dur="1000" fill="hold"/>
                                        <p:tgtEl>
                                          <p:spTgt spid="34851"/>
                                        </p:tgtEl>
                                        <p:attrNameLst>
                                          <p:attrName>ppt_y</p:attrName>
                                        </p:attrNameLst>
                                      </p:cBhvr>
                                      <p:tavLst>
                                        <p:tav tm="0">
                                          <p:val>
                                            <p:strVal val="#ppt_y"/>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5" presetClass="entr" presetSubtype="10" fill="hold" nodeType="clickEffect">
                                  <p:stCondLst>
                                    <p:cond delay="0"/>
                                  </p:stCondLst>
                                  <p:childTnLst>
                                    <p:set>
                                      <p:cBhvr>
                                        <p:cTn id="41" dur="1" fill="hold">
                                          <p:stCondLst>
                                            <p:cond delay="0"/>
                                          </p:stCondLst>
                                        </p:cTn>
                                        <p:tgtEl>
                                          <p:spTgt spid="98308"/>
                                        </p:tgtEl>
                                        <p:attrNameLst>
                                          <p:attrName>style.visibility</p:attrName>
                                        </p:attrNameLst>
                                      </p:cBhvr>
                                      <p:to>
                                        <p:strVal val="visible"/>
                                      </p:to>
                                    </p:set>
                                    <p:animEffect transition="in" filter="checkerboard(across)">
                                      <p:cBhvr>
                                        <p:cTn id="42" dur="1000"/>
                                        <p:tgtEl>
                                          <p:spTgt spid="98308"/>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5" fill="hold" nodeType="clickEffect">
                                  <p:stCondLst>
                                    <p:cond delay="0"/>
                                  </p:stCondLst>
                                  <p:childTnLst>
                                    <p:set>
                                      <p:cBhvr>
                                        <p:cTn id="46" dur="1" fill="hold">
                                          <p:stCondLst>
                                            <p:cond delay="0"/>
                                          </p:stCondLst>
                                        </p:cTn>
                                        <p:tgtEl>
                                          <p:spTgt spid="98309"/>
                                        </p:tgtEl>
                                        <p:attrNameLst>
                                          <p:attrName>style.visibility</p:attrName>
                                        </p:attrNameLst>
                                      </p:cBhvr>
                                      <p:to>
                                        <p:strVal val="visible"/>
                                      </p:to>
                                    </p:set>
                                    <p:animEffect transition="in" filter="blinds(vertical)">
                                      <p:cBhvr>
                                        <p:cTn id="47" dur="1000"/>
                                        <p:tgtEl>
                                          <p:spTgt spid="983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51" grpId="0" animBg="1"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2" name="Group 25">
            <a:extLst>
              <a:ext uri="{FF2B5EF4-FFF2-40B4-BE49-F238E27FC236}">
                <a16:creationId xmlns:a16="http://schemas.microsoft.com/office/drawing/2014/main" id="{909409F0-3F82-4E05-BC62-CB43596F4850}"/>
              </a:ext>
            </a:extLst>
          </p:cNvPr>
          <p:cNvGrpSpPr>
            <a:grpSpLocks/>
          </p:cNvGrpSpPr>
          <p:nvPr/>
        </p:nvGrpSpPr>
        <p:grpSpPr bwMode="auto">
          <a:xfrm>
            <a:off x="76200" y="2971800"/>
            <a:ext cx="4379913" cy="3429000"/>
            <a:chOff x="409" y="2064"/>
            <a:chExt cx="2759" cy="2160"/>
          </a:xfrm>
        </p:grpSpPr>
        <p:sp>
          <p:nvSpPr>
            <p:cNvPr id="43029" name="Line 4">
              <a:extLst>
                <a:ext uri="{FF2B5EF4-FFF2-40B4-BE49-F238E27FC236}">
                  <a16:creationId xmlns:a16="http://schemas.microsoft.com/office/drawing/2014/main" id="{0E4DCD60-00B6-4606-B312-BD27B1EB7587}"/>
                </a:ext>
              </a:extLst>
            </p:cNvPr>
            <p:cNvSpPr>
              <a:spLocks noChangeShapeType="1"/>
            </p:cNvSpPr>
            <p:nvPr/>
          </p:nvSpPr>
          <p:spPr bwMode="auto">
            <a:xfrm>
              <a:off x="720" y="3936"/>
              <a:ext cx="201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30" name="Line 5">
              <a:extLst>
                <a:ext uri="{FF2B5EF4-FFF2-40B4-BE49-F238E27FC236}">
                  <a16:creationId xmlns:a16="http://schemas.microsoft.com/office/drawing/2014/main" id="{FEA6D5E1-DB87-4337-BD85-9388ACB30051}"/>
                </a:ext>
              </a:extLst>
            </p:cNvPr>
            <p:cNvSpPr>
              <a:spLocks noChangeShapeType="1"/>
            </p:cNvSpPr>
            <p:nvPr/>
          </p:nvSpPr>
          <p:spPr bwMode="auto">
            <a:xfrm flipV="1">
              <a:off x="720" y="2064"/>
              <a:ext cx="0" cy="187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31" name="Arc 6">
              <a:extLst>
                <a:ext uri="{FF2B5EF4-FFF2-40B4-BE49-F238E27FC236}">
                  <a16:creationId xmlns:a16="http://schemas.microsoft.com/office/drawing/2014/main" id="{AAA551E4-3A1B-478E-B157-34A50D43DCA5}"/>
                </a:ext>
              </a:extLst>
            </p:cNvPr>
            <p:cNvSpPr>
              <a:spLocks/>
            </p:cNvSpPr>
            <p:nvPr/>
          </p:nvSpPr>
          <p:spPr bwMode="auto">
            <a:xfrm rot="20884877" flipH="1">
              <a:off x="670" y="3198"/>
              <a:ext cx="1518" cy="624"/>
            </a:xfrm>
            <a:custGeom>
              <a:avLst/>
              <a:gdLst>
                <a:gd name="T0" fmla="*/ 0 w 24404"/>
                <a:gd name="T1" fmla="*/ 0 h 21600"/>
                <a:gd name="T2" fmla="*/ 6 w 24404"/>
                <a:gd name="T3" fmla="*/ 1 h 21600"/>
                <a:gd name="T4" fmla="*/ 1 w 24404"/>
                <a:gd name="T5" fmla="*/ 1 h 21600"/>
                <a:gd name="T6" fmla="*/ 0 60000 65536"/>
                <a:gd name="T7" fmla="*/ 0 60000 65536"/>
                <a:gd name="T8" fmla="*/ 0 60000 65536"/>
                <a:gd name="T9" fmla="*/ 0 w 24404"/>
                <a:gd name="T10" fmla="*/ 0 h 21600"/>
                <a:gd name="T11" fmla="*/ 24404 w 24404"/>
                <a:gd name="T12" fmla="*/ 21600 h 21600"/>
              </a:gdLst>
              <a:ahLst/>
              <a:cxnLst>
                <a:cxn ang="T6">
                  <a:pos x="T0" y="T1"/>
                </a:cxn>
                <a:cxn ang="T7">
                  <a:pos x="T2" y="T3"/>
                </a:cxn>
                <a:cxn ang="T8">
                  <a:pos x="T4" y="T5"/>
                </a:cxn>
              </a:cxnLst>
              <a:rect l="T9" t="T10" r="T11" b="T12"/>
              <a:pathLst>
                <a:path w="24404" h="21600" fill="none" extrusionOk="0">
                  <a:moveTo>
                    <a:pt x="-1" y="182"/>
                  </a:moveTo>
                  <a:cubicBezTo>
                    <a:pt x="929" y="61"/>
                    <a:pt x="1866" y="-1"/>
                    <a:pt x="2804" y="0"/>
                  </a:cubicBezTo>
                  <a:cubicBezTo>
                    <a:pt x="14733" y="0"/>
                    <a:pt x="24404" y="9670"/>
                    <a:pt x="24404" y="21600"/>
                  </a:cubicBezTo>
                </a:path>
                <a:path w="24404" h="21600" stroke="0" extrusionOk="0">
                  <a:moveTo>
                    <a:pt x="-1" y="182"/>
                  </a:moveTo>
                  <a:cubicBezTo>
                    <a:pt x="929" y="61"/>
                    <a:pt x="1866" y="-1"/>
                    <a:pt x="2804" y="0"/>
                  </a:cubicBezTo>
                  <a:cubicBezTo>
                    <a:pt x="14733" y="0"/>
                    <a:pt x="24404" y="9670"/>
                    <a:pt x="24404" y="21600"/>
                  </a:cubicBezTo>
                  <a:lnTo>
                    <a:pt x="2804" y="21600"/>
                  </a:lnTo>
                  <a:lnTo>
                    <a:pt x="-1" y="182"/>
                  </a:lnTo>
                  <a:close/>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3032" name="Arc 8">
              <a:extLst>
                <a:ext uri="{FF2B5EF4-FFF2-40B4-BE49-F238E27FC236}">
                  <a16:creationId xmlns:a16="http://schemas.microsoft.com/office/drawing/2014/main" id="{A17BFA4F-BD8F-40B4-8E82-A1B6D425EC47}"/>
                </a:ext>
              </a:extLst>
            </p:cNvPr>
            <p:cNvSpPr>
              <a:spLocks/>
            </p:cNvSpPr>
            <p:nvPr/>
          </p:nvSpPr>
          <p:spPr bwMode="auto">
            <a:xfrm rot="20884877" flipH="1">
              <a:off x="672" y="2928"/>
              <a:ext cx="1232" cy="624"/>
            </a:xfrm>
            <a:custGeom>
              <a:avLst/>
              <a:gdLst>
                <a:gd name="T0" fmla="*/ 0 w 19789"/>
                <a:gd name="T1" fmla="*/ 0 h 21590"/>
                <a:gd name="T2" fmla="*/ 5 w 19789"/>
                <a:gd name="T3" fmla="*/ 0 h 21590"/>
                <a:gd name="T4" fmla="*/ 0 w 19789"/>
                <a:gd name="T5" fmla="*/ 1 h 21590"/>
                <a:gd name="T6" fmla="*/ 0 60000 65536"/>
                <a:gd name="T7" fmla="*/ 0 60000 65536"/>
                <a:gd name="T8" fmla="*/ 0 60000 65536"/>
                <a:gd name="T9" fmla="*/ 0 w 19789"/>
                <a:gd name="T10" fmla="*/ 0 h 21590"/>
                <a:gd name="T11" fmla="*/ 19789 w 19789"/>
                <a:gd name="T12" fmla="*/ 21590 h 21590"/>
              </a:gdLst>
              <a:ahLst/>
              <a:cxnLst>
                <a:cxn ang="T6">
                  <a:pos x="T0" y="T1"/>
                </a:cxn>
                <a:cxn ang="T7">
                  <a:pos x="T2" y="T3"/>
                </a:cxn>
                <a:cxn ang="T8">
                  <a:pos x="T4" y="T5"/>
                </a:cxn>
              </a:cxnLst>
              <a:rect l="T9" t="T10" r="T11" b="T12"/>
              <a:pathLst>
                <a:path w="19789" h="21590" fill="none" extrusionOk="0">
                  <a:moveTo>
                    <a:pt x="656" y="-1"/>
                  </a:moveTo>
                  <a:cubicBezTo>
                    <a:pt x="8996" y="253"/>
                    <a:pt x="16444" y="5288"/>
                    <a:pt x="19789" y="12932"/>
                  </a:cubicBezTo>
                </a:path>
                <a:path w="19789" h="21590" stroke="0" extrusionOk="0">
                  <a:moveTo>
                    <a:pt x="656" y="-1"/>
                  </a:moveTo>
                  <a:cubicBezTo>
                    <a:pt x="8996" y="253"/>
                    <a:pt x="16444" y="5288"/>
                    <a:pt x="19789" y="12932"/>
                  </a:cubicBezTo>
                  <a:lnTo>
                    <a:pt x="0" y="21590"/>
                  </a:lnTo>
                  <a:lnTo>
                    <a:pt x="656" y="-1"/>
                  </a:lnTo>
                  <a:close/>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3033" name="Arc 9">
              <a:extLst>
                <a:ext uri="{FF2B5EF4-FFF2-40B4-BE49-F238E27FC236}">
                  <a16:creationId xmlns:a16="http://schemas.microsoft.com/office/drawing/2014/main" id="{82D6C5D5-C35C-4B48-8249-CF1CAA5F2638}"/>
                </a:ext>
              </a:extLst>
            </p:cNvPr>
            <p:cNvSpPr>
              <a:spLocks/>
            </p:cNvSpPr>
            <p:nvPr/>
          </p:nvSpPr>
          <p:spPr bwMode="auto">
            <a:xfrm rot="20884877" flipH="1">
              <a:off x="721" y="2691"/>
              <a:ext cx="968" cy="621"/>
            </a:xfrm>
            <a:custGeom>
              <a:avLst/>
              <a:gdLst>
                <a:gd name="T0" fmla="*/ 0 w 15558"/>
                <a:gd name="T1" fmla="*/ 0 h 21523"/>
                <a:gd name="T2" fmla="*/ 4 w 15558"/>
                <a:gd name="T3" fmla="*/ 0 h 21523"/>
                <a:gd name="T4" fmla="*/ 0 w 15558"/>
                <a:gd name="T5" fmla="*/ 1 h 21523"/>
                <a:gd name="T6" fmla="*/ 0 60000 65536"/>
                <a:gd name="T7" fmla="*/ 0 60000 65536"/>
                <a:gd name="T8" fmla="*/ 0 60000 65536"/>
                <a:gd name="T9" fmla="*/ 0 w 15558"/>
                <a:gd name="T10" fmla="*/ 0 h 21523"/>
                <a:gd name="T11" fmla="*/ 15558 w 15558"/>
                <a:gd name="T12" fmla="*/ 21523 h 21523"/>
              </a:gdLst>
              <a:ahLst/>
              <a:cxnLst>
                <a:cxn ang="T6">
                  <a:pos x="T0" y="T1"/>
                </a:cxn>
                <a:cxn ang="T7">
                  <a:pos x="T2" y="T3"/>
                </a:cxn>
                <a:cxn ang="T8">
                  <a:pos x="T4" y="T5"/>
                </a:cxn>
              </a:cxnLst>
              <a:rect l="T9" t="T10" r="T11" b="T12"/>
              <a:pathLst>
                <a:path w="15558" h="21523" fill="none" extrusionOk="0">
                  <a:moveTo>
                    <a:pt x="1820" y="-1"/>
                  </a:moveTo>
                  <a:cubicBezTo>
                    <a:pt x="7041" y="441"/>
                    <a:pt x="11923" y="2765"/>
                    <a:pt x="15558" y="6539"/>
                  </a:cubicBezTo>
                </a:path>
                <a:path w="15558" h="21523" stroke="0" extrusionOk="0">
                  <a:moveTo>
                    <a:pt x="1820" y="-1"/>
                  </a:moveTo>
                  <a:cubicBezTo>
                    <a:pt x="7041" y="441"/>
                    <a:pt x="11923" y="2765"/>
                    <a:pt x="15558" y="6539"/>
                  </a:cubicBezTo>
                  <a:lnTo>
                    <a:pt x="0" y="21523"/>
                  </a:lnTo>
                  <a:lnTo>
                    <a:pt x="1820" y="-1"/>
                  </a:lnTo>
                  <a:close/>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3034" name="Arc 12">
              <a:extLst>
                <a:ext uri="{FF2B5EF4-FFF2-40B4-BE49-F238E27FC236}">
                  <a16:creationId xmlns:a16="http://schemas.microsoft.com/office/drawing/2014/main" id="{1D88C562-BF31-4208-B3B7-552BDC65D440}"/>
                </a:ext>
              </a:extLst>
            </p:cNvPr>
            <p:cNvSpPr>
              <a:spLocks/>
            </p:cNvSpPr>
            <p:nvPr/>
          </p:nvSpPr>
          <p:spPr bwMode="auto">
            <a:xfrm rot="20524286" flipH="1">
              <a:off x="1680" y="3408"/>
              <a:ext cx="960" cy="413"/>
            </a:xfrm>
            <a:custGeom>
              <a:avLst/>
              <a:gdLst>
                <a:gd name="T0" fmla="*/ 1 w 21600"/>
                <a:gd name="T1" fmla="*/ 0 h 20697"/>
                <a:gd name="T2" fmla="*/ 2 w 21600"/>
                <a:gd name="T3" fmla="*/ 0 h 20697"/>
                <a:gd name="T4" fmla="*/ 0 w 21600"/>
                <a:gd name="T5" fmla="*/ 0 h 20697"/>
                <a:gd name="T6" fmla="*/ 0 60000 65536"/>
                <a:gd name="T7" fmla="*/ 0 60000 65536"/>
                <a:gd name="T8" fmla="*/ 0 60000 65536"/>
                <a:gd name="T9" fmla="*/ 0 w 21600"/>
                <a:gd name="T10" fmla="*/ 0 h 20697"/>
                <a:gd name="T11" fmla="*/ 21600 w 21600"/>
                <a:gd name="T12" fmla="*/ 20697 h 20697"/>
              </a:gdLst>
              <a:ahLst/>
              <a:cxnLst>
                <a:cxn ang="T6">
                  <a:pos x="T0" y="T1"/>
                </a:cxn>
                <a:cxn ang="T7">
                  <a:pos x="T2" y="T3"/>
                </a:cxn>
                <a:cxn ang="T8">
                  <a:pos x="T4" y="T5"/>
                </a:cxn>
              </a:cxnLst>
              <a:rect l="T9" t="T10" r="T11" b="T12"/>
              <a:pathLst>
                <a:path w="21600" h="20697" fill="none" extrusionOk="0">
                  <a:moveTo>
                    <a:pt x="6179" y="-1"/>
                  </a:moveTo>
                  <a:cubicBezTo>
                    <a:pt x="15329" y="2731"/>
                    <a:pt x="21600" y="11147"/>
                    <a:pt x="21600" y="20697"/>
                  </a:cubicBezTo>
                </a:path>
                <a:path w="21600" h="20697" stroke="0" extrusionOk="0">
                  <a:moveTo>
                    <a:pt x="6179" y="-1"/>
                  </a:moveTo>
                  <a:cubicBezTo>
                    <a:pt x="15329" y="2731"/>
                    <a:pt x="21600" y="11147"/>
                    <a:pt x="21600" y="20697"/>
                  </a:cubicBezTo>
                  <a:lnTo>
                    <a:pt x="0" y="20697"/>
                  </a:lnTo>
                  <a:lnTo>
                    <a:pt x="6179" y="-1"/>
                  </a:lnTo>
                  <a:close/>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3035" name="Arc 13">
              <a:extLst>
                <a:ext uri="{FF2B5EF4-FFF2-40B4-BE49-F238E27FC236}">
                  <a16:creationId xmlns:a16="http://schemas.microsoft.com/office/drawing/2014/main" id="{EC31EB88-AE28-475D-B3E6-42B462E13FFF}"/>
                </a:ext>
              </a:extLst>
            </p:cNvPr>
            <p:cNvSpPr>
              <a:spLocks/>
            </p:cNvSpPr>
            <p:nvPr/>
          </p:nvSpPr>
          <p:spPr bwMode="auto">
            <a:xfrm rot="20264466" flipH="1">
              <a:off x="1129" y="3451"/>
              <a:ext cx="934" cy="431"/>
            </a:xfrm>
            <a:custGeom>
              <a:avLst/>
              <a:gdLst>
                <a:gd name="T0" fmla="*/ 0 w 21019"/>
                <a:gd name="T1" fmla="*/ 0 h 21570"/>
                <a:gd name="T2" fmla="*/ 2 w 21019"/>
                <a:gd name="T3" fmla="*/ 0 h 21570"/>
                <a:gd name="T4" fmla="*/ 0 w 21019"/>
                <a:gd name="T5" fmla="*/ 0 h 21570"/>
                <a:gd name="T6" fmla="*/ 0 60000 65536"/>
                <a:gd name="T7" fmla="*/ 0 60000 65536"/>
                <a:gd name="T8" fmla="*/ 0 60000 65536"/>
                <a:gd name="T9" fmla="*/ 0 w 21019"/>
                <a:gd name="T10" fmla="*/ 0 h 21570"/>
                <a:gd name="T11" fmla="*/ 21019 w 21019"/>
                <a:gd name="T12" fmla="*/ 21570 h 21570"/>
              </a:gdLst>
              <a:ahLst/>
              <a:cxnLst>
                <a:cxn ang="T6">
                  <a:pos x="T0" y="T1"/>
                </a:cxn>
                <a:cxn ang="T7">
                  <a:pos x="T2" y="T3"/>
                </a:cxn>
                <a:cxn ang="T8">
                  <a:pos x="T4" y="T5"/>
                </a:cxn>
              </a:cxnLst>
              <a:rect l="T9" t="T10" r="T11" b="T12"/>
              <a:pathLst>
                <a:path w="21019" h="21570" fill="none" extrusionOk="0">
                  <a:moveTo>
                    <a:pt x="1140" y="0"/>
                  </a:moveTo>
                  <a:cubicBezTo>
                    <a:pt x="10715" y="506"/>
                    <a:pt x="18809" y="7263"/>
                    <a:pt x="21018" y="16593"/>
                  </a:cubicBezTo>
                </a:path>
                <a:path w="21019" h="21570" stroke="0" extrusionOk="0">
                  <a:moveTo>
                    <a:pt x="1140" y="0"/>
                  </a:moveTo>
                  <a:cubicBezTo>
                    <a:pt x="10715" y="506"/>
                    <a:pt x="18809" y="7263"/>
                    <a:pt x="21018" y="16593"/>
                  </a:cubicBezTo>
                  <a:lnTo>
                    <a:pt x="0" y="21570"/>
                  </a:lnTo>
                  <a:lnTo>
                    <a:pt x="1140" y="0"/>
                  </a:lnTo>
                  <a:close/>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3036" name="Line 14">
              <a:extLst>
                <a:ext uri="{FF2B5EF4-FFF2-40B4-BE49-F238E27FC236}">
                  <a16:creationId xmlns:a16="http://schemas.microsoft.com/office/drawing/2014/main" id="{5B5B0A5F-1B17-4BC9-82BF-26767AE009B1}"/>
                </a:ext>
              </a:extLst>
            </p:cNvPr>
            <p:cNvSpPr>
              <a:spLocks noChangeShapeType="1"/>
            </p:cNvSpPr>
            <p:nvPr/>
          </p:nvSpPr>
          <p:spPr bwMode="auto">
            <a:xfrm flipH="1">
              <a:off x="1920" y="3456"/>
              <a:ext cx="192" cy="144"/>
            </a:xfrm>
            <a:prstGeom prst="line">
              <a:avLst/>
            </a:prstGeom>
            <a:noFill/>
            <a:ln w="38100">
              <a:solidFill>
                <a:schemeClr val="tx1"/>
              </a:solidFill>
              <a:round/>
              <a:headEnd/>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37" name="Line 15">
              <a:extLst>
                <a:ext uri="{FF2B5EF4-FFF2-40B4-BE49-F238E27FC236}">
                  <a16:creationId xmlns:a16="http://schemas.microsoft.com/office/drawing/2014/main" id="{75F5651E-BC5D-4B47-A7FC-7DA205578CED}"/>
                </a:ext>
              </a:extLst>
            </p:cNvPr>
            <p:cNvSpPr>
              <a:spLocks noChangeShapeType="1"/>
            </p:cNvSpPr>
            <p:nvPr/>
          </p:nvSpPr>
          <p:spPr bwMode="auto">
            <a:xfrm flipH="1">
              <a:off x="1296" y="2880"/>
              <a:ext cx="240" cy="96"/>
            </a:xfrm>
            <a:prstGeom prst="line">
              <a:avLst/>
            </a:prstGeom>
            <a:noFill/>
            <a:ln w="38100">
              <a:solidFill>
                <a:schemeClr val="tx1"/>
              </a:solidFill>
              <a:round/>
              <a:headEnd/>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38" name="Line 16">
              <a:extLst>
                <a:ext uri="{FF2B5EF4-FFF2-40B4-BE49-F238E27FC236}">
                  <a16:creationId xmlns:a16="http://schemas.microsoft.com/office/drawing/2014/main" id="{3E5E2835-4F1C-4DDE-A7DD-C0D678E663AC}"/>
                </a:ext>
              </a:extLst>
            </p:cNvPr>
            <p:cNvSpPr>
              <a:spLocks noChangeShapeType="1"/>
            </p:cNvSpPr>
            <p:nvPr/>
          </p:nvSpPr>
          <p:spPr bwMode="auto">
            <a:xfrm flipH="1">
              <a:off x="1392" y="3168"/>
              <a:ext cx="288" cy="96"/>
            </a:xfrm>
            <a:prstGeom prst="line">
              <a:avLst/>
            </a:prstGeom>
            <a:noFill/>
            <a:ln w="38100">
              <a:solidFill>
                <a:schemeClr val="tx1"/>
              </a:solidFill>
              <a:round/>
              <a:headEnd/>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39" name="Line 17">
              <a:extLst>
                <a:ext uri="{FF2B5EF4-FFF2-40B4-BE49-F238E27FC236}">
                  <a16:creationId xmlns:a16="http://schemas.microsoft.com/office/drawing/2014/main" id="{71B3F748-BEFC-419F-9944-D67E37D68FE7}"/>
                </a:ext>
              </a:extLst>
            </p:cNvPr>
            <p:cNvSpPr>
              <a:spLocks noChangeShapeType="1"/>
            </p:cNvSpPr>
            <p:nvPr/>
          </p:nvSpPr>
          <p:spPr bwMode="auto">
            <a:xfrm flipH="1">
              <a:off x="1536" y="3360"/>
              <a:ext cx="240" cy="144"/>
            </a:xfrm>
            <a:prstGeom prst="line">
              <a:avLst/>
            </a:prstGeom>
            <a:noFill/>
            <a:ln w="38100">
              <a:solidFill>
                <a:schemeClr val="tx1"/>
              </a:solidFill>
              <a:round/>
              <a:headEnd/>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40" name="Line 18">
              <a:extLst>
                <a:ext uri="{FF2B5EF4-FFF2-40B4-BE49-F238E27FC236}">
                  <a16:creationId xmlns:a16="http://schemas.microsoft.com/office/drawing/2014/main" id="{9DF2F6AB-D156-407C-B417-82E2CCC2A645}"/>
                </a:ext>
              </a:extLst>
            </p:cNvPr>
            <p:cNvSpPr>
              <a:spLocks noChangeShapeType="1"/>
            </p:cNvSpPr>
            <p:nvPr/>
          </p:nvSpPr>
          <p:spPr bwMode="auto">
            <a:xfrm flipH="1">
              <a:off x="1056" y="2688"/>
              <a:ext cx="192" cy="96"/>
            </a:xfrm>
            <a:prstGeom prst="line">
              <a:avLst/>
            </a:prstGeom>
            <a:noFill/>
            <a:ln w="38100">
              <a:solidFill>
                <a:schemeClr val="tx1"/>
              </a:solidFill>
              <a:round/>
              <a:headEnd/>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43041" name="Object 8">
              <a:extLst>
                <a:ext uri="{FF2B5EF4-FFF2-40B4-BE49-F238E27FC236}">
                  <a16:creationId xmlns:a16="http://schemas.microsoft.com/office/drawing/2014/main" id="{6F929E57-F899-43C5-BAB4-C627DF46694F}"/>
                </a:ext>
              </a:extLst>
            </p:cNvPr>
            <p:cNvGraphicFramePr>
              <a:graphicFrameLocks noChangeAspect="1"/>
            </p:cNvGraphicFramePr>
            <p:nvPr/>
          </p:nvGraphicFramePr>
          <p:xfrm>
            <a:off x="409" y="2064"/>
            <a:ext cx="311" cy="219"/>
          </p:xfrm>
          <a:graphic>
            <a:graphicData uri="http://schemas.openxmlformats.org/presentationml/2006/ole">
              <mc:AlternateContent xmlns:mc="http://schemas.openxmlformats.org/markup-compatibility/2006">
                <mc:Choice xmlns:v="urn:schemas-microsoft-com:vml" Requires="v">
                  <p:oleObj spid="_x0000_s43070" name="公式" r:id="rId3" imgW="342751" imgH="241195" progId="Equation.3">
                    <p:embed/>
                  </p:oleObj>
                </mc:Choice>
                <mc:Fallback>
                  <p:oleObj name="公式" r:id="rId3" imgW="342751" imgH="241195" progId="Equation.3">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9" y="2064"/>
                          <a:ext cx="311" cy="2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042" name="Object 9">
              <a:extLst>
                <a:ext uri="{FF2B5EF4-FFF2-40B4-BE49-F238E27FC236}">
                  <a16:creationId xmlns:a16="http://schemas.microsoft.com/office/drawing/2014/main" id="{4A28AFDB-A119-4343-83C8-8137F96A5961}"/>
                </a:ext>
              </a:extLst>
            </p:cNvPr>
            <p:cNvGraphicFramePr>
              <a:graphicFrameLocks noChangeAspect="1"/>
            </p:cNvGraphicFramePr>
            <p:nvPr/>
          </p:nvGraphicFramePr>
          <p:xfrm>
            <a:off x="2448" y="3988"/>
            <a:ext cx="336" cy="236"/>
          </p:xfrm>
          <a:graphic>
            <a:graphicData uri="http://schemas.openxmlformats.org/presentationml/2006/ole">
              <mc:AlternateContent xmlns:mc="http://schemas.openxmlformats.org/markup-compatibility/2006">
                <mc:Choice xmlns:v="urn:schemas-microsoft-com:vml" Requires="v">
                  <p:oleObj spid="_x0000_s43071" name="公式" r:id="rId5" imgW="342751" imgH="241195" progId="Equation.3">
                    <p:embed/>
                  </p:oleObj>
                </mc:Choice>
                <mc:Fallback>
                  <p:oleObj name="公式" r:id="rId5" imgW="342751" imgH="241195" progId="Equation.3">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48" y="3988"/>
                          <a:ext cx="336"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3043" name="Text Box 21">
              <a:extLst>
                <a:ext uri="{FF2B5EF4-FFF2-40B4-BE49-F238E27FC236}">
                  <a16:creationId xmlns:a16="http://schemas.microsoft.com/office/drawing/2014/main" id="{12F34221-A857-45EA-89EF-50547347BE1C}"/>
                </a:ext>
              </a:extLst>
            </p:cNvPr>
            <p:cNvSpPr txBox="1">
              <a:spLocks noChangeArrowheads="1"/>
            </p:cNvSpPr>
            <p:nvPr/>
          </p:nvSpPr>
          <p:spPr bwMode="auto">
            <a:xfrm>
              <a:off x="576" y="3888"/>
              <a:ext cx="2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i="1"/>
                <a:t>O</a:t>
              </a:r>
            </a:p>
          </p:txBody>
        </p:sp>
        <p:graphicFrame>
          <p:nvGraphicFramePr>
            <p:cNvPr id="43044" name="Object 10">
              <a:extLst>
                <a:ext uri="{FF2B5EF4-FFF2-40B4-BE49-F238E27FC236}">
                  <a16:creationId xmlns:a16="http://schemas.microsoft.com/office/drawing/2014/main" id="{093D943F-7FD5-4996-B537-66C45C3F1D43}"/>
                </a:ext>
              </a:extLst>
            </p:cNvPr>
            <p:cNvGraphicFramePr>
              <a:graphicFrameLocks noChangeAspect="1"/>
            </p:cNvGraphicFramePr>
            <p:nvPr/>
          </p:nvGraphicFramePr>
          <p:xfrm>
            <a:off x="1500" y="2453"/>
            <a:ext cx="804" cy="187"/>
          </p:xfrm>
          <a:graphic>
            <a:graphicData uri="http://schemas.openxmlformats.org/presentationml/2006/ole">
              <mc:AlternateContent xmlns:mc="http://schemas.openxmlformats.org/markup-compatibility/2006">
                <mc:Choice xmlns:v="urn:schemas-microsoft-com:vml" Requires="v">
                  <p:oleObj spid="_x0000_s43072" name="公式" r:id="rId7" imgW="1028254" imgH="241195" progId="Equation.3">
                    <p:embed/>
                  </p:oleObj>
                </mc:Choice>
                <mc:Fallback>
                  <p:oleObj name="公式" r:id="rId7" imgW="1028254" imgH="241195" progId="Equation.3">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00" y="2453"/>
                          <a:ext cx="804" cy="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045" name="Object 11">
              <a:extLst>
                <a:ext uri="{FF2B5EF4-FFF2-40B4-BE49-F238E27FC236}">
                  <a16:creationId xmlns:a16="http://schemas.microsoft.com/office/drawing/2014/main" id="{0681F858-0919-41E0-9565-7EBFC05D35F0}"/>
                </a:ext>
              </a:extLst>
            </p:cNvPr>
            <p:cNvGraphicFramePr>
              <a:graphicFrameLocks noChangeAspect="1"/>
            </p:cNvGraphicFramePr>
            <p:nvPr/>
          </p:nvGraphicFramePr>
          <p:xfrm>
            <a:off x="2160" y="2928"/>
            <a:ext cx="704" cy="196"/>
          </p:xfrm>
          <a:graphic>
            <a:graphicData uri="http://schemas.openxmlformats.org/presentationml/2006/ole">
              <mc:AlternateContent xmlns:mc="http://schemas.openxmlformats.org/markup-compatibility/2006">
                <mc:Choice xmlns:v="urn:schemas-microsoft-com:vml" Requires="v">
                  <p:oleObj spid="_x0000_s43073" name="公式" r:id="rId9" imgW="863225" imgH="241195" progId="Equation.3">
                    <p:embed/>
                  </p:oleObj>
                </mc:Choice>
                <mc:Fallback>
                  <p:oleObj name="公式" r:id="rId9" imgW="863225" imgH="241195" progId="Equation.3">
                    <p:embed/>
                    <p:pic>
                      <p:nvPicPr>
                        <p:cNvPr id="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60" y="2928"/>
                          <a:ext cx="704" cy="1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046" name="Object 12">
              <a:extLst>
                <a:ext uri="{FF2B5EF4-FFF2-40B4-BE49-F238E27FC236}">
                  <a16:creationId xmlns:a16="http://schemas.microsoft.com/office/drawing/2014/main" id="{FE0CA089-5EE8-4B8D-B565-E1D8A4A2026D}"/>
                </a:ext>
              </a:extLst>
            </p:cNvPr>
            <p:cNvGraphicFramePr>
              <a:graphicFrameLocks noChangeAspect="1"/>
            </p:cNvGraphicFramePr>
            <p:nvPr/>
          </p:nvGraphicFramePr>
          <p:xfrm>
            <a:off x="2352" y="3362"/>
            <a:ext cx="816" cy="190"/>
          </p:xfrm>
          <a:graphic>
            <a:graphicData uri="http://schemas.openxmlformats.org/presentationml/2006/ole">
              <mc:AlternateContent xmlns:mc="http://schemas.openxmlformats.org/markup-compatibility/2006">
                <mc:Choice xmlns:v="urn:schemas-microsoft-com:vml" Requires="v">
                  <p:oleObj spid="_x0000_s43074" name="公式" r:id="rId11" imgW="1028254" imgH="241195" progId="Equation.3">
                    <p:embed/>
                  </p:oleObj>
                </mc:Choice>
                <mc:Fallback>
                  <p:oleObj name="公式" r:id="rId11" imgW="1028254" imgH="241195" progId="Equation.3">
                    <p:embed/>
                    <p:pic>
                      <p:nvPicPr>
                        <p:cNvPr id="0"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352" y="3362"/>
                          <a:ext cx="816" cy="1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97282" name="Object 2">
            <a:extLst>
              <a:ext uri="{FF2B5EF4-FFF2-40B4-BE49-F238E27FC236}">
                <a16:creationId xmlns:a16="http://schemas.microsoft.com/office/drawing/2014/main" id="{5DEF1E1C-4690-44F7-AA75-B45D4E3BB26E}"/>
              </a:ext>
            </a:extLst>
          </p:cNvPr>
          <p:cNvGraphicFramePr>
            <a:graphicFrameLocks noChangeAspect="1"/>
          </p:cNvGraphicFramePr>
          <p:nvPr/>
        </p:nvGraphicFramePr>
        <p:xfrm>
          <a:off x="304800" y="958850"/>
          <a:ext cx="3810000" cy="1784350"/>
        </p:xfrm>
        <a:graphic>
          <a:graphicData uri="http://schemas.openxmlformats.org/presentationml/2006/ole">
            <mc:AlternateContent xmlns:mc="http://schemas.openxmlformats.org/markup-compatibility/2006">
              <mc:Choice xmlns:v="urn:schemas-microsoft-com:vml" Requires="v">
                <p:oleObj spid="_x0000_s43075" name="公式" r:id="rId13" imgW="1600200" imgH="850900" progId="Equation.3">
                  <p:embed/>
                </p:oleObj>
              </mc:Choice>
              <mc:Fallback>
                <p:oleObj name="公式" r:id="rId13" imgW="1600200" imgH="850900" progId="Equation.3">
                  <p:embed/>
                  <p:pic>
                    <p:nvPicPr>
                      <p:cNvPr id="0" name="Object 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04800" y="958850"/>
                        <a:ext cx="3810000" cy="178435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3012" name="Text Box 28">
            <a:extLst>
              <a:ext uri="{FF2B5EF4-FFF2-40B4-BE49-F238E27FC236}">
                <a16:creationId xmlns:a16="http://schemas.microsoft.com/office/drawing/2014/main" id="{64C1AA24-6651-4FFD-A1C8-37516E513260}"/>
              </a:ext>
            </a:extLst>
          </p:cNvPr>
          <p:cNvSpPr txBox="1">
            <a:spLocks noChangeArrowheads="1"/>
          </p:cNvSpPr>
          <p:nvPr/>
        </p:nvSpPr>
        <p:spPr bwMode="auto">
          <a:xfrm>
            <a:off x="304800" y="334963"/>
            <a:ext cx="2819400" cy="579437"/>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3200" b="1">
                <a:ea typeface="楷体_GB2312" pitchFamily="49" charset="-122"/>
              </a:rPr>
              <a:t>混合战争模型</a:t>
            </a:r>
          </a:p>
        </p:txBody>
      </p:sp>
      <p:sp>
        <p:nvSpPr>
          <p:cNvPr id="35869" name="Text Box 29">
            <a:extLst>
              <a:ext uri="{FF2B5EF4-FFF2-40B4-BE49-F238E27FC236}">
                <a16:creationId xmlns:a16="http://schemas.microsoft.com/office/drawing/2014/main" id="{AD100C6A-9FA4-43D8-9D31-A8022365B70D}"/>
              </a:ext>
            </a:extLst>
          </p:cNvPr>
          <p:cNvSpPr txBox="1">
            <a:spLocks noChangeArrowheads="1"/>
          </p:cNvSpPr>
          <p:nvPr/>
        </p:nvSpPr>
        <p:spPr bwMode="auto">
          <a:xfrm>
            <a:off x="3429000" y="381000"/>
            <a:ext cx="5715000" cy="519113"/>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甲方为游击部队，乙方为正规部队</a:t>
            </a:r>
          </a:p>
        </p:txBody>
      </p:sp>
      <p:grpSp>
        <p:nvGrpSpPr>
          <p:cNvPr id="3" name="Group 33">
            <a:extLst>
              <a:ext uri="{FF2B5EF4-FFF2-40B4-BE49-F238E27FC236}">
                <a16:creationId xmlns:a16="http://schemas.microsoft.com/office/drawing/2014/main" id="{A5968EDE-81BC-4BC1-9BCB-F64A8FBA506A}"/>
              </a:ext>
            </a:extLst>
          </p:cNvPr>
          <p:cNvGrpSpPr>
            <a:grpSpLocks/>
          </p:cNvGrpSpPr>
          <p:nvPr/>
        </p:nvGrpSpPr>
        <p:grpSpPr bwMode="auto">
          <a:xfrm>
            <a:off x="4419600" y="914400"/>
            <a:ext cx="3276600" cy="1119188"/>
            <a:chOff x="2976" y="720"/>
            <a:chExt cx="2208" cy="754"/>
          </a:xfrm>
        </p:grpSpPr>
        <p:graphicFrame>
          <p:nvGraphicFramePr>
            <p:cNvPr id="43027" name="Object 7">
              <a:extLst>
                <a:ext uri="{FF2B5EF4-FFF2-40B4-BE49-F238E27FC236}">
                  <a16:creationId xmlns:a16="http://schemas.microsoft.com/office/drawing/2014/main" id="{45E87308-1655-4EA5-855E-5D214AE6DA32}"/>
                </a:ext>
              </a:extLst>
            </p:cNvPr>
            <p:cNvGraphicFramePr>
              <a:graphicFrameLocks noChangeAspect="1"/>
            </p:cNvGraphicFramePr>
            <p:nvPr/>
          </p:nvGraphicFramePr>
          <p:xfrm>
            <a:off x="3504" y="720"/>
            <a:ext cx="1680" cy="754"/>
          </p:xfrm>
          <a:graphic>
            <a:graphicData uri="http://schemas.openxmlformats.org/presentationml/2006/ole">
              <mc:AlternateContent xmlns:mc="http://schemas.openxmlformats.org/markup-compatibility/2006">
                <mc:Choice xmlns:v="urn:schemas-microsoft-com:vml" Requires="v">
                  <p:oleObj spid="_x0000_s43076" name="公式" r:id="rId15" imgW="1066800" imgH="558800" progId="Equation.3">
                    <p:embed/>
                  </p:oleObj>
                </mc:Choice>
                <mc:Fallback>
                  <p:oleObj name="公式" r:id="rId15" imgW="1066800" imgH="558800" progId="Equation.3">
                    <p:embed/>
                    <p:pic>
                      <p:nvPicPr>
                        <p:cNvPr id="0" name="Object 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504" y="720"/>
                          <a:ext cx="1680" cy="754"/>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3028" name="AutoShape 30">
              <a:extLst>
                <a:ext uri="{FF2B5EF4-FFF2-40B4-BE49-F238E27FC236}">
                  <a16:creationId xmlns:a16="http://schemas.microsoft.com/office/drawing/2014/main" id="{8E547357-C1B2-49FD-A152-1F4D23E0F5E0}"/>
                </a:ext>
              </a:extLst>
            </p:cNvPr>
            <p:cNvSpPr>
              <a:spLocks noChangeArrowheads="1"/>
            </p:cNvSpPr>
            <p:nvPr/>
          </p:nvSpPr>
          <p:spPr bwMode="auto">
            <a:xfrm>
              <a:off x="2976" y="912"/>
              <a:ext cx="240" cy="306"/>
            </a:xfrm>
            <a:prstGeom prst="rightArrow">
              <a:avLst>
                <a:gd name="adj1" fmla="val 50000"/>
                <a:gd name="adj2" fmla="val 25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4" name="Group 34">
            <a:extLst>
              <a:ext uri="{FF2B5EF4-FFF2-40B4-BE49-F238E27FC236}">
                <a16:creationId xmlns:a16="http://schemas.microsoft.com/office/drawing/2014/main" id="{7937786F-19C1-4A40-9A3B-8CBD1D2416C9}"/>
              </a:ext>
            </a:extLst>
          </p:cNvPr>
          <p:cNvGrpSpPr>
            <a:grpSpLocks/>
          </p:cNvGrpSpPr>
          <p:nvPr/>
        </p:nvGrpSpPr>
        <p:grpSpPr bwMode="auto">
          <a:xfrm>
            <a:off x="4724400" y="2057400"/>
            <a:ext cx="3733800" cy="1174750"/>
            <a:chOff x="2976" y="1488"/>
            <a:chExt cx="2592" cy="816"/>
          </a:xfrm>
        </p:grpSpPr>
        <p:graphicFrame>
          <p:nvGraphicFramePr>
            <p:cNvPr id="43024" name="Object 5">
              <a:extLst>
                <a:ext uri="{FF2B5EF4-FFF2-40B4-BE49-F238E27FC236}">
                  <a16:creationId xmlns:a16="http://schemas.microsoft.com/office/drawing/2014/main" id="{304DED06-E6FC-4BEB-8477-F7A4C79C1647}"/>
                </a:ext>
              </a:extLst>
            </p:cNvPr>
            <p:cNvGraphicFramePr>
              <a:graphicFrameLocks noChangeAspect="1"/>
            </p:cNvGraphicFramePr>
            <p:nvPr/>
          </p:nvGraphicFramePr>
          <p:xfrm>
            <a:off x="4128" y="1488"/>
            <a:ext cx="1440" cy="816"/>
          </p:xfrm>
          <a:graphic>
            <a:graphicData uri="http://schemas.openxmlformats.org/presentationml/2006/ole">
              <mc:AlternateContent xmlns:mc="http://schemas.openxmlformats.org/markup-compatibility/2006">
                <mc:Choice xmlns:v="urn:schemas-microsoft-com:vml" Requires="v">
                  <p:oleObj spid="_x0000_s43077" name="公式" r:id="rId17" imgW="952087" imgH="609336" progId="Equation.3">
                    <p:embed/>
                  </p:oleObj>
                </mc:Choice>
                <mc:Fallback>
                  <p:oleObj name="公式" r:id="rId17" imgW="952087" imgH="609336" progId="Equation.3">
                    <p:embed/>
                    <p:pic>
                      <p:nvPicPr>
                        <p:cNvPr id="0" name="Object 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128" y="1488"/>
                          <a:ext cx="1440" cy="816"/>
                        </a:xfrm>
                        <a:prstGeom prst="rect">
                          <a:avLst/>
                        </a:prstGeom>
                        <a:solidFill>
                          <a:srgbClr val="66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025" name="Object 6">
              <a:extLst>
                <a:ext uri="{FF2B5EF4-FFF2-40B4-BE49-F238E27FC236}">
                  <a16:creationId xmlns:a16="http://schemas.microsoft.com/office/drawing/2014/main" id="{466B163E-92CF-4D2F-9881-6531EAE40057}"/>
                </a:ext>
              </a:extLst>
            </p:cNvPr>
            <p:cNvGraphicFramePr>
              <a:graphicFrameLocks noChangeAspect="1"/>
            </p:cNvGraphicFramePr>
            <p:nvPr/>
          </p:nvGraphicFramePr>
          <p:xfrm>
            <a:off x="2976" y="1584"/>
            <a:ext cx="624" cy="566"/>
          </p:xfrm>
          <a:graphic>
            <a:graphicData uri="http://schemas.openxmlformats.org/presentationml/2006/ole">
              <mc:AlternateContent xmlns:mc="http://schemas.openxmlformats.org/markup-compatibility/2006">
                <mc:Choice xmlns:v="urn:schemas-microsoft-com:vml" Requires="v">
                  <p:oleObj spid="_x0000_s43078" name="公式" r:id="rId19" imgW="583947" imgH="507780" progId="Equation.3">
                    <p:embed/>
                  </p:oleObj>
                </mc:Choice>
                <mc:Fallback>
                  <p:oleObj name="公式" r:id="rId19" imgW="583947" imgH="507780" progId="Equation.3">
                    <p:embed/>
                    <p:pic>
                      <p:nvPicPr>
                        <p:cNvPr id="0" name="Object 6"/>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976" y="1584"/>
                          <a:ext cx="624" cy="566"/>
                        </a:xfrm>
                        <a:prstGeom prst="rect">
                          <a:avLst/>
                        </a:prstGeom>
                        <a:solidFill>
                          <a:srgbClr val="66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3026" name="AutoShape 32">
              <a:extLst>
                <a:ext uri="{FF2B5EF4-FFF2-40B4-BE49-F238E27FC236}">
                  <a16:creationId xmlns:a16="http://schemas.microsoft.com/office/drawing/2014/main" id="{910E165B-4787-4452-A539-2F8A644712C2}"/>
                </a:ext>
              </a:extLst>
            </p:cNvPr>
            <p:cNvSpPr>
              <a:spLocks noChangeArrowheads="1"/>
            </p:cNvSpPr>
            <p:nvPr/>
          </p:nvSpPr>
          <p:spPr bwMode="auto">
            <a:xfrm>
              <a:off x="3744" y="1728"/>
              <a:ext cx="240" cy="306"/>
            </a:xfrm>
            <a:prstGeom prst="rightArrow">
              <a:avLst>
                <a:gd name="adj1" fmla="val 50000"/>
                <a:gd name="adj2" fmla="val 25000"/>
              </a:avLst>
            </a:prstGeom>
            <a:solidFill>
              <a:srgbClr val="66FF99"/>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5" name="Group 40">
            <a:extLst>
              <a:ext uri="{FF2B5EF4-FFF2-40B4-BE49-F238E27FC236}">
                <a16:creationId xmlns:a16="http://schemas.microsoft.com/office/drawing/2014/main" id="{BE5AE6A8-B3C6-4C29-9951-3F333118C7D4}"/>
              </a:ext>
            </a:extLst>
          </p:cNvPr>
          <p:cNvGrpSpPr>
            <a:grpSpLocks/>
          </p:cNvGrpSpPr>
          <p:nvPr/>
        </p:nvGrpSpPr>
        <p:grpSpPr bwMode="auto">
          <a:xfrm>
            <a:off x="5486400" y="5402263"/>
            <a:ext cx="2971800" cy="541337"/>
            <a:chOff x="3456" y="3355"/>
            <a:chExt cx="1872" cy="341"/>
          </a:xfrm>
        </p:grpSpPr>
        <p:graphicFrame>
          <p:nvGraphicFramePr>
            <p:cNvPr id="43022" name="Object 4">
              <a:extLst>
                <a:ext uri="{FF2B5EF4-FFF2-40B4-BE49-F238E27FC236}">
                  <a16:creationId xmlns:a16="http://schemas.microsoft.com/office/drawing/2014/main" id="{33158BC4-3E8B-4A52-90BE-38F9D38117E5}"/>
                </a:ext>
              </a:extLst>
            </p:cNvPr>
            <p:cNvGraphicFramePr>
              <a:graphicFrameLocks noChangeAspect="1"/>
            </p:cNvGraphicFramePr>
            <p:nvPr/>
          </p:nvGraphicFramePr>
          <p:xfrm>
            <a:off x="3840" y="3355"/>
            <a:ext cx="1488" cy="341"/>
          </p:xfrm>
          <a:graphic>
            <a:graphicData uri="http://schemas.openxmlformats.org/presentationml/2006/ole">
              <mc:AlternateContent xmlns:mc="http://schemas.openxmlformats.org/markup-compatibility/2006">
                <mc:Choice xmlns:v="urn:schemas-microsoft-com:vml" Requires="v">
                  <p:oleObj spid="_x0000_s43079" name="公式" r:id="rId21" imgW="1155199" imgH="266584" progId="Equation.3">
                    <p:embed/>
                  </p:oleObj>
                </mc:Choice>
                <mc:Fallback>
                  <p:oleObj name="公式" r:id="rId21" imgW="1155199" imgH="266584" progId="Equation.3">
                    <p:embed/>
                    <p:pic>
                      <p:nvPicPr>
                        <p:cNvPr id="0" name="Object 4"/>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840" y="3355"/>
                          <a:ext cx="1488" cy="341"/>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3023" name="AutoShape 37">
              <a:extLst>
                <a:ext uri="{FF2B5EF4-FFF2-40B4-BE49-F238E27FC236}">
                  <a16:creationId xmlns:a16="http://schemas.microsoft.com/office/drawing/2014/main" id="{9C8BC733-5B1F-4CB8-ACB2-A47E68B122F4}"/>
                </a:ext>
              </a:extLst>
            </p:cNvPr>
            <p:cNvSpPr>
              <a:spLocks noChangeArrowheads="1"/>
            </p:cNvSpPr>
            <p:nvPr/>
          </p:nvSpPr>
          <p:spPr bwMode="auto">
            <a:xfrm>
              <a:off x="3456" y="3360"/>
              <a:ext cx="192" cy="288"/>
            </a:xfrm>
            <a:prstGeom prst="rightArrow">
              <a:avLst>
                <a:gd name="adj1" fmla="val 50000"/>
                <a:gd name="adj2" fmla="val 25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6" name="Group 41">
            <a:extLst>
              <a:ext uri="{FF2B5EF4-FFF2-40B4-BE49-F238E27FC236}">
                <a16:creationId xmlns:a16="http://schemas.microsoft.com/office/drawing/2014/main" id="{210CE7D7-D01D-4860-8A37-99EA8515A384}"/>
              </a:ext>
            </a:extLst>
          </p:cNvPr>
          <p:cNvGrpSpPr>
            <a:grpSpLocks/>
          </p:cNvGrpSpPr>
          <p:nvPr/>
        </p:nvGrpSpPr>
        <p:grpSpPr bwMode="auto">
          <a:xfrm>
            <a:off x="4953000" y="3160713"/>
            <a:ext cx="3200400" cy="1182687"/>
            <a:chOff x="3120" y="1824"/>
            <a:chExt cx="2208" cy="816"/>
          </a:xfrm>
        </p:grpSpPr>
        <p:graphicFrame>
          <p:nvGraphicFramePr>
            <p:cNvPr id="43020" name="Object 3">
              <a:extLst>
                <a:ext uri="{FF2B5EF4-FFF2-40B4-BE49-F238E27FC236}">
                  <a16:creationId xmlns:a16="http://schemas.microsoft.com/office/drawing/2014/main" id="{C452A99E-35BF-4A2B-8932-B9BB3DBDD3E9}"/>
                </a:ext>
              </a:extLst>
            </p:cNvPr>
            <p:cNvGraphicFramePr>
              <a:graphicFrameLocks noChangeAspect="1"/>
            </p:cNvGraphicFramePr>
            <p:nvPr/>
          </p:nvGraphicFramePr>
          <p:xfrm>
            <a:off x="3456" y="1824"/>
            <a:ext cx="1872" cy="816"/>
          </p:xfrm>
          <a:graphic>
            <a:graphicData uri="http://schemas.openxmlformats.org/presentationml/2006/ole">
              <mc:AlternateContent xmlns:mc="http://schemas.openxmlformats.org/markup-compatibility/2006">
                <mc:Choice xmlns:v="urn:schemas-microsoft-com:vml" Requires="v">
                  <p:oleObj spid="_x0000_s43080" name="公式" r:id="rId23" imgW="1257300" imgH="609600" progId="Equation.3">
                    <p:embed/>
                  </p:oleObj>
                </mc:Choice>
                <mc:Fallback>
                  <p:oleObj name="公式" r:id="rId23" imgW="1257300" imgH="609600" progId="Equation.3">
                    <p:embed/>
                    <p:pic>
                      <p:nvPicPr>
                        <p:cNvPr id="0" name="Object 3"/>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456" y="1824"/>
                          <a:ext cx="1872" cy="816"/>
                        </a:xfrm>
                        <a:prstGeom prst="rect">
                          <a:avLst/>
                        </a:prstGeom>
                        <a:solidFill>
                          <a:srgbClr val="99FF33"/>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3021" name="AutoShape 38">
              <a:extLst>
                <a:ext uri="{FF2B5EF4-FFF2-40B4-BE49-F238E27FC236}">
                  <a16:creationId xmlns:a16="http://schemas.microsoft.com/office/drawing/2014/main" id="{B03D2E24-FBCD-4648-89C2-BB7FF91FF832}"/>
                </a:ext>
              </a:extLst>
            </p:cNvPr>
            <p:cNvSpPr>
              <a:spLocks noChangeArrowheads="1"/>
            </p:cNvSpPr>
            <p:nvPr/>
          </p:nvSpPr>
          <p:spPr bwMode="auto">
            <a:xfrm>
              <a:off x="3120" y="2160"/>
              <a:ext cx="240" cy="306"/>
            </a:xfrm>
            <a:prstGeom prst="rightArrow">
              <a:avLst>
                <a:gd name="adj1" fmla="val 50000"/>
                <a:gd name="adj2" fmla="val 25000"/>
              </a:avLst>
            </a:prstGeom>
            <a:solidFill>
              <a:srgbClr val="99FF33"/>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35879" name="Text Box 39">
            <a:extLst>
              <a:ext uri="{FF2B5EF4-FFF2-40B4-BE49-F238E27FC236}">
                <a16:creationId xmlns:a16="http://schemas.microsoft.com/office/drawing/2014/main" id="{DFAFE5FD-066F-4F49-AA29-7FF92BA3187C}"/>
              </a:ext>
            </a:extLst>
          </p:cNvPr>
          <p:cNvSpPr txBox="1">
            <a:spLocks noChangeArrowheads="1"/>
          </p:cNvSpPr>
          <p:nvPr/>
        </p:nvSpPr>
        <p:spPr bwMode="auto">
          <a:xfrm>
            <a:off x="4267200" y="5943600"/>
            <a:ext cx="4552950" cy="519113"/>
          </a:xfrm>
          <a:prstGeom prst="rect">
            <a:avLst/>
          </a:prstGeom>
          <a:solidFill>
            <a:srgbClr val="FFFF0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乙方必须</a:t>
            </a:r>
            <a:r>
              <a:rPr lang="en-US" altLang="zh-CN" sz="2800" b="1"/>
              <a:t>10</a:t>
            </a:r>
            <a:r>
              <a:rPr lang="zh-CN" altLang="en-US" sz="2800" b="1"/>
              <a:t>倍于甲方的兵力</a:t>
            </a:r>
            <a:r>
              <a:rPr lang="en-US" altLang="zh-CN" sz="2800" b="1"/>
              <a:t>!</a:t>
            </a:r>
          </a:p>
        </p:txBody>
      </p:sp>
      <p:sp>
        <p:nvSpPr>
          <p:cNvPr id="35882" name="Text Box 42">
            <a:extLst>
              <a:ext uri="{FF2B5EF4-FFF2-40B4-BE49-F238E27FC236}">
                <a16:creationId xmlns:a16="http://schemas.microsoft.com/office/drawing/2014/main" id="{4E2BEDC7-C01E-42CE-A772-EF2DCC152253}"/>
              </a:ext>
            </a:extLst>
          </p:cNvPr>
          <p:cNvSpPr txBox="1">
            <a:spLocks noChangeArrowheads="1"/>
          </p:cNvSpPr>
          <p:nvPr/>
        </p:nvSpPr>
        <p:spPr bwMode="auto">
          <a:xfrm>
            <a:off x="4800600" y="4419600"/>
            <a:ext cx="43434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b="1"/>
              <a:t>设 </a:t>
            </a:r>
            <a:r>
              <a:rPr lang="en-US" altLang="zh-CN" sz="2800" b="1" i="1"/>
              <a:t>x</a:t>
            </a:r>
            <a:r>
              <a:rPr lang="en-US" altLang="zh-CN" sz="2800" b="1" baseline="-25000"/>
              <a:t>0</a:t>
            </a:r>
            <a:r>
              <a:rPr lang="en-US" altLang="zh-CN" sz="2800" b="1"/>
              <a:t>=100, </a:t>
            </a:r>
            <a:r>
              <a:rPr lang="en-US" altLang="zh-CN" sz="2800" b="1" i="1"/>
              <a:t>r</a:t>
            </a:r>
            <a:r>
              <a:rPr lang="en-US" altLang="zh-CN" sz="2800" b="1" i="1" baseline="-25000"/>
              <a:t>x</a:t>
            </a:r>
            <a:r>
              <a:rPr lang="en-US" altLang="zh-CN" sz="2800" b="1"/>
              <a:t>/</a:t>
            </a:r>
            <a:r>
              <a:rPr lang="en-US" altLang="zh-CN" sz="2800" b="1" i="1"/>
              <a:t>r</a:t>
            </a:r>
            <a:r>
              <a:rPr lang="en-US" altLang="zh-CN" sz="2800" b="1" i="1" baseline="-25000"/>
              <a:t>y</a:t>
            </a:r>
            <a:r>
              <a:rPr lang="en-US" altLang="zh-CN" sz="2800" b="1"/>
              <a:t>=1/2, </a:t>
            </a:r>
            <a:r>
              <a:rPr lang="en-US" altLang="zh-CN" sz="2800" b="1" i="1"/>
              <a:t>p</a:t>
            </a:r>
            <a:r>
              <a:rPr lang="en-US" altLang="zh-CN" sz="2800" b="1" i="1" baseline="-25000"/>
              <a:t>x</a:t>
            </a:r>
            <a:r>
              <a:rPr lang="en-US" altLang="zh-CN" sz="2800" b="1"/>
              <a:t>=0.1,  </a:t>
            </a:r>
            <a:r>
              <a:rPr lang="en-US" altLang="zh-CN" sz="2800" b="1" i="1"/>
              <a:t>s</a:t>
            </a:r>
            <a:r>
              <a:rPr lang="en-US" altLang="zh-CN" sz="2800" b="1" i="1" baseline="-25000"/>
              <a:t>x</a:t>
            </a:r>
            <a:r>
              <a:rPr lang="en-US" altLang="zh-CN" sz="2800" b="1"/>
              <a:t>=1(km</a:t>
            </a:r>
            <a:r>
              <a:rPr lang="en-US" altLang="zh-CN" sz="2800" b="1" baseline="30000"/>
              <a:t>2</a:t>
            </a:r>
            <a:r>
              <a:rPr lang="en-US" altLang="zh-CN" sz="2800" b="1"/>
              <a:t>), </a:t>
            </a:r>
            <a:r>
              <a:rPr lang="en-US" altLang="zh-CN" sz="2800" b="1" i="1"/>
              <a:t>s</a:t>
            </a:r>
            <a:r>
              <a:rPr lang="en-US" altLang="zh-CN" sz="2800" b="1" i="1" baseline="-25000"/>
              <a:t>ry</a:t>
            </a:r>
            <a:r>
              <a:rPr lang="en-US" altLang="zh-CN" sz="2800" b="1"/>
              <a:t>=1(m</a:t>
            </a:r>
            <a:r>
              <a:rPr lang="en-US" altLang="zh-CN" sz="2800" b="1" baseline="30000"/>
              <a:t>2</a:t>
            </a:r>
            <a:r>
              <a:rPr lang="en-US" altLang="zh-CN" sz="2800" b="1"/>
              <a:t>)</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grpId="0" nodeType="clickEffect">
                                  <p:stCondLst>
                                    <p:cond delay="0"/>
                                  </p:stCondLst>
                                  <p:childTnLst>
                                    <p:set>
                                      <p:cBhvr>
                                        <p:cTn id="6" dur="1" fill="hold">
                                          <p:stCondLst>
                                            <p:cond delay="0"/>
                                          </p:stCondLst>
                                        </p:cTn>
                                        <p:tgtEl>
                                          <p:spTgt spid="35869"/>
                                        </p:tgtEl>
                                        <p:attrNameLst>
                                          <p:attrName>style.visibility</p:attrName>
                                        </p:attrNameLst>
                                      </p:cBhvr>
                                      <p:to>
                                        <p:strVal val="visible"/>
                                      </p:to>
                                    </p:set>
                                    <p:anim calcmode="lin" valueType="num">
                                      <p:cBhvr additive="base">
                                        <p:cTn id="7" dur="1000" fill="hold"/>
                                        <p:tgtEl>
                                          <p:spTgt spid="35869"/>
                                        </p:tgtEl>
                                        <p:attrNameLst>
                                          <p:attrName>ppt_x</p:attrName>
                                        </p:attrNameLst>
                                      </p:cBhvr>
                                      <p:tavLst>
                                        <p:tav tm="0">
                                          <p:val>
                                            <p:strVal val="#ppt_x"/>
                                          </p:val>
                                        </p:tav>
                                        <p:tav tm="100000">
                                          <p:val>
                                            <p:strVal val="#ppt_x"/>
                                          </p:val>
                                        </p:tav>
                                      </p:tavLst>
                                    </p:anim>
                                    <p:anim calcmode="lin" valueType="num">
                                      <p:cBhvr additive="base">
                                        <p:cTn id="8" dur="1000" fill="hold"/>
                                        <p:tgtEl>
                                          <p:spTgt spid="35869"/>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10" fill="hold" nodeType="clickEffect">
                                  <p:stCondLst>
                                    <p:cond delay="0"/>
                                  </p:stCondLst>
                                  <p:childTnLst>
                                    <p:set>
                                      <p:cBhvr>
                                        <p:cTn id="12" dur="1" fill="hold">
                                          <p:stCondLst>
                                            <p:cond delay="0"/>
                                          </p:stCondLst>
                                        </p:cTn>
                                        <p:tgtEl>
                                          <p:spTgt spid="97282"/>
                                        </p:tgtEl>
                                        <p:attrNameLst>
                                          <p:attrName>style.visibility</p:attrName>
                                        </p:attrNameLst>
                                      </p:cBhvr>
                                      <p:to>
                                        <p:strVal val="visible"/>
                                      </p:to>
                                    </p:set>
                                    <p:animEffect transition="in" filter="blinds(horizontal)">
                                      <p:cBhvr>
                                        <p:cTn id="13" dur="1000"/>
                                        <p:tgtEl>
                                          <p:spTgt spid="97282"/>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5"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blinds(vertical)">
                                      <p:cBhvr>
                                        <p:cTn id="18" dur="1000"/>
                                        <p:tgtEl>
                                          <p:spTgt spid="3"/>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8" presetClass="entr" presetSubtype="12"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strips(downLeft)">
                                      <p:cBhvr>
                                        <p:cTn id="23" dur="1000"/>
                                        <p:tgtEl>
                                          <p:spTgt spid="2"/>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4" presetClass="entr" presetSubtype="16" fill="hold"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box(in)">
                                      <p:cBhvr>
                                        <p:cTn id="28" dur="1000"/>
                                        <p:tgtEl>
                                          <p:spTgt spid="4"/>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4" presetClass="entr" presetSubtype="16" fill="hold" nodeType="click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box(in)">
                                      <p:cBhvr>
                                        <p:cTn id="33" dur="1000"/>
                                        <p:tgtEl>
                                          <p:spTgt spid="6"/>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9" presetClass="entr" presetSubtype="0" fill="hold" grpId="0" nodeType="clickEffect">
                                  <p:stCondLst>
                                    <p:cond delay="0"/>
                                  </p:stCondLst>
                                  <p:childTnLst>
                                    <p:set>
                                      <p:cBhvr>
                                        <p:cTn id="37" dur="1" fill="hold">
                                          <p:stCondLst>
                                            <p:cond delay="0"/>
                                          </p:stCondLst>
                                        </p:cTn>
                                        <p:tgtEl>
                                          <p:spTgt spid="35882"/>
                                        </p:tgtEl>
                                        <p:attrNameLst>
                                          <p:attrName>style.visibility</p:attrName>
                                        </p:attrNameLst>
                                      </p:cBhvr>
                                      <p:to>
                                        <p:strVal val="visible"/>
                                      </p:to>
                                    </p:set>
                                    <p:animEffect transition="in" filter="dissolve">
                                      <p:cBhvr>
                                        <p:cTn id="38" dur="1000"/>
                                        <p:tgtEl>
                                          <p:spTgt spid="35882"/>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4" presetClass="entr" presetSubtype="16" fill="hold" nodeType="clickEffect">
                                  <p:stCondLst>
                                    <p:cond delay="0"/>
                                  </p:stCondLst>
                                  <p:childTnLst>
                                    <p:set>
                                      <p:cBhvr>
                                        <p:cTn id="42" dur="1" fill="hold">
                                          <p:stCondLst>
                                            <p:cond delay="0"/>
                                          </p:stCondLst>
                                        </p:cTn>
                                        <p:tgtEl>
                                          <p:spTgt spid="5"/>
                                        </p:tgtEl>
                                        <p:attrNameLst>
                                          <p:attrName>style.visibility</p:attrName>
                                        </p:attrNameLst>
                                      </p:cBhvr>
                                      <p:to>
                                        <p:strVal val="visible"/>
                                      </p:to>
                                    </p:set>
                                    <p:animEffect transition="in" filter="box(in)">
                                      <p:cBhvr>
                                        <p:cTn id="43" dur="1000"/>
                                        <p:tgtEl>
                                          <p:spTgt spid="5"/>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12" presetClass="entr" presetSubtype="4" fill="hold" grpId="0" nodeType="clickEffect">
                                  <p:stCondLst>
                                    <p:cond delay="0"/>
                                  </p:stCondLst>
                                  <p:childTnLst>
                                    <p:set>
                                      <p:cBhvr>
                                        <p:cTn id="47" dur="1" fill="hold">
                                          <p:stCondLst>
                                            <p:cond delay="0"/>
                                          </p:stCondLst>
                                        </p:cTn>
                                        <p:tgtEl>
                                          <p:spTgt spid="35879"/>
                                        </p:tgtEl>
                                        <p:attrNameLst>
                                          <p:attrName>style.visibility</p:attrName>
                                        </p:attrNameLst>
                                      </p:cBhvr>
                                      <p:to>
                                        <p:strVal val="visible"/>
                                      </p:to>
                                    </p:set>
                                    <p:animEffect transition="in" filter="slide(fromBottom)">
                                      <p:cBhvr>
                                        <p:cTn id="48" dur="1000"/>
                                        <p:tgtEl>
                                          <p:spTgt spid="358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69" grpId="0" animBg="1" autoUpdateAnimBg="0"/>
      <p:bldP spid="35879" grpId="0" animBg="1" autoUpdateAnimBg="0"/>
      <p:bldP spid="35882" grpId="0"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ext Box 5">
            <a:extLst>
              <a:ext uri="{FF2B5EF4-FFF2-40B4-BE49-F238E27FC236}">
                <a16:creationId xmlns:a16="http://schemas.microsoft.com/office/drawing/2014/main" id="{AB18881A-D9F0-4062-9B0F-32738E8C4A7E}"/>
              </a:ext>
            </a:extLst>
          </p:cNvPr>
          <p:cNvSpPr txBox="1">
            <a:spLocks noChangeArrowheads="1"/>
          </p:cNvSpPr>
          <p:nvPr/>
        </p:nvSpPr>
        <p:spPr bwMode="auto">
          <a:xfrm>
            <a:off x="468313" y="333375"/>
            <a:ext cx="8286750" cy="588963"/>
          </a:xfrm>
          <a:prstGeom prst="rect">
            <a:avLst/>
          </a:prstGeom>
          <a:solidFill>
            <a:srgbClr val="FFFF00"/>
          </a:solidFill>
          <a:ln w="9525">
            <a:solidFill>
              <a:srgbClr val="FF0000"/>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solidFill>
                  <a:srgbClr val="3333FF"/>
                </a:solidFill>
                <a:latin typeface="宋体" panose="02010600030101010101" pitchFamily="2" charset="-122"/>
              </a:rPr>
              <a:t>   一阶微分方程的平衡点及其稳定点</a:t>
            </a:r>
          </a:p>
        </p:txBody>
      </p:sp>
      <p:graphicFrame>
        <p:nvGraphicFramePr>
          <p:cNvPr id="44035" name="Object 6">
            <a:extLst>
              <a:ext uri="{FF2B5EF4-FFF2-40B4-BE49-F238E27FC236}">
                <a16:creationId xmlns:a16="http://schemas.microsoft.com/office/drawing/2014/main" id="{F31EECA5-9237-481C-BE86-4F36F52BB0A4}"/>
              </a:ext>
            </a:extLst>
          </p:cNvPr>
          <p:cNvGraphicFramePr>
            <a:graphicFrameLocks noChangeAspect="1"/>
          </p:cNvGraphicFramePr>
          <p:nvPr/>
        </p:nvGraphicFramePr>
        <p:xfrm>
          <a:off x="539750" y="1052513"/>
          <a:ext cx="2232025" cy="509587"/>
        </p:xfrm>
        <a:graphic>
          <a:graphicData uri="http://schemas.openxmlformats.org/presentationml/2006/ole">
            <mc:AlternateContent xmlns:mc="http://schemas.openxmlformats.org/markup-compatibility/2006">
              <mc:Choice xmlns:v="urn:schemas-microsoft-com:vml" Requires="v">
                <p:oleObj spid="_x0000_s44060" name="公式" r:id="rId3" imgW="1079032" imgH="241195" progId="Equation.3">
                  <p:embed/>
                </p:oleObj>
              </mc:Choice>
              <mc:Fallback>
                <p:oleObj name="公式" r:id="rId3" imgW="1079032" imgH="241195"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750" y="1052513"/>
                        <a:ext cx="2232025" cy="509587"/>
                      </a:xfrm>
                      <a:prstGeom prst="rect">
                        <a:avLst/>
                      </a:prstGeom>
                      <a:noFill/>
                      <a:ln>
                        <a:noFill/>
                      </a:ln>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6327" name="Text Box 7">
            <a:extLst>
              <a:ext uri="{FF2B5EF4-FFF2-40B4-BE49-F238E27FC236}">
                <a16:creationId xmlns:a16="http://schemas.microsoft.com/office/drawing/2014/main" id="{0F905814-B463-4016-B339-6E7021394248}"/>
              </a:ext>
            </a:extLst>
          </p:cNvPr>
          <p:cNvSpPr txBox="1">
            <a:spLocks noChangeArrowheads="1"/>
          </p:cNvSpPr>
          <p:nvPr/>
        </p:nvSpPr>
        <p:spPr bwMode="auto">
          <a:xfrm>
            <a:off x="2843213" y="1020763"/>
            <a:ext cx="53292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一阶非线性</a:t>
            </a:r>
            <a:r>
              <a:rPr lang="zh-CN" altLang="en-US" sz="2800" b="1">
                <a:solidFill>
                  <a:srgbClr val="FF3300"/>
                </a:solidFill>
              </a:rPr>
              <a:t>自治</a:t>
            </a:r>
            <a:r>
              <a:rPr lang="en-US" altLang="zh-CN" sz="2800" b="1"/>
              <a:t>(</a:t>
            </a:r>
            <a:r>
              <a:rPr lang="zh-CN" altLang="en-US" sz="2800" b="1"/>
              <a:t>右端不含</a:t>
            </a:r>
            <a:r>
              <a:rPr lang="en-US" altLang="zh-CN" sz="2800" b="1" i="1"/>
              <a:t>t</a:t>
            </a:r>
            <a:r>
              <a:rPr lang="en-US" altLang="zh-CN" sz="2800" b="1"/>
              <a:t>)</a:t>
            </a:r>
            <a:r>
              <a:rPr lang="zh-CN" altLang="en-US" sz="2800" b="1"/>
              <a:t>方程</a:t>
            </a:r>
          </a:p>
        </p:txBody>
      </p:sp>
      <p:sp>
        <p:nvSpPr>
          <p:cNvPr id="56328" name="Text Box 8">
            <a:extLst>
              <a:ext uri="{FF2B5EF4-FFF2-40B4-BE49-F238E27FC236}">
                <a16:creationId xmlns:a16="http://schemas.microsoft.com/office/drawing/2014/main" id="{68B3379D-012C-4393-89F0-14ADBCA7502D}"/>
              </a:ext>
            </a:extLst>
          </p:cNvPr>
          <p:cNvSpPr txBox="1">
            <a:spLocks noChangeArrowheads="1"/>
          </p:cNvSpPr>
          <p:nvPr/>
        </p:nvSpPr>
        <p:spPr bwMode="auto">
          <a:xfrm>
            <a:off x="381000" y="1706563"/>
            <a:ext cx="5410200" cy="519112"/>
          </a:xfrm>
          <a:prstGeom prst="rect">
            <a:avLst/>
          </a:prstGeom>
          <a:solidFill>
            <a:srgbClr val="99FF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t>F</a:t>
            </a:r>
            <a:r>
              <a:rPr lang="en-US" altLang="zh-CN" sz="2800" b="1"/>
              <a:t>(</a:t>
            </a:r>
            <a:r>
              <a:rPr lang="en-US" altLang="zh-CN" sz="2800" b="1" i="1"/>
              <a:t>x</a:t>
            </a:r>
            <a:r>
              <a:rPr lang="en-US" altLang="zh-CN" sz="2800" b="1"/>
              <a:t>)=0</a:t>
            </a:r>
            <a:r>
              <a:rPr lang="zh-CN" altLang="en-US" sz="2800" b="1"/>
              <a:t>的根</a:t>
            </a:r>
            <a:r>
              <a:rPr lang="en-US" altLang="zh-CN" sz="2800" b="1" i="1"/>
              <a:t>x</a:t>
            </a:r>
            <a:r>
              <a:rPr lang="en-US" altLang="zh-CN" sz="2800" b="1" baseline="-25000"/>
              <a:t>0 </a:t>
            </a:r>
            <a:r>
              <a:rPr lang="en-US" altLang="zh-CN" sz="2800" b="1"/>
              <a:t>~</a:t>
            </a:r>
            <a:r>
              <a:rPr lang="zh-CN" altLang="en-US" sz="2800" b="1"/>
              <a:t>微分方程的</a:t>
            </a:r>
            <a:r>
              <a:rPr lang="zh-CN" altLang="en-US" sz="2800" b="1">
                <a:solidFill>
                  <a:srgbClr val="FF3300"/>
                </a:solidFill>
              </a:rPr>
              <a:t>平衡点</a:t>
            </a:r>
          </a:p>
        </p:txBody>
      </p:sp>
      <p:graphicFrame>
        <p:nvGraphicFramePr>
          <p:cNvPr id="56329" name="Object 9">
            <a:extLst>
              <a:ext uri="{FF2B5EF4-FFF2-40B4-BE49-F238E27FC236}">
                <a16:creationId xmlns:a16="http://schemas.microsoft.com/office/drawing/2014/main" id="{F943A697-3DCD-4454-8CBD-AF3C50D9B8B9}"/>
              </a:ext>
            </a:extLst>
          </p:cNvPr>
          <p:cNvGraphicFramePr>
            <a:graphicFrameLocks noChangeAspect="1"/>
          </p:cNvGraphicFramePr>
          <p:nvPr/>
        </p:nvGraphicFramePr>
        <p:xfrm>
          <a:off x="5911850" y="1630363"/>
          <a:ext cx="2851150" cy="839787"/>
        </p:xfrm>
        <a:graphic>
          <a:graphicData uri="http://schemas.openxmlformats.org/presentationml/2006/ole">
            <mc:AlternateContent xmlns:mc="http://schemas.openxmlformats.org/markup-compatibility/2006">
              <mc:Choice xmlns:v="urn:schemas-microsoft-com:vml" Requires="v">
                <p:oleObj spid="_x0000_s44061" name="公式" r:id="rId5" imgW="1346200" imgH="330200" progId="Equation.3">
                  <p:embed/>
                </p:oleObj>
              </mc:Choice>
              <mc:Fallback>
                <p:oleObj name="公式" r:id="rId5" imgW="1346200" imgH="330200" progId="Equation.3">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11850" y="1630363"/>
                        <a:ext cx="2851150" cy="839787"/>
                      </a:xfrm>
                      <a:prstGeom prst="rect">
                        <a:avLst/>
                      </a:prstGeom>
                      <a:solidFill>
                        <a:srgbClr val="99FF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19">
            <a:extLst>
              <a:ext uri="{FF2B5EF4-FFF2-40B4-BE49-F238E27FC236}">
                <a16:creationId xmlns:a16="http://schemas.microsoft.com/office/drawing/2014/main" id="{E4362801-14F3-4FEA-84F2-E1E84A11E1F9}"/>
              </a:ext>
            </a:extLst>
          </p:cNvPr>
          <p:cNvGrpSpPr>
            <a:grpSpLocks/>
          </p:cNvGrpSpPr>
          <p:nvPr/>
        </p:nvGrpSpPr>
        <p:grpSpPr bwMode="auto">
          <a:xfrm>
            <a:off x="468313" y="2565400"/>
            <a:ext cx="8229600" cy="1447800"/>
            <a:chOff x="288" y="1488"/>
            <a:chExt cx="5041" cy="853"/>
          </a:xfrm>
        </p:grpSpPr>
        <p:sp>
          <p:nvSpPr>
            <p:cNvPr id="44040" name="Text Box 10">
              <a:extLst>
                <a:ext uri="{FF2B5EF4-FFF2-40B4-BE49-F238E27FC236}">
                  <a16:creationId xmlns:a16="http://schemas.microsoft.com/office/drawing/2014/main" id="{22F4ACD1-E56C-4C34-AFF8-6ED02D6E9D83}"/>
                </a:ext>
              </a:extLst>
            </p:cNvPr>
            <p:cNvSpPr txBox="1">
              <a:spLocks noChangeArrowheads="1"/>
            </p:cNvSpPr>
            <p:nvPr/>
          </p:nvSpPr>
          <p:spPr bwMode="auto">
            <a:xfrm>
              <a:off x="288" y="1488"/>
              <a:ext cx="5041" cy="7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40000"/>
                </a:lnSpc>
                <a:spcBef>
                  <a:spcPct val="50000"/>
                </a:spcBef>
              </a:pPr>
              <a:r>
                <a:rPr lang="zh-CN" altLang="en-US" sz="2800" b="1"/>
                <a:t>设</a:t>
              </a:r>
              <a:r>
                <a:rPr lang="en-US" altLang="zh-CN" sz="2800" b="1" i="1"/>
                <a:t>x</a:t>
              </a:r>
              <a:r>
                <a:rPr lang="en-US" altLang="zh-CN" sz="2800" b="1"/>
                <a:t>(</a:t>
              </a:r>
              <a:r>
                <a:rPr lang="en-US" altLang="zh-CN" sz="2800" b="1" i="1"/>
                <a:t>t</a:t>
              </a:r>
              <a:r>
                <a:rPr lang="en-US" altLang="zh-CN" sz="2800" b="1"/>
                <a:t>)</a:t>
              </a:r>
              <a:r>
                <a:rPr lang="zh-CN" altLang="en-US" sz="2800" b="1"/>
                <a:t>是方程的解，若从</a:t>
              </a:r>
              <a:r>
                <a:rPr lang="en-US" altLang="zh-CN" sz="2800" b="1" i="1"/>
                <a:t>x</a:t>
              </a:r>
              <a:r>
                <a:rPr lang="en-US" altLang="zh-CN" sz="2800" b="1" baseline="-25000"/>
                <a:t>0 </a:t>
              </a:r>
              <a:r>
                <a:rPr lang="zh-CN" altLang="en-US" sz="2800" b="1"/>
                <a:t>某邻域的任一初值出发，都有</a:t>
              </a:r>
              <a:endParaRPr lang="zh-CN" altLang="en-US" sz="2800" b="1" baseline="-25000"/>
            </a:p>
          </p:txBody>
        </p:sp>
        <p:graphicFrame>
          <p:nvGraphicFramePr>
            <p:cNvPr id="44041" name="Object 11">
              <a:extLst>
                <a:ext uri="{FF2B5EF4-FFF2-40B4-BE49-F238E27FC236}">
                  <a16:creationId xmlns:a16="http://schemas.microsoft.com/office/drawing/2014/main" id="{02583921-ADE2-46EC-92A0-6D1ABF150525}"/>
                </a:ext>
              </a:extLst>
            </p:cNvPr>
            <p:cNvGraphicFramePr>
              <a:graphicFrameLocks noChangeAspect="1"/>
            </p:cNvGraphicFramePr>
            <p:nvPr/>
          </p:nvGraphicFramePr>
          <p:xfrm>
            <a:off x="884" y="1923"/>
            <a:ext cx="1381" cy="418"/>
          </p:xfrm>
          <a:graphic>
            <a:graphicData uri="http://schemas.openxmlformats.org/presentationml/2006/ole">
              <mc:AlternateContent xmlns:mc="http://schemas.openxmlformats.org/markup-compatibility/2006">
                <mc:Choice xmlns:v="urn:schemas-microsoft-com:vml" Requires="v">
                  <p:oleObj spid="_x0000_s44062" name="公式" r:id="rId7" imgW="1002865" imgH="304668" progId="Equation.3">
                    <p:embed/>
                  </p:oleObj>
                </mc:Choice>
                <mc:Fallback>
                  <p:oleObj name="公式" r:id="rId7" imgW="1002865" imgH="304668" progId="Equation.3">
                    <p:embed/>
                    <p:pic>
                      <p:nvPicPr>
                        <p:cNvPr id="0"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84" y="1923"/>
                          <a:ext cx="1381" cy="418"/>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042" name="Text Box 12">
              <a:extLst>
                <a:ext uri="{FF2B5EF4-FFF2-40B4-BE49-F238E27FC236}">
                  <a16:creationId xmlns:a16="http://schemas.microsoft.com/office/drawing/2014/main" id="{2CC22188-1410-4306-A05C-3C895AEA930A}"/>
                </a:ext>
              </a:extLst>
            </p:cNvPr>
            <p:cNvSpPr txBox="1">
              <a:spLocks noChangeArrowheads="1"/>
            </p:cNvSpPr>
            <p:nvPr/>
          </p:nvSpPr>
          <p:spPr bwMode="auto">
            <a:xfrm>
              <a:off x="2304" y="1968"/>
              <a:ext cx="2976" cy="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称</a:t>
              </a:r>
              <a:r>
                <a:rPr lang="en-US" altLang="zh-CN" sz="2800" b="1" i="1"/>
                <a:t>x</a:t>
              </a:r>
              <a:r>
                <a:rPr lang="en-US" altLang="zh-CN" sz="2800" b="1" baseline="-25000"/>
                <a:t>0</a:t>
              </a:r>
              <a:r>
                <a:rPr lang="zh-CN" altLang="en-US" sz="2800" b="1"/>
                <a:t>是方程</a:t>
              </a:r>
              <a:r>
                <a:rPr lang="en-US" altLang="zh-CN" sz="2800" b="1"/>
                <a:t>(1)</a:t>
              </a:r>
              <a:r>
                <a:rPr lang="zh-CN" altLang="en-US" sz="2800" b="1"/>
                <a:t>的</a:t>
              </a:r>
              <a:r>
                <a:rPr lang="zh-CN" altLang="en-US" sz="2800" b="1">
                  <a:solidFill>
                    <a:srgbClr val="FF3300"/>
                  </a:solidFill>
                </a:rPr>
                <a:t>稳定平衡点</a:t>
              </a:r>
              <a:r>
                <a:rPr lang="en-US" altLang="zh-CN" sz="2800" b="1">
                  <a:solidFill>
                    <a:srgbClr val="FF3300"/>
                  </a:solidFill>
                </a:rPr>
                <a:t>.</a:t>
              </a:r>
            </a:p>
          </p:txBody>
        </p:sp>
      </p:grpSp>
      <p:sp>
        <p:nvSpPr>
          <p:cNvPr id="56334" name="Text Box 14">
            <a:extLst>
              <a:ext uri="{FF2B5EF4-FFF2-40B4-BE49-F238E27FC236}">
                <a16:creationId xmlns:a16="http://schemas.microsoft.com/office/drawing/2014/main" id="{70B6DF48-4916-4B5A-9DF4-F7936697B7FF}"/>
              </a:ext>
            </a:extLst>
          </p:cNvPr>
          <p:cNvSpPr txBox="1">
            <a:spLocks noChangeArrowheads="1"/>
          </p:cNvSpPr>
          <p:nvPr/>
        </p:nvSpPr>
        <p:spPr bwMode="auto">
          <a:xfrm>
            <a:off x="838200" y="3992563"/>
            <a:ext cx="7086600" cy="519112"/>
          </a:xfrm>
          <a:prstGeom prst="rect">
            <a:avLst/>
          </a:prstGeom>
          <a:solidFill>
            <a:srgbClr val="99FF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不求</a:t>
            </a:r>
            <a:r>
              <a:rPr lang="en-US" altLang="zh-CN" sz="2800" b="1" i="1"/>
              <a:t>x</a:t>
            </a:r>
            <a:r>
              <a:rPr lang="en-US" altLang="zh-CN" sz="2800" b="1"/>
              <a:t>(</a:t>
            </a:r>
            <a:r>
              <a:rPr lang="en-US" altLang="zh-CN" sz="2800" b="1" i="1"/>
              <a:t>t</a:t>
            </a:r>
            <a:r>
              <a:rPr lang="en-US" altLang="zh-CN" sz="2800" b="1"/>
              <a:t>), </a:t>
            </a:r>
            <a:r>
              <a:rPr lang="zh-CN" altLang="en-US" sz="2800" b="1"/>
              <a:t>判断</a:t>
            </a:r>
            <a:r>
              <a:rPr lang="en-US" altLang="zh-CN" sz="2800" b="1" i="1"/>
              <a:t>x</a:t>
            </a:r>
            <a:r>
              <a:rPr lang="en-US" altLang="zh-CN" sz="2800" b="1" baseline="-25000"/>
              <a:t>0</a:t>
            </a:r>
            <a:r>
              <a:rPr lang="zh-CN" altLang="en-US" sz="2800" b="1"/>
              <a:t>稳定性的方法</a:t>
            </a:r>
            <a:r>
              <a:rPr lang="en-US" altLang="zh-CN" sz="2800" b="1"/>
              <a:t>——</a:t>
            </a:r>
            <a:r>
              <a:rPr lang="zh-CN" altLang="en-US" sz="2800" b="1">
                <a:solidFill>
                  <a:srgbClr val="FF3300"/>
                </a:solidFill>
              </a:rPr>
              <a:t>直接法</a:t>
            </a:r>
          </a:p>
        </p:txBody>
      </p:sp>
      <p:graphicFrame>
        <p:nvGraphicFramePr>
          <p:cNvPr id="56335" name="Object 15">
            <a:extLst>
              <a:ext uri="{FF2B5EF4-FFF2-40B4-BE49-F238E27FC236}">
                <a16:creationId xmlns:a16="http://schemas.microsoft.com/office/drawing/2014/main" id="{F628769E-F2C2-4697-86B0-951E65718BA7}"/>
              </a:ext>
            </a:extLst>
          </p:cNvPr>
          <p:cNvGraphicFramePr>
            <a:graphicFrameLocks noChangeAspect="1"/>
          </p:cNvGraphicFramePr>
          <p:nvPr/>
        </p:nvGraphicFramePr>
        <p:xfrm>
          <a:off x="4572000" y="4619625"/>
          <a:ext cx="3671888" cy="536575"/>
        </p:xfrm>
        <a:graphic>
          <a:graphicData uri="http://schemas.openxmlformats.org/presentationml/2006/ole">
            <mc:AlternateContent xmlns:mc="http://schemas.openxmlformats.org/markup-compatibility/2006">
              <mc:Choice xmlns:v="urn:schemas-microsoft-com:vml" Requires="v">
                <p:oleObj spid="_x0000_s44063" name="公式" r:id="rId9" imgW="1777229" imgH="253890" progId="Equation.3">
                  <p:embed/>
                </p:oleObj>
              </mc:Choice>
              <mc:Fallback>
                <p:oleObj name="公式" r:id="rId9" imgW="1777229" imgH="253890" progId="Equation.3">
                  <p:embed/>
                  <p:pic>
                    <p:nvPicPr>
                      <p:cNvPr id="0" name="Object 1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72000" y="4619625"/>
                        <a:ext cx="3671888" cy="536575"/>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6336" name="Text Box 16">
            <a:extLst>
              <a:ext uri="{FF2B5EF4-FFF2-40B4-BE49-F238E27FC236}">
                <a16:creationId xmlns:a16="http://schemas.microsoft.com/office/drawing/2014/main" id="{1BAE7DEA-7230-418E-AF91-0802C5CDA433}"/>
              </a:ext>
            </a:extLst>
          </p:cNvPr>
          <p:cNvSpPr txBox="1">
            <a:spLocks noChangeArrowheads="1"/>
          </p:cNvSpPr>
          <p:nvPr/>
        </p:nvSpPr>
        <p:spPr bwMode="auto">
          <a:xfrm>
            <a:off x="827088" y="4619625"/>
            <a:ext cx="3276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a:t>(1)</a:t>
            </a:r>
            <a:r>
              <a:rPr lang="zh-CN" altLang="en-US" sz="2800" b="1"/>
              <a:t>的近似线性方程</a:t>
            </a:r>
          </a:p>
        </p:txBody>
      </p:sp>
      <p:graphicFrame>
        <p:nvGraphicFramePr>
          <p:cNvPr id="56337" name="Object 17">
            <a:extLst>
              <a:ext uri="{FF2B5EF4-FFF2-40B4-BE49-F238E27FC236}">
                <a16:creationId xmlns:a16="http://schemas.microsoft.com/office/drawing/2014/main" id="{B38F7300-D7B0-4EBE-B62B-997DD70D8C02}"/>
              </a:ext>
            </a:extLst>
          </p:cNvPr>
          <p:cNvGraphicFramePr>
            <a:graphicFrameLocks noChangeAspect="1"/>
          </p:cNvGraphicFramePr>
          <p:nvPr/>
        </p:nvGraphicFramePr>
        <p:xfrm>
          <a:off x="1609725" y="5287963"/>
          <a:ext cx="5095875" cy="579437"/>
        </p:xfrm>
        <a:graphic>
          <a:graphicData uri="http://schemas.openxmlformats.org/presentationml/2006/ole">
            <mc:AlternateContent xmlns:mc="http://schemas.openxmlformats.org/markup-compatibility/2006">
              <mc:Choice xmlns:v="urn:schemas-microsoft-com:vml" Requires="v">
                <p:oleObj spid="_x0000_s44064" name="公式" r:id="rId11" imgW="2400300" imgH="266700" progId="Equation.3">
                  <p:embed/>
                </p:oleObj>
              </mc:Choice>
              <mc:Fallback>
                <p:oleObj name="公式" r:id="rId11" imgW="2400300" imgH="266700" progId="Equation.3">
                  <p:embed/>
                  <p:pic>
                    <p:nvPicPr>
                      <p:cNvPr id="0" name="Object 1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609725" y="5287963"/>
                        <a:ext cx="5095875" cy="579437"/>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38" name="Object 18">
            <a:extLst>
              <a:ext uri="{FF2B5EF4-FFF2-40B4-BE49-F238E27FC236}">
                <a16:creationId xmlns:a16="http://schemas.microsoft.com/office/drawing/2014/main" id="{4056B87E-5363-41FB-85B6-8952A272352A}"/>
              </a:ext>
            </a:extLst>
          </p:cNvPr>
          <p:cNvGraphicFramePr>
            <a:graphicFrameLocks noChangeAspect="1"/>
          </p:cNvGraphicFramePr>
          <p:nvPr/>
        </p:nvGraphicFramePr>
        <p:xfrm>
          <a:off x="1560513" y="5973763"/>
          <a:ext cx="5500687" cy="579437"/>
        </p:xfrm>
        <a:graphic>
          <a:graphicData uri="http://schemas.openxmlformats.org/presentationml/2006/ole">
            <mc:AlternateContent xmlns:mc="http://schemas.openxmlformats.org/markup-compatibility/2006">
              <mc:Choice xmlns:v="urn:schemas-microsoft-com:vml" Requires="v">
                <p:oleObj spid="_x0000_s44065" name="公式" r:id="rId13" imgW="2590800" imgH="266700" progId="Equation.3">
                  <p:embed/>
                </p:oleObj>
              </mc:Choice>
              <mc:Fallback>
                <p:oleObj name="公式" r:id="rId13" imgW="2590800" imgH="266700" progId="Equation.3">
                  <p:embed/>
                  <p:pic>
                    <p:nvPicPr>
                      <p:cNvPr id="0" name="Object 1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560513" y="5973763"/>
                        <a:ext cx="5500687" cy="579437"/>
                      </a:xfrm>
                      <a:prstGeom prst="rect">
                        <a:avLst/>
                      </a:prstGeom>
                      <a:noFill/>
                      <a:ln>
                        <a:noFill/>
                      </a:ln>
                      <a:effectLst/>
                      <a:extLst>
                        <a:ext uri="{909E8E84-426E-40DD-AFC4-6F175D3DCCD1}">
                          <a14:hiddenFill xmlns:a14="http://schemas.microsoft.com/office/drawing/2010/main">
                            <a:solidFill>
                              <a:srgbClr val="33CC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4035"/>
                                        </p:tgtEl>
                                        <p:attrNameLst>
                                          <p:attrName>style.visibility</p:attrName>
                                        </p:attrNameLst>
                                      </p:cBhvr>
                                      <p:to>
                                        <p:strVal val="visible"/>
                                      </p:to>
                                    </p:set>
                                    <p:animEffect transition="in" filter="box(in)">
                                      <p:cBhvr>
                                        <p:cTn id="7" dur="1000"/>
                                        <p:tgtEl>
                                          <p:spTgt spid="4403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56327"/>
                                        </p:tgtEl>
                                        <p:attrNameLst>
                                          <p:attrName>style.visibility</p:attrName>
                                        </p:attrNameLst>
                                      </p:cBhvr>
                                      <p:to>
                                        <p:strVal val="visible"/>
                                      </p:to>
                                    </p:set>
                                    <p:animEffect transition="in" filter="box(in)">
                                      <p:cBhvr>
                                        <p:cTn id="12" dur="1000"/>
                                        <p:tgtEl>
                                          <p:spTgt spid="5632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7" presetClass="entr" presetSubtype="10" fill="hold" grpId="0" nodeType="clickEffect">
                                  <p:stCondLst>
                                    <p:cond delay="0"/>
                                  </p:stCondLst>
                                  <p:childTnLst>
                                    <p:set>
                                      <p:cBhvr>
                                        <p:cTn id="16" dur="1" fill="hold">
                                          <p:stCondLst>
                                            <p:cond delay="0"/>
                                          </p:stCondLst>
                                        </p:cTn>
                                        <p:tgtEl>
                                          <p:spTgt spid="56328"/>
                                        </p:tgtEl>
                                        <p:attrNameLst>
                                          <p:attrName>style.visibility</p:attrName>
                                        </p:attrNameLst>
                                      </p:cBhvr>
                                      <p:to>
                                        <p:strVal val="visible"/>
                                      </p:to>
                                    </p:set>
                                    <p:anim calcmode="lin" valueType="num">
                                      <p:cBhvr>
                                        <p:cTn id="17" dur="1000" fill="hold"/>
                                        <p:tgtEl>
                                          <p:spTgt spid="56328"/>
                                        </p:tgtEl>
                                        <p:attrNameLst>
                                          <p:attrName>ppt_w</p:attrName>
                                        </p:attrNameLst>
                                      </p:cBhvr>
                                      <p:tavLst>
                                        <p:tav tm="0">
                                          <p:val>
                                            <p:fltVal val="0"/>
                                          </p:val>
                                        </p:tav>
                                        <p:tav tm="100000">
                                          <p:val>
                                            <p:strVal val="#ppt_w"/>
                                          </p:val>
                                        </p:tav>
                                      </p:tavLst>
                                    </p:anim>
                                    <p:anim calcmode="lin" valueType="num">
                                      <p:cBhvr>
                                        <p:cTn id="18" dur="1000" fill="hold"/>
                                        <p:tgtEl>
                                          <p:spTgt spid="56328"/>
                                        </p:tgtEl>
                                        <p:attrNameLst>
                                          <p:attrName>ppt_h</p:attrName>
                                        </p:attrNameLst>
                                      </p:cBhvr>
                                      <p:tavLst>
                                        <p:tav tm="0">
                                          <p:val>
                                            <p:strVal val="#ppt_h"/>
                                          </p:val>
                                        </p:tav>
                                        <p:tav tm="100000">
                                          <p:val>
                                            <p:strVal val="#ppt_h"/>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17" presetClass="entr" presetSubtype="10" fill="hold" nodeType="clickEffect">
                                  <p:stCondLst>
                                    <p:cond delay="0"/>
                                  </p:stCondLst>
                                  <p:childTnLst>
                                    <p:set>
                                      <p:cBhvr>
                                        <p:cTn id="22" dur="1" fill="hold">
                                          <p:stCondLst>
                                            <p:cond delay="0"/>
                                          </p:stCondLst>
                                        </p:cTn>
                                        <p:tgtEl>
                                          <p:spTgt spid="56329"/>
                                        </p:tgtEl>
                                        <p:attrNameLst>
                                          <p:attrName>style.visibility</p:attrName>
                                        </p:attrNameLst>
                                      </p:cBhvr>
                                      <p:to>
                                        <p:strVal val="visible"/>
                                      </p:to>
                                    </p:set>
                                    <p:anim calcmode="lin" valueType="num">
                                      <p:cBhvr>
                                        <p:cTn id="23" dur="1000" fill="hold"/>
                                        <p:tgtEl>
                                          <p:spTgt spid="56329"/>
                                        </p:tgtEl>
                                        <p:attrNameLst>
                                          <p:attrName>ppt_w</p:attrName>
                                        </p:attrNameLst>
                                      </p:cBhvr>
                                      <p:tavLst>
                                        <p:tav tm="0">
                                          <p:val>
                                            <p:fltVal val="0"/>
                                          </p:val>
                                        </p:tav>
                                        <p:tav tm="100000">
                                          <p:val>
                                            <p:strVal val="#ppt_w"/>
                                          </p:val>
                                        </p:tav>
                                      </p:tavLst>
                                    </p:anim>
                                    <p:anim calcmode="lin" valueType="num">
                                      <p:cBhvr>
                                        <p:cTn id="24" dur="1000" fill="hold"/>
                                        <p:tgtEl>
                                          <p:spTgt spid="56329"/>
                                        </p:tgtEl>
                                        <p:attrNameLst>
                                          <p:attrName>ppt_h</p:attrName>
                                        </p:attrNameLst>
                                      </p:cBhvr>
                                      <p:tavLst>
                                        <p:tav tm="0">
                                          <p:val>
                                            <p:strVal val="#ppt_h"/>
                                          </p:val>
                                        </p:tav>
                                        <p:tav tm="100000">
                                          <p:val>
                                            <p:strVal val="#ppt_h"/>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5" presetClass="entr" presetSubtype="10" fill="hold" nodeType="clickEffect">
                                  <p:stCondLst>
                                    <p:cond delay="0"/>
                                  </p:stCondLst>
                                  <p:childTnLst>
                                    <p:set>
                                      <p:cBhvr>
                                        <p:cTn id="28" dur="1" fill="hold">
                                          <p:stCondLst>
                                            <p:cond delay="0"/>
                                          </p:stCondLst>
                                        </p:cTn>
                                        <p:tgtEl>
                                          <p:spTgt spid="2"/>
                                        </p:tgtEl>
                                        <p:attrNameLst>
                                          <p:attrName>style.visibility</p:attrName>
                                        </p:attrNameLst>
                                      </p:cBhvr>
                                      <p:to>
                                        <p:strVal val="visible"/>
                                      </p:to>
                                    </p:set>
                                    <p:animEffect transition="in" filter="checkerboard(across)">
                                      <p:cBhvr>
                                        <p:cTn id="29" dur="1000"/>
                                        <p:tgtEl>
                                          <p:spTgt spid="2"/>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5" presetClass="entr" presetSubtype="10" fill="hold" grpId="0" nodeType="clickEffect">
                                  <p:stCondLst>
                                    <p:cond delay="0"/>
                                  </p:stCondLst>
                                  <p:childTnLst>
                                    <p:set>
                                      <p:cBhvr>
                                        <p:cTn id="33" dur="1" fill="hold">
                                          <p:stCondLst>
                                            <p:cond delay="0"/>
                                          </p:stCondLst>
                                        </p:cTn>
                                        <p:tgtEl>
                                          <p:spTgt spid="56334"/>
                                        </p:tgtEl>
                                        <p:attrNameLst>
                                          <p:attrName>style.visibility</p:attrName>
                                        </p:attrNameLst>
                                      </p:cBhvr>
                                      <p:to>
                                        <p:strVal val="visible"/>
                                      </p:to>
                                    </p:set>
                                    <p:animEffect transition="in" filter="checkerboard(across)">
                                      <p:cBhvr>
                                        <p:cTn id="34" dur="1000"/>
                                        <p:tgtEl>
                                          <p:spTgt spid="56334"/>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16" presetClass="entr" presetSubtype="42" fill="hold" grpId="0" nodeType="clickEffect">
                                  <p:stCondLst>
                                    <p:cond delay="0"/>
                                  </p:stCondLst>
                                  <p:childTnLst>
                                    <p:set>
                                      <p:cBhvr>
                                        <p:cTn id="38" dur="1" fill="hold">
                                          <p:stCondLst>
                                            <p:cond delay="0"/>
                                          </p:stCondLst>
                                        </p:cTn>
                                        <p:tgtEl>
                                          <p:spTgt spid="56336"/>
                                        </p:tgtEl>
                                        <p:attrNameLst>
                                          <p:attrName>style.visibility</p:attrName>
                                        </p:attrNameLst>
                                      </p:cBhvr>
                                      <p:to>
                                        <p:strVal val="visible"/>
                                      </p:to>
                                    </p:set>
                                    <p:animEffect transition="in" filter="barn(outHorizontal)">
                                      <p:cBhvr>
                                        <p:cTn id="39" dur="1000"/>
                                        <p:tgtEl>
                                          <p:spTgt spid="56336"/>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16" presetClass="entr" presetSubtype="42" fill="hold" nodeType="clickEffect">
                                  <p:stCondLst>
                                    <p:cond delay="0"/>
                                  </p:stCondLst>
                                  <p:childTnLst>
                                    <p:set>
                                      <p:cBhvr>
                                        <p:cTn id="43" dur="1" fill="hold">
                                          <p:stCondLst>
                                            <p:cond delay="0"/>
                                          </p:stCondLst>
                                        </p:cTn>
                                        <p:tgtEl>
                                          <p:spTgt spid="56335"/>
                                        </p:tgtEl>
                                        <p:attrNameLst>
                                          <p:attrName>style.visibility</p:attrName>
                                        </p:attrNameLst>
                                      </p:cBhvr>
                                      <p:to>
                                        <p:strVal val="visible"/>
                                      </p:to>
                                    </p:set>
                                    <p:animEffect transition="in" filter="barn(outHorizontal)">
                                      <p:cBhvr>
                                        <p:cTn id="44" dur="1000"/>
                                        <p:tgtEl>
                                          <p:spTgt spid="56335"/>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nodeType="clickEffect">
                                  <p:stCondLst>
                                    <p:cond delay="0"/>
                                  </p:stCondLst>
                                  <p:childTnLst>
                                    <p:set>
                                      <p:cBhvr>
                                        <p:cTn id="48" dur="1" fill="hold">
                                          <p:stCondLst>
                                            <p:cond delay="0"/>
                                          </p:stCondLst>
                                        </p:cTn>
                                        <p:tgtEl>
                                          <p:spTgt spid="56337"/>
                                        </p:tgtEl>
                                        <p:attrNameLst>
                                          <p:attrName>style.visibility</p:attrName>
                                        </p:attrNameLst>
                                      </p:cBhvr>
                                      <p:to>
                                        <p:strVal val="visible"/>
                                      </p:to>
                                    </p:set>
                                    <p:animEffect transition="in" filter="wipe(left)">
                                      <p:cBhvr>
                                        <p:cTn id="49" dur="1000"/>
                                        <p:tgtEl>
                                          <p:spTgt spid="56337"/>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nodeType="clickEffect">
                                  <p:stCondLst>
                                    <p:cond delay="0"/>
                                  </p:stCondLst>
                                  <p:childTnLst>
                                    <p:set>
                                      <p:cBhvr>
                                        <p:cTn id="53" dur="1" fill="hold">
                                          <p:stCondLst>
                                            <p:cond delay="0"/>
                                          </p:stCondLst>
                                        </p:cTn>
                                        <p:tgtEl>
                                          <p:spTgt spid="56338"/>
                                        </p:tgtEl>
                                        <p:attrNameLst>
                                          <p:attrName>style.visibility</p:attrName>
                                        </p:attrNameLst>
                                      </p:cBhvr>
                                      <p:to>
                                        <p:strVal val="visible"/>
                                      </p:to>
                                    </p:set>
                                    <p:animEffect transition="in" filter="wipe(left)">
                                      <p:cBhvr>
                                        <p:cTn id="54" dur="1000"/>
                                        <p:tgtEl>
                                          <p:spTgt spid="563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7" grpId="0" animBg="1" autoUpdateAnimBg="0"/>
      <p:bldP spid="56328" grpId="0" animBg="1" autoUpdateAnimBg="0"/>
      <p:bldP spid="56334" grpId="0" animBg="1" autoUpdateAnimBg="0"/>
      <p:bldP spid="56336"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5058" name="Group 23">
            <a:extLst>
              <a:ext uri="{FF2B5EF4-FFF2-40B4-BE49-F238E27FC236}">
                <a16:creationId xmlns:a16="http://schemas.microsoft.com/office/drawing/2014/main" id="{859E86A9-9E19-4C39-91A3-145E85785116}"/>
              </a:ext>
            </a:extLst>
          </p:cNvPr>
          <p:cNvGrpSpPr>
            <a:grpSpLocks/>
          </p:cNvGrpSpPr>
          <p:nvPr/>
        </p:nvGrpSpPr>
        <p:grpSpPr bwMode="auto">
          <a:xfrm>
            <a:off x="457200" y="304800"/>
            <a:ext cx="7924800" cy="1143000"/>
            <a:chOff x="288" y="192"/>
            <a:chExt cx="4992" cy="720"/>
          </a:xfrm>
        </p:grpSpPr>
        <p:sp>
          <p:nvSpPr>
            <p:cNvPr id="45059" name="Text Box 2">
              <a:extLst>
                <a:ext uri="{FF2B5EF4-FFF2-40B4-BE49-F238E27FC236}">
                  <a16:creationId xmlns:a16="http://schemas.microsoft.com/office/drawing/2014/main" id="{2638BAA4-5240-4D55-B34B-E4A84712D203}"/>
                </a:ext>
              </a:extLst>
            </p:cNvPr>
            <p:cNvSpPr txBox="1">
              <a:spLocks noChangeArrowheads="1"/>
            </p:cNvSpPr>
            <p:nvPr/>
          </p:nvSpPr>
          <p:spPr bwMode="auto">
            <a:xfrm>
              <a:off x="288" y="220"/>
              <a:ext cx="1248" cy="596"/>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线性常系数微分方程组</a:t>
              </a:r>
            </a:p>
          </p:txBody>
        </p:sp>
        <p:graphicFrame>
          <p:nvGraphicFramePr>
            <p:cNvPr id="45060" name="Object 3">
              <a:extLst>
                <a:ext uri="{FF2B5EF4-FFF2-40B4-BE49-F238E27FC236}">
                  <a16:creationId xmlns:a16="http://schemas.microsoft.com/office/drawing/2014/main" id="{53C8893D-CA95-4C3C-B0A7-02EBAB15EED5}"/>
                </a:ext>
              </a:extLst>
            </p:cNvPr>
            <p:cNvGraphicFramePr>
              <a:graphicFrameLocks noChangeAspect="1"/>
            </p:cNvGraphicFramePr>
            <p:nvPr/>
          </p:nvGraphicFramePr>
          <p:xfrm>
            <a:off x="1632" y="192"/>
            <a:ext cx="1392" cy="720"/>
          </p:xfrm>
          <a:graphic>
            <a:graphicData uri="http://schemas.openxmlformats.org/presentationml/2006/ole">
              <mc:AlternateContent xmlns:mc="http://schemas.openxmlformats.org/markup-compatibility/2006">
                <mc:Choice xmlns:v="urn:schemas-microsoft-com:vml" Requires="v">
                  <p:oleObj spid="_x0000_s45097" name="公式" r:id="rId3" imgW="1066800" imgH="520700" progId="Equation.3">
                    <p:embed/>
                  </p:oleObj>
                </mc:Choice>
                <mc:Fallback>
                  <p:oleObj name="公式" r:id="rId3" imgW="1066800" imgH="5207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32" y="192"/>
                          <a:ext cx="1392" cy="720"/>
                        </a:xfrm>
                        <a:prstGeom prst="rect">
                          <a:avLst/>
                        </a:prstGeom>
                        <a:solidFill>
                          <a:srgbClr val="FF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061" name="Text Box 4">
              <a:extLst>
                <a:ext uri="{FF2B5EF4-FFF2-40B4-BE49-F238E27FC236}">
                  <a16:creationId xmlns:a16="http://schemas.microsoft.com/office/drawing/2014/main" id="{C52CEAD4-76A0-44B6-AF74-4F6B8A129446}"/>
                </a:ext>
              </a:extLst>
            </p:cNvPr>
            <p:cNvSpPr txBox="1">
              <a:spLocks noChangeArrowheads="1"/>
            </p:cNvSpPr>
            <p:nvPr/>
          </p:nvSpPr>
          <p:spPr bwMode="auto">
            <a:xfrm>
              <a:off x="3120" y="336"/>
              <a:ext cx="2160" cy="327"/>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的平衡点及其稳定性</a:t>
              </a:r>
            </a:p>
          </p:txBody>
        </p:sp>
      </p:grpSp>
      <p:grpSp>
        <p:nvGrpSpPr>
          <p:cNvPr id="3" name="Group 24">
            <a:extLst>
              <a:ext uri="{FF2B5EF4-FFF2-40B4-BE49-F238E27FC236}">
                <a16:creationId xmlns:a16="http://schemas.microsoft.com/office/drawing/2014/main" id="{6996DD45-F51B-477C-87FC-4F4173E31B98}"/>
              </a:ext>
            </a:extLst>
          </p:cNvPr>
          <p:cNvGrpSpPr>
            <a:grpSpLocks/>
          </p:cNvGrpSpPr>
          <p:nvPr/>
        </p:nvGrpSpPr>
        <p:grpSpPr bwMode="auto">
          <a:xfrm>
            <a:off x="533400" y="1219200"/>
            <a:ext cx="7848600" cy="1143000"/>
            <a:chOff x="336" y="768"/>
            <a:chExt cx="4944" cy="720"/>
          </a:xfrm>
        </p:grpSpPr>
        <p:sp>
          <p:nvSpPr>
            <p:cNvPr id="45063" name="Text Box 5">
              <a:extLst>
                <a:ext uri="{FF2B5EF4-FFF2-40B4-BE49-F238E27FC236}">
                  <a16:creationId xmlns:a16="http://schemas.microsoft.com/office/drawing/2014/main" id="{E949C3E2-EC81-420C-88E6-C02496F65CA3}"/>
                </a:ext>
              </a:extLst>
            </p:cNvPr>
            <p:cNvSpPr txBox="1">
              <a:spLocks noChangeArrowheads="1"/>
            </p:cNvSpPr>
            <p:nvPr/>
          </p:nvSpPr>
          <p:spPr bwMode="auto">
            <a:xfrm>
              <a:off x="336" y="960"/>
              <a:ext cx="326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solidFill>
                    <a:srgbClr val="FF0000"/>
                  </a:solidFill>
                </a:rPr>
                <a:t>平衡点</a:t>
              </a:r>
              <a:r>
                <a:rPr lang="en-US" altLang="zh-CN" sz="2800" b="1" i="1"/>
                <a:t>P</a:t>
              </a:r>
              <a:r>
                <a:rPr lang="en-US" altLang="zh-CN" sz="2800" b="1" baseline="-25000"/>
                <a:t>0</a:t>
              </a:r>
              <a:r>
                <a:rPr lang="en-US" altLang="zh-CN" sz="2800" b="1"/>
                <a:t>(</a:t>
              </a:r>
              <a:r>
                <a:rPr lang="en-US" altLang="zh-CN" sz="2800" b="1" i="1"/>
                <a:t>x</a:t>
              </a:r>
              <a:r>
                <a:rPr lang="en-US" altLang="zh-CN" sz="2800" b="1" baseline="-25000"/>
                <a:t>0</a:t>
              </a:r>
              <a:r>
                <a:rPr lang="en-US" altLang="zh-CN" sz="2800" b="1"/>
                <a:t>,</a:t>
              </a:r>
              <a:r>
                <a:rPr lang="en-US" altLang="zh-CN" sz="2800" b="1" i="1"/>
                <a:t>y</a:t>
              </a:r>
              <a:r>
                <a:rPr lang="en-US" altLang="zh-CN" sz="2800" b="1" baseline="-25000"/>
                <a:t>0</a:t>
              </a:r>
              <a:r>
                <a:rPr lang="en-US" altLang="zh-CN" sz="2800" b="1"/>
                <a:t>)=(0,0) ~</a:t>
              </a:r>
              <a:r>
                <a:rPr lang="zh-CN" altLang="en-US" sz="2800" b="1"/>
                <a:t>代数方程</a:t>
              </a:r>
            </a:p>
          </p:txBody>
        </p:sp>
        <p:graphicFrame>
          <p:nvGraphicFramePr>
            <p:cNvPr id="45064" name="Object 6">
              <a:extLst>
                <a:ext uri="{FF2B5EF4-FFF2-40B4-BE49-F238E27FC236}">
                  <a16:creationId xmlns:a16="http://schemas.microsoft.com/office/drawing/2014/main" id="{3E857160-C1A4-4BF6-A340-9FB710D714B2}"/>
                </a:ext>
              </a:extLst>
            </p:cNvPr>
            <p:cNvGraphicFramePr>
              <a:graphicFrameLocks noChangeAspect="1"/>
            </p:cNvGraphicFramePr>
            <p:nvPr/>
          </p:nvGraphicFramePr>
          <p:xfrm>
            <a:off x="3531" y="768"/>
            <a:ext cx="1125" cy="720"/>
          </p:xfrm>
          <a:graphic>
            <a:graphicData uri="http://schemas.openxmlformats.org/presentationml/2006/ole">
              <mc:AlternateContent xmlns:mc="http://schemas.openxmlformats.org/markup-compatibility/2006">
                <mc:Choice xmlns:v="urn:schemas-microsoft-com:vml" Requires="v">
                  <p:oleObj spid="_x0000_s45098" name="公式" r:id="rId5" imgW="863225" imgH="520474" progId="Equation.3">
                    <p:embed/>
                  </p:oleObj>
                </mc:Choice>
                <mc:Fallback>
                  <p:oleObj name="公式" r:id="rId5" imgW="863225" imgH="520474"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31" y="768"/>
                          <a:ext cx="1125" cy="7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065" name="Text Box 7">
              <a:extLst>
                <a:ext uri="{FF2B5EF4-FFF2-40B4-BE49-F238E27FC236}">
                  <a16:creationId xmlns:a16="http://schemas.microsoft.com/office/drawing/2014/main" id="{5F43BB0C-942A-44E8-A517-F11E0207E82E}"/>
                </a:ext>
              </a:extLst>
            </p:cNvPr>
            <p:cNvSpPr txBox="1">
              <a:spLocks noChangeArrowheads="1"/>
            </p:cNvSpPr>
            <p:nvPr/>
          </p:nvSpPr>
          <p:spPr bwMode="auto">
            <a:xfrm>
              <a:off x="4656" y="960"/>
              <a:ext cx="62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的根</a:t>
              </a:r>
            </a:p>
          </p:txBody>
        </p:sp>
      </p:grpSp>
      <p:grpSp>
        <p:nvGrpSpPr>
          <p:cNvPr id="4" name="Group 26">
            <a:extLst>
              <a:ext uri="{FF2B5EF4-FFF2-40B4-BE49-F238E27FC236}">
                <a16:creationId xmlns:a16="http://schemas.microsoft.com/office/drawing/2014/main" id="{8495F0CC-BDC6-430B-B144-2C335265D18D}"/>
              </a:ext>
            </a:extLst>
          </p:cNvPr>
          <p:cNvGrpSpPr>
            <a:grpSpLocks/>
          </p:cNvGrpSpPr>
          <p:nvPr/>
        </p:nvGrpSpPr>
        <p:grpSpPr bwMode="auto">
          <a:xfrm>
            <a:off x="457200" y="2286000"/>
            <a:ext cx="8001000" cy="1425575"/>
            <a:chOff x="288" y="1440"/>
            <a:chExt cx="5040" cy="898"/>
          </a:xfrm>
        </p:grpSpPr>
        <p:sp>
          <p:nvSpPr>
            <p:cNvPr id="45067" name="Text Box 9">
              <a:extLst>
                <a:ext uri="{FF2B5EF4-FFF2-40B4-BE49-F238E27FC236}">
                  <a16:creationId xmlns:a16="http://schemas.microsoft.com/office/drawing/2014/main" id="{04A8FE79-BFBD-46B8-81C6-FC5C842606F4}"/>
                </a:ext>
              </a:extLst>
            </p:cNvPr>
            <p:cNvSpPr txBox="1">
              <a:spLocks noChangeArrowheads="1"/>
            </p:cNvSpPr>
            <p:nvPr/>
          </p:nvSpPr>
          <p:spPr bwMode="auto">
            <a:xfrm>
              <a:off x="288" y="1440"/>
              <a:ext cx="4848" cy="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40000"/>
                </a:lnSpc>
                <a:spcBef>
                  <a:spcPct val="50000"/>
                </a:spcBef>
              </a:pPr>
              <a:r>
                <a:rPr lang="zh-CN" altLang="en-US" sz="2800" b="1"/>
                <a:t>若从</a:t>
              </a:r>
              <a:r>
                <a:rPr lang="en-US" altLang="zh-CN" sz="2800" b="1" i="1"/>
                <a:t>P</a:t>
              </a:r>
              <a:r>
                <a:rPr lang="en-US" altLang="zh-CN" sz="2800" b="1" baseline="-25000"/>
                <a:t>0</a:t>
              </a:r>
              <a:r>
                <a:rPr lang="zh-CN" altLang="en-US" sz="2800" b="1"/>
                <a:t>某邻域的任一初值出发，都有</a:t>
              </a:r>
              <a:endParaRPr lang="zh-CN" altLang="en-US" sz="2800" b="1" baseline="-25000"/>
            </a:p>
          </p:txBody>
        </p:sp>
        <p:graphicFrame>
          <p:nvGraphicFramePr>
            <p:cNvPr id="45068" name="Object 10">
              <a:extLst>
                <a:ext uri="{FF2B5EF4-FFF2-40B4-BE49-F238E27FC236}">
                  <a16:creationId xmlns:a16="http://schemas.microsoft.com/office/drawing/2014/main" id="{91BED1A6-CC28-4DD0-A937-35A2C0788A2A}"/>
                </a:ext>
              </a:extLst>
            </p:cNvPr>
            <p:cNvGraphicFramePr>
              <a:graphicFrameLocks noChangeAspect="1"/>
            </p:cNvGraphicFramePr>
            <p:nvPr/>
          </p:nvGraphicFramePr>
          <p:xfrm>
            <a:off x="3947" y="1502"/>
            <a:ext cx="1381" cy="418"/>
          </p:xfrm>
          <a:graphic>
            <a:graphicData uri="http://schemas.openxmlformats.org/presentationml/2006/ole">
              <mc:AlternateContent xmlns:mc="http://schemas.openxmlformats.org/markup-compatibility/2006">
                <mc:Choice xmlns:v="urn:schemas-microsoft-com:vml" Requires="v">
                  <p:oleObj spid="_x0000_s45099" name="公式" r:id="rId7" imgW="1002865" imgH="304668" progId="Equation.3">
                    <p:embed/>
                  </p:oleObj>
                </mc:Choice>
                <mc:Fallback>
                  <p:oleObj name="公式" r:id="rId7" imgW="1002865" imgH="304668" progId="Equation.3">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47" y="1502"/>
                          <a:ext cx="1381" cy="418"/>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069" name="Text Box 11">
              <a:extLst>
                <a:ext uri="{FF2B5EF4-FFF2-40B4-BE49-F238E27FC236}">
                  <a16:creationId xmlns:a16="http://schemas.microsoft.com/office/drawing/2014/main" id="{074E06B5-A56A-4A8F-ADB2-C1EEBF47DC00}"/>
                </a:ext>
              </a:extLst>
            </p:cNvPr>
            <p:cNvSpPr txBox="1">
              <a:spLocks noChangeArrowheads="1"/>
            </p:cNvSpPr>
            <p:nvPr/>
          </p:nvSpPr>
          <p:spPr bwMode="auto">
            <a:xfrm>
              <a:off x="1824" y="1968"/>
              <a:ext cx="316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称</a:t>
              </a:r>
              <a:r>
                <a:rPr lang="en-US" altLang="zh-CN" sz="2800" b="1" i="1"/>
                <a:t>P</a:t>
              </a:r>
              <a:r>
                <a:rPr lang="en-US" altLang="zh-CN" sz="2800" b="1" baseline="-25000"/>
                <a:t>0</a:t>
              </a:r>
              <a:r>
                <a:rPr lang="zh-CN" altLang="en-US" sz="2800" b="1"/>
                <a:t>是微分方程的</a:t>
              </a:r>
              <a:r>
                <a:rPr lang="zh-CN" altLang="en-US" sz="2800" b="1">
                  <a:solidFill>
                    <a:srgbClr val="FF3300"/>
                  </a:solidFill>
                </a:rPr>
                <a:t>稳定平衡点</a:t>
              </a:r>
            </a:p>
          </p:txBody>
        </p:sp>
        <p:graphicFrame>
          <p:nvGraphicFramePr>
            <p:cNvPr id="45070" name="Object 12">
              <a:extLst>
                <a:ext uri="{FF2B5EF4-FFF2-40B4-BE49-F238E27FC236}">
                  <a16:creationId xmlns:a16="http://schemas.microsoft.com/office/drawing/2014/main" id="{85355994-41F5-43C3-8332-B9B761597A35}"/>
                </a:ext>
              </a:extLst>
            </p:cNvPr>
            <p:cNvGraphicFramePr>
              <a:graphicFrameLocks noChangeAspect="1"/>
            </p:cNvGraphicFramePr>
            <p:nvPr/>
          </p:nvGraphicFramePr>
          <p:xfrm>
            <a:off x="384" y="1920"/>
            <a:ext cx="1418" cy="418"/>
          </p:xfrm>
          <a:graphic>
            <a:graphicData uri="http://schemas.openxmlformats.org/presentationml/2006/ole">
              <mc:AlternateContent xmlns:mc="http://schemas.openxmlformats.org/markup-compatibility/2006">
                <mc:Choice xmlns:v="urn:schemas-microsoft-com:vml" Requires="v">
                  <p:oleObj spid="_x0000_s45100" name="公式" r:id="rId9" imgW="1028254" imgH="304668" progId="Equation.3">
                    <p:embed/>
                  </p:oleObj>
                </mc:Choice>
                <mc:Fallback>
                  <p:oleObj name="公式" r:id="rId9" imgW="1028254" imgH="304668" progId="Equation.3">
                    <p:embed/>
                    <p:pic>
                      <p:nvPicPr>
                        <p:cNvPr id="0" name="Object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4" y="1920"/>
                          <a:ext cx="1418" cy="418"/>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5" name="Group 19">
            <a:extLst>
              <a:ext uri="{FF2B5EF4-FFF2-40B4-BE49-F238E27FC236}">
                <a16:creationId xmlns:a16="http://schemas.microsoft.com/office/drawing/2014/main" id="{AABE4550-3DB8-41F1-ACB5-A02D51ADD00C}"/>
              </a:ext>
            </a:extLst>
          </p:cNvPr>
          <p:cNvGrpSpPr>
            <a:grpSpLocks/>
          </p:cNvGrpSpPr>
          <p:nvPr/>
        </p:nvGrpSpPr>
        <p:grpSpPr bwMode="auto">
          <a:xfrm>
            <a:off x="533400" y="3733800"/>
            <a:ext cx="3657600" cy="1022350"/>
            <a:chOff x="336" y="2544"/>
            <a:chExt cx="2304" cy="644"/>
          </a:xfrm>
        </p:grpSpPr>
        <p:sp>
          <p:nvSpPr>
            <p:cNvPr id="45072" name="Text Box 13">
              <a:extLst>
                <a:ext uri="{FF2B5EF4-FFF2-40B4-BE49-F238E27FC236}">
                  <a16:creationId xmlns:a16="http://schemas.microsoft.com/office/drawing/2014/main" id="{20312219-75B3-4CCD-9A71-3C34CF37ECF1}"/>
                </a:ext>
              </a:extLst>
            </p:cNvPr>
            <p:cNvSpPr txBox="1">
              <a:spLocks noChangeArrowheads="1"/>
            </p:cNvSpPr>
            <p:nvPr/>
          </p:nvSpPr>
          <p:spPr bwMode="auto">
            <a:xfrm>
              <a:off x="336" y="2688"/>
              <a:ext cx="1296" cy="327"/>
            </a:xfrm>
            <a:prstGeom prst="rect">
              <a:avLst/>
            </a:prstGeom>
            <a:solidFill>
              <a:srgbClr val="99FF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记系数矩阵</a:t>
              </a:r>
            </a:p>
          </p:txBody>
        </p:sp>
        <p:graphicFrame>
          <p:nvGraphicFramePr>
            <p:cNvPr id="45073" name="Object 14">
              <a:extLst>
                <a:ext uri="{FF2B5EF4-FFF2-40B4-BE49-F238E27FC236}">
                  <a16:creationId xmlns:a16="http://schemas.microsoft.com/office/drawing/2014/main" id="{73D09285-432E-41C7-93E4-D9F35E6FB152}"/>
                </a:ext>
              </a:extLst>
            </p:cNvPr>
            <p:cNvGraphicFramePr>
              <a:graphicFrameLocks noChangeAspect="1"/>
            </p:cNvGraphicFramePr>
            <p:nvPr/>
          </p:nvGraphicFramePr>
          <p:xfrm>
            <a:off x="1632" y="2544"/>
            <a:ext cx="1008" cy="644"/>
          </p:xfrm>
          <a:graphic>
            <a:graphicData uri="http://schemas.openxmlformats.org/presentationml/2006/ole">
              <mc:AlternateContent xmlns:mc="http://schemas.openxmlformats.org/markup-compatibility/2006">
                <mc:Choice xmlns:v="urn:schemas-microsoft-com:vml" Requires="v">
                  <p:oleObj spid="_x0000_s45101" name="公式" r:id="rId11" imgW="901309" imgH="558558" progId="Equation.3">
                    <p:embed/>
                  </p:oleObj>
                </mc:Choice>
                <mc:Fallback>
                  <p:oleObj name="公式" r:id="rId11" imgW="901309" imgH="558558" progId="Equation.3">
                    <p:embed/>
                    <p:pic>
                      <p:nvPicPr>
                        <p:cNvPr id="0" name="Object 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632" y="2544"/>
                          <a:ext cx="1008" cy="644"/>
                        </a:xfrm>
                        <a:prstGeom prst="rect">
                          <a:avLst/>
                        </a:prstGeom>
                        <a:solidFill>
                          <a:srgbClr val="99FF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6" name="Group 20">
            <a:extLst>
              <a:ext uri="{FF2B5EF4-FFF2-40B4-BE49-F238E27FC236}">
                <a16:creationId xmlns:a16="http://schemas.microsoft.com/office/drawing/2014/main" id="{85A987EB-9E79-4B46-AA69-BFED8CE6A5FA}"/>
              </a:ext>
            </a:extLst>
          </p:cNvPr>
          <p:cNvGrpSpPr>
            <a:grpSpLocks/>
          </p:cNvGrpSpPr>
          <p:nvPr/>
        </p:nvGrpSpPr>
        <p:grpSpPr bwMode="auto">
          <a:xfrm>
            <a:off x="4648200" y="3962400"/>
            <a:ext cx="4100513" cy="530225"/>
            <a:chOff x="2928" y="2688"/>
            <a:chExt cx="2448" cy="334"/>
          </a:xfrm>
        </p:grpSpPr>
        <p:sp>
          <p:nvSpPr>
            <p:cNvPr id="45075" name="Text Box 15">
              <a:extLst>
                <a:ext uri="{FF2B5EF4-FFF2-40B4-BE49-F238E27FC236}">
                  <a16:creationId xmlns:a16="http://schemas.microsoft.com/office/drawing/2014/main" id="{9F0E6FE8-9B70-4F2E-A116-42A15207C036}"/>
                </a:ext>
              </a:extLst>
            </p:cNvPr>
            <p:cNvSpPr txBox="1">
              <a:spLocks noChangeArrowheads="1"/>
            </p:cNvSpPr>
            <p:nvPr/>
          </p:nvSpPr>
          <p:spPr bwMode="auto">
            <a:xfrm>
              <a:off x="2928" y="2688"/>
              <a:ext cx="110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特征方程</a:t>
              </a:r>
            </a:p>
          </p:txBody>
        </p:sp>
        <p:graphicFrame>
          <p:nvGraphicFramePr>
            <p:cNvPr id="45076" name="Object 16">
              <a:extLst>
                <a:ext uri="{FF2B5EF4-FFF2-40B4-BE49-F238E27FC236}">
                  <a16:creationId xmlns:a16="http://schemas.microsoft.com/office/drawing/2014/main" id="{70FDEC09-499A-486F-BB5D-5F37343C2AA2}"/>
                </a:ext>
              </a:extLst>
            </p:cNvPr>
            <p:cNvGraphicFramePr>
              <a:graphicFrameLocks noChangeAspect="1"/>
            </p:cNvGraphicFramePr>
            <p:nvPr/>
          </p:nvGraphicFramePr>
          <p:xfrm>
            <a:off x="3984" y="2688"/>
            <a:ext cx="1392" cy="334"/>
          </p:xfrm>
          <a:graphic>
            <a:graphicData uri="http://schemas.openxmlformats.org/presentationml/2006/ole">
              <mc:AlternateContent xmlns:mc="http://schemas.openxmlformats.org/markup-compatibility/2006">
                <mc:Choice xmlns:v="urn:schemas-microsoft-com:vml" Requires="v">
                  <p:oleObj spid="_x0000_s45102" name="公式" r:id="rId13" imgW="1168400" imgH="241300" progId="Equation.3">
                    <p:embed/>
                  </p:oleObj>
                </mc:Choice>
                <mc:Fallback>
                  <p:oleObj name="公式" r:id="rId13" imgW="1168400" imgH="241300" progId="Equation.3">
                    <p:embed/>
                    <p:pic>
                      <p:nvPicPr>
                        <p:cNvPr id="0" name="Object 1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984" y="2688"/>
                          <a:ext cx="1392" cy="334"/>
                        </a:xfrm>
                        <a:prstGeom prst="rect">
                          <a:avLst/>
                        </a:prstGeom>
                        <a:noFill/>
                        <a:ln>
                          <a:noFill/>
                        </a:ln>
                        <a:effectLst/>
                        <a:extLst>
                          <a:ext uri="{909E8E84-426E-40DD-AFC4-6F175D3DCCD1}">
                            <a14:hiddenFill xmlns:a14="http://schemas.microsoft.com/office/drawing/2010/main">
                              <a:solidFill>
                                <a:srgbClr val="00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61457" name="Object 17">
            <a:extLst>
              <a:ext uri="{FF2B5EF4-FFF2-40B4-BE49-F238E27FC236}">
                <a16:creationId xmlns:a16="http://schemas.microsoft.com/office/drawing/2014/main" id="{F06D9FAB-1EF7-4E51-B95E-1F49AC11B1F4}"/>
              </a:ext>
            </a:extLst>
          </p:cNvPr>
          <p:cNvGraphicFramePr>
            <a:graphicFrameLocks noChangeAspect="1"/>
          </p:cNvGraphicFramePr>
          <p:nvPr/>
        </p:nvGraphicFramePr>
        <p:xfrm>
          <a:off x="1219200" y="4800600"/>
          <a:ext cx="3048000" cy="1752600"/>
        </p:xfrm>
        <a:graphic>
          <a:graphicData uri="http://schemas.openxmlformats.org/presentationml/2006/ole">
            <mc:AlternateContent xmlns:mc="http://schemas.openxmlformats.org/markup-compatibility/2006">
              <mc:Choice xmlns:v="urn:schemas-microsoft-com:vml" Requires="v">
                <p:oleObj spid="_x0000_s45103" name="公式" r:id="rId15" imgW="1270000" imgH="876300" progId="Equation.3">
                  <p:embed/>
                </p:oleObj>
              </mc:Choice>
              <mc:Fallback>
                <p:oleObj name="公式" r:id="rId15" imgW="1270000" imgH="876300" progId="Equation.3">
                  <p:embed/>
                  <p:pic>
                    <p:nvPicPr>
                      <p:cNvPr id="0" name="Object 1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219200" y="4800600"/>
                        <a:ext cx="3048000" cy="1752600"/>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7" name="Group 25">
            <a:extLst>
              <a:ext uri="{FF2B5EF4-FFF2-40B4-BE49-F238E27FC236}">
                <a16:creationId xmlns:a16="http://schemas.microsoft.com/office/drawing/2014/main" id="{38586869-DFB9-47F6-A747-53406AA95AF7}"/>
              </a:ext>
            </a:extLst>
          </p:cNvPr>
          <p:cNvGrpSpPr>
            <a:grpSpLocks/>
          </p:cNvGrpSpPr>
          <p:nvPr/>
        </p:nvGrpSpPr>
        <p:grpSpPr bwMode="auto">
          <a:xfrm>
            <a:off x="5029200" y="4724400"/>
            <a:ext cx="3646488" cy="1081088"/>
            <a:chOff x="3168" y="2976"/>
            <a:chExt cx="2352" cy="816"/>
          </a:xfrm>
        </p:grpSpPr>
        <p:sp>
          <p:nvSpPr>
            <p:cNvPr id="45079" name="Text Box 21">
              <a:extLst>
                <a:ext uri="{FF2B5EF4-FFF2-40B4-BE49-F238E27FC236}">
                  <a16:creationId xmlns:a16="http://schemas.microsoft.com/office/drawing/2014/main" id="{21EAADD8-DD8F-448E-B9B4-DA5B9B017535}"/>
                </a:ext>
              </a:extLst>
            </p:cNvPr>
            <p:cNvSpPr txBox="1">
              <a:spLocks noChangeArrowheads="1"/>
            </p:cNvSpPr>
            <p:nvPr/>
          </p:nvSpPr>
          <p:spPr bwMode="auto">
            <a:xfrm>
              <a:off x="3600" y="2976"/>
              <a:ext cx="816" cy="392"/>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特征根</a:t>
              </a:r>
            </a:p>
          </p:txBody>
        </p:sp>
        <p:graphicFrame>
          <p:nvGraphicFramePr>
            <p:cNvPr id="45080" name="Object 22">
              <a:extLst>
                <a:ext uri="{FF2B5EF4-FFF2-40B4-BE49-F238E27FC236}">
                  <a16:creationId xmlns:a16="http://schemas.microsoft.com/office/drawing/2014/main" id="{7E044AB2-8A41-4992-8FC6-CCBE814837FA}"/>
                </a:ext>
              </a:extLst>
            </p:cNvPr>
            <p:cNvGraphicFramePr>
              <a:graphicFrameLocks noChangeAspect="1"/>
            </p:cNvGraphicFramePr>
            <p:nvPr/>
          </p:nvGraphicFramePr>
          <p:xfrm>
            <a:off x="3168" y="3348"/>
            <a:ext cx="2352" cy="444"/>
          </p:xfrm>
          <a:graphic>
            <a:graphicData uri="http://schemas.openxmlformats.org/presentationml/2006/ole">
              <mc:AlternateContent xmlns:mc="http://schemas.openxmlformats.org/markup-compatibility/2006">
                <mc:Choice xmlns:v="urn:schemas-microsoft-com:vml" Requires="v">
                  <p:oleObj spid="_x0000_s45104" name="公式" r:id="rId17" imgW="1930400" imgH="304800" progId="Equation.3">
                    <p:embed/>
                  </p:oleObj>
                </mc:Choice>
                <mc:Fallback>
                  <p:oleObj name="公式" r:id="rId17" imgW="1930400" imgH="304800" progId="Equation.3">
                    <p:embed/>
                    <p:pic>
                      <p:nvPicPr>
                        <p:cNvPr id="0" name="Object 2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168" y="3348"/>
                          <a:ext cx="2352" cy="444"/>
                        </a:xfrm>
                        <a:prstGeom prst="rect">
                          <a:avLst/>
                        </a:prstGeom>
                        <a:solidFill>
                          <a:srgbClr val="FF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heckerboard(across)">
                                      <p:cBhvr>
                                        <p:cTn id="7" dur="10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ox(out)">
                                      <p:cBhvr>
                                        <p:cTn id="12" dur="1000"/>
                                        <p:tgtEl>
                                          <p:spTgt spid="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ox(in)">
                                      <p:cBhvr>
                                        <p:cTn id="17" dur="1000"/>
                                        <p:tgtEl>
                                          <p:spTgt spid="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42"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barn(outHorizontal)">
                                      <p:cBhvr>
                                        <p:cTn id="22" dur="1000"/>
                                        <p:tgtEl>
                                          <p:spTgt spid="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61457"/>
                                        </p:tgtEl>
                                        <p:attrNameLst>
                                          <p:attrName>style.visibility</p:attrName>
                                        </p:attrNameLst>
                                      </p:cBhvr>
                                      <p:to>
                                        <p:strVal val="visible"/>
                                      </p:to>
                                    </p:set>
                                    <p:animEffect transition="in" filter="box(in)">
                                      <p:cBhvr>
                                        <p:cTn id="27" dur="1000"/>
                                        <p:tgtEl>
                                          <p:spTgt spid="6145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6" presetClass="entr" presetSubtype="42"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barn(outHorizontal)">
                                      <p:cBhvr>
                                        <p:cTn id="32"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6082" name="Group 2">
            <a:extLst>
              <a:ext uri="{FF2B5EF4-FFF2-40B4-BE49-F238E27FC236}">
                <a16:creationId xmlns:a16="http://schemas.microsoft.com/office/drawing/2014/main" id="{F6969CFC-6A7D-46B6-99D3-60CC4DA7EE28}"/>
              </a:ext>
            </a:extLst>
          </p:cNvPr>
          <p:cNvGrpSpPr>
            <a:grpSpLocks/>
          </p:cNvGrpSpPr>
          <p:nvPr/>
        </p:nvGrpSpPr>
        <p:grpSpPr bwMode="auto">
          <a:xfrm>
            <a:off x="684213" y="549275"/>
            <a:ext cx="7924800" cy="1143000"/>
            <a:chOff x="288" y="192"/>
            <a:chExt cx="4992" cy="720"/>
          </a:xfrm>
        </p:grpSpPr>
        <p:sp>
          <p:nvSpPr>
            <p:cNvPr id="46083" name="Text Box 3">
              <a:extLst>
                <a:ext uri="{FF2B5EF4-FFF2-40B4-BE49-F238E27FC236}">
                  <a16:creationId xmlns:a16="http://schemas.microsoft.com/office/drawing/2014/main" id="{096E2AC8-E304-4818-BDED-4CC1EED54278}"/>
                </a:ext>
              </a:extLst>
            </p:cNvPr>
            <p:cNvSpPr txBox="1">
              <a:spLocks noChangeArrowheads="1"/>
            </p:cNvSpPr>
            <p:nvPr/>
          </p:nvSpPr>
          <p:spPr bwMode="auto">
            <a:xfrm>
              <a:off x="288" y="220"/>
              <a:ext cx="1248" cy="596"/>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线性常系数微分方程组</a:t>
              </a:r>
            </a:p>
          </p:txBody>
        </p:sp>
        <p:graphicFrame>
          <p:nvGraphicFramePr>
            <p:cNvPr id="46084" name="Object 4">
              <a:extLst>
                <a:ext uri="{FF2B5EF4-FFF2-40B4-BE49-F238E27FC236}">
                  <a16:creationId xmlns:a16="http://schemas.microsoft.com/office/drawing/2014/main" id="{A03D9305-DC6A-4EBD-BD21-83391DE6B8C8}"/>
                </a:ext>
              </a:extLst>
            </p:cNvPr>
            <p:cNvGraphicFramePr>
              <a:graphicFrameLocks noChangeAspect="1"/>
            </p:cNvGraphicFramePr>
            <p:nvPr/>
          </p:nvGraphicFramePr>
          <p:xfrm>
            <a:off x="1632" y="192"/>
            <a:ext cx="1392" cy="720"/>
          </p:xfrm>
          <a:graphic>
            <a:graphicData uri="http://schemas.openxmlformats.org/presentationml/2006/ole">
              <mc:AlternateContent xmlns:mc="http://schemas.openxmlformats.org/markup-compatibility/2006">
                <mc:Choice xmlns:v="urn:schemas-microsoft-com:vml" Requires="v">
                  <p:oleObj spid="_x0000_s46110" name="公式" r:id="rId3" imgW="1066800" imgH="520700" progId="Equation.3">
                    <p:embed/>
                  </p:oleObj>
                </mc:Choice>
                <mc:Fallback>
                  <p:oleObj name="公式" r:id="rId3" imgW="1066800" imgH="5207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32" y="192"/>
                          <a:ext cx="1392" cy="720"/>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085" name="Text Box 5">
              <a:extLst>
                <a:ext uri="{FF2B5EF4-FFF2-40B4-BE49-F238E27FC236}">
                  <a16:creationId xmlns:a16="http://schemas.microsoft.com/office/drawing/2014/main" id="{A311AD4E-7178-4BBC-90A6-22EEC2CD1450}"/>
                </a:ext>
              </a:extLst>
            </p:cNvPr>
            <p:cNvSpPr txBox="1">
              <a:spLocks noChangeArrowheads="1"/>
            </p:cNvSpPr>
            <p:nvPr/>
          </p:nvSpPr>
          <p:spPr bwMode="auto">
            <a:xfrm>
              <a:off x="3120" y="336"/>
              <a:ext cx="2160" cy="327"/>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的平衡点及其稳定性</a:t>
              </a:r>
            </a:p>
          </p:txBody>
        </p:sp>
      </p:grpSp>
      <p:grpSp>
        <p:nvGrpSpPr>
          <p:cNvPr id="3" name="Group 13">
            <a:extLst>
              <a:ext uri="{FF2B5EF4-FFF2-40B4-BE49-F238E27FC236}">
                <a16:creationId xmlns:a16="http://schemas.microsoft.com/office/drawing/2014/main" id="{4DDFDF96-95EA-40A1-BE69-6E79F2EFACBF}"/>
              </a:ext>
            </a:extLst>
          </p:cNvPr>
          <p:cNvGrpSpPr>
            <a:grpSpLocks/>
          </p:cNvGrpSpPr>
          <p:nvPr/>
        </p:nvGrpSpPr>
        <p:grpSpPr bwMode="auto">
          <a:xfrm>
            <a:off x="3352800" y="1766888"/>
            <a:ext cx="5105400" cy="704850"/>
            <a:chOff x="2112" y="1524"/>
            <a:chExt cx="3216" cy="444"/>
          </a:xfrm>
        </p:grpSpPr>
        <p:sp>
          <p:nvSpPr>
            <p:cNvPr id="46087" name="Text Box 7">
              <a:extLst>
                <a:ext uri="{FF2B5EF4-FFF2-40B4-BE49-F238E27FC236}">
                  <a16:creationId xmlns:a16="http://schemas.microsoft.com/office/drawing/2014/main" id="{AFB1E140-84EC-427B-88E1-457E2D668BEE}"/>
                </a:ext>
              </a:extLst>
            </p:cNvPr>
            <p:cNvSpPr txBox="1">
              <a:spLocks noChangeArrowheads="1"/>
            </p:cNvSpPr>
            <p:nvPr/>
          </p:nvSpPr>
          <p:spPr bwMode="auto">
            <a:xfrm>
              <a:off x="2112" y="1545"/>
              <a:ext cx="81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特征根</a:t>
              </a:r>
            </a:p>
          </p:txBody>
        </p:sp>
        <p:graphicFrame>
          <p:nvGraphicFramePr>
            <p:cNvPr id="46088" name="Object 8">
              <a:extLst>
                <a:ext uri="{FF2B5EF4-FFF2-40B4-BE49-F238E27FC236}">
                  <a16:creationId xmlns:a16="http://schemas.microsoft.com/office/drawing/2014/main" id="{A503CCFA-9DEF-4E67-AC2D-5CEEEF32FC68}"/>
                </a:ext>
              </a:extLst>
            </p:cNvPr>
            <p:cNvGraphicFramePr>
              <a:graphicFrameLocks noChangeAspect="1"/>
            </p:cNvGraphicFramePr>
            <p:nvPr/>
          </p:nvGraphicFramePr>
          <p:xfrm>
            <a:off x="2976" y="1524"/>
            <a:ext cx="2352" cy="444"/>
          </p:xfrm>
          <a:graphic>
            <a:graphicData uri="http://schemas.openxmlformats.org/presentationml/2006/ole">
              <mc:AlternateContent xmlns:mc="http://schemas.openxmlformats.org/markup-compatibility/2006">
                <mc:Choice xmlns:v="urn:schemas-microsoft-com:vml" Requires="v">
                  <p:oleObj spid="_x0000_s46111" name="公式" r:id="rId5" imgW="1930400" imgH="304800" progId="Equation.3">
                    <p:embed/>
                  </p:oleObj>
                </mc:Choice>
                <mc:Fallback>
                  <p:oleObj name="公式" r:id="rId5" imgW="1930400" imgH="30480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76" y="1524"/>
                          <a:ext cx="2352" cy="444"/>
                        </a:xfrm>
                        <a:prstGeom prst="rect">
                          <a:avLst/>
                        </a:prstGeom>
                        <a:noFill/>
                        <a:ln>
                          <a:noFill/>
                        </a:ln>
                        <a:effectLst/>
                        <a:extLst>
                          <a:ext uri="{909E8E84-426E-40DD-AFC4-6F175D3DCCD1}">
                            <a14:hiddenFill xmlns:a14="http://schemas.microsoft.com/office/drawing/2010/main">
                              <a:solidFill>
                                <a:srgbClr val="00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62474" name="Text Box 10">
            <a:extLst>
              <a:ext uri="{FF2B5EF4-FFF2-40B4-BE49-F238E27FC236}">
                <a16:creationId xmlns:a16="http://schemas.microsoft.com/office/drawing/2014/main" id="{9E749F4B-D51D-40A1-970D-7A71720038FF}"/>
              </a:ext>
            </a:extLst>
          </p:cNvPr>
          <p:cNvSpPr txBox="1">
            <a:spLocks noChangeArrowheads="1"/>
          </p:cNvSpPr>
          <p:nvPr/>
        </p:nvSpPr>
        <p:spPr bwMode="auto">
          <a:xfrm>
            <a:off x="533400" y="1857375"/>
            <a:ext cx="2362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solidFill>
                  <a:srgbClr val="FF0000"/>
                </a:solidFill>
              </a:rPr>
              <a:t>平衡点 </a:t>
            </a:r>
            <a:r>
              <a:rPr lang="en-US" altLang="zh-CN" sz="2800" b="1" i="1"/>
              <a:t>P</a:t>
            </a:r>
            <a:r>
              <a:rPr lang="en-US" altLang="zh-CN" sz="2800" b="1" baseline="-25000"/>
              <a:t>0</a:t>
            </a:r>
            <a:r>
              <a:rPr lang="en-US" altLang="zh-CN" sz="2800" b="1"/>
              <a:t>(0,0)</a:t>
            </a:r>
          </a:p>
        </p:txBody>
      </p:sp>
      <p:grpSp>
        <p:nvGrpSpPr>
          <p:cNvPr id="4" name="Group 16">
            <a:extLst>
              <a:ext uri="{FF2B5EF4-FFF2-40B4-BE49-F238E27FC236}">
                <a16:creationId xmlns:a16="http://schemas.microsoft.com/office/drawing/2014/main" id="{55C7AA7C-52A6-4BEA-A6FA-23720763A484}"/>
              </a:ext>
            </a:extLst>
          </p:cNvPr>
          <p:cNvGrpSpPr>
            <a:grpSpLocks/>
          </p:cNvGrpSpPr>
          <p:nvPr/>
        </p:nvGrpSpPr>
        <p:grpSpPr bwMode="auto">
          <a:xfrm>
            <a:off x="1447800" y="2681288"/>
            <a:ext cx="5397500" cy="601662"/>
            <a:chOff x="336" y="1536"/>
            <a:chExt cx="3400" cy="379"/>
          </a:xfrm>
        </p:grpSpPr>
        <p:sp>
          <p:nvSpPr>
            <p:cNvPr id="46091" name="Text Box 14">
              <a:extLst>
                <a:ext uri="{FF2B5EF4-FFF2-40B4-BE49-F238E27FC236}">
                  <a16:creationId xmlns:a16="http://schemas.microsoft.com/office/drawing/2014/main" id="{38E1C31B-58F0-4EC2-9EF0-FBED0B1B9A38}"/>
                </a:ext>
              </a:extLst>
            </p:cNvPr>
            <p:cNvSpPr txBox="1">
              <a:spLocks noChangeArrowheads="1"/>
            </p:cNvSpPr>
            <p:nvPr/>
          </p:nvSpPr>
          <p:spPr bwMode="auto">
            <a:xfrm>
              <a:off x="336" y="1536"/>
              <a:ext cx="220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微分方程一般解形式</a:t>
              </a:r>
            </a:p>
          </p:txBody>
        </p:sp>
        <p:graphicFrame>
          <p:nvGraphicFramePr>
            <p:cNvPr id="46092" name="Object 15">
              <a:extLst>
                <a:ext uri="{FF2B5EF4-FFF2-40B4-BE49-F238E27FC236}">
                  <a16:creationId xmlns:a16="http://schemas.microsoft.com/office/drawing/2014/main" id="{E9E941D7-EE6A-4878-BB8C-12623200FB64}"/>
                </a:ext>
              </a:extLst>
            </p:cNvPr>
            <p:cNvGraphicFramePr>
              <a:graphicFrameLocks noChangeAspect="1"/>
            </p:cNvGraphicFramePr>
            <p:nvPr/>
          </p:nvGraphicFramePr>
          <p:xfrm>
            <a:off x="2696" y="1555"/>
            <a:ext cx="1040" cy="360"/>
          </p:xfrm>
          <a:graphic>
            <a:graphicData uri="http://schemas.openxmlformats.org/presentationml/2006/ole">
              <mc:AlternateContent xmlns:mc="http://schemas.openxmlformats.org/markup-compatibility/2006">
                <mc:Choice xmlns:v="urn:schemas-microsoft-com:vml" Requires="v">
                  <p:oleObj spid="_x0000_s46112" name="Equation" r:id="rId7" imgW="761669" imgH="241195" progId="Equation.DSMT4">
                    <p:embed/>
                  </p:oleObj>
                </mc:Choice>
                <mc:Fallback>
                  <p:oleObj name="Equation" r:id="rId7" imgW="761669" imgH="241195" progId="Equation.DSMT4">
                    <p:embed/>
                    <p:pic>
                      <p:nvPicPr>
                        <p:cNvPr id="0" name="Object 1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96" y="1555"/>
                          <a:ext cx="1040" cy="360"/>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5" name="Group 25">
            <a:extLst>
              <a:ext uri="{FF2B5EF4-FFF2-40B4-BE49-F238E27FC236}">
                <a16:creationId xmlns:a16="http://schemas.microsoft.com/office/drawing/2014/main" id="{CB221A7B-4085-46A2-BF54-86BC51071EA7}"/>
              </a:ext>
            </a:extLst>
          </p:cNvPr>
          <p:cNvGrpSpPr>
            <a:grpSpLocks/>
          </p:cNvGrpSpPr>
          <p:nvPr/>
        </p:nvGrpSpPr>
        <p:grpSpPr bwMode="auto">
          <a:xfrm>
            <a:off x="4267200" y="4510088"/>
            <a:ext cx="3962400" cy="547687"/>
            <a:chOff x="2784" y="2697"/>
            <a:chExt cx="2400" cy="345"/>
          </a:xfrm>
        </p:grpSpPr>
        <p:sp>
          <p:nvSpPr>
            <p:cNvPr id="46094" name="Text Box 18">
              <a:extLst>
                <a:ext uri="{FF2B5EF4-FFF2-40B4-BE49-F238E27FC236}">
                  <a16:creationId xmlns:a16="http://schemas.microsoft.com/office/drawing/2014/main" id="{CAE982BE-F377-4BD0-83E8-9CDE218210E0}"/>
                </a:ext>
              </a:extLst>
            </p:cNvPr>
            <p:cNvSpPr txBox="1">
              <a:spLocks noChangeArrowheads="1"/>
            </p:cNvSpPr>
            <p:nvPr/>
          </p:nvSpPr>
          <p:spPr bwMode="auto">
            <a:xfrm>
              <a:off x="3312" y="2697"/>
              <a:ext cx="1872" cy="327"/>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solidFill>
                    <a:srgbClr val="FF0000"/>
                  </a:solidFill>
                </a:rPr>
                <a:t>平衡点 </a:t>
              </a:r>
              <a:r>
                <a:rPr lang="en-US" altLang="zh-CN" sz="2800" b="1" i="1"/>
                <a:t>P</a:t>
              </a:r>
              <a:r>
                <a:rPr lang="en-US" altLang="zh-CN" sz="2800" b="1" baseline="-25000"/>
                <a:t>0</a:t>
              </a:r>
              <a:r>
                <a:rPr lang="en-US" altLang="zh-CN" sz="2800" b="1"/>
                <a:t>(0,0)</a:t>
              </a:r>
              <a:r>
                <a:rPr lang="zh-CN" altLang="en-US" sz="2800" b="1"/>
                <a:t>稳定</a:t>
              </a:r>
            </a:p>
          </p:txBody>
        </p:sp>
        <p:sp>
          <p:nvSpPr>
            <p:cNvPr id="46095" name="AutoShape 23">
              <a:extLst>
                <a:ext uri="{FF2B5EF4-FFF2-40B4-BE49-F238E27FC236}">
                  <a16:creationId xmlns:a16="http://schemas.microsoft.com/office/drawing/2014/main" id="{5494BDD0-0262-48C3-B7F7-1C9559DBE3BF}"/>
                </a:ext>
              </a:extLst>
            </p:cNvPr>
            <p:cNvSpPr>
              <a:spLocks noChangeArrowheads="1"/>
            </p:cNvSpPr>
            <p:nvPr/>
          </p:nvSpPr>
          <p:spPr bwMode="auto">
            <a:xfrm>
              <a:off x="2784" y="2736"/>
              <a:ext cx="192" cy="306"/>
            </a:xfrm>
            <a:prstGeom prst="rightArrow">
              <a:avLst>
                <a:gd name="adj1" fmla="val 50000"/>
                <a:gd name="adj2" fmla="val 25000"/>
              </a:avLst>
            </a:prstGeom>
            <a:solidFill>
              <a:srgbClr val="FFFF00"/>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6" name="Group 26">
            <a:extLst>
              <a:ext uri="{FF2B5EF4-FFF2-40B4-BE49-F238E27FC236}">
                <a16:creationId xmlns:a16="http://schemas.microsoft.com/office/drawing/2014/main" id="{97FB6F20-41DC-4255-BF4B-0176F0A60D15}"/>
              </a:ext>
            </a:extLst>
          </p:cNvPr>
          <p:cNvGrpSpPr>
            <a:grpSpLocks/>
          </p:cNvGrpSpPr>
          <p:nvPr/>
        </p:nvGrpSpPr>
        <p:grpSpPr bwMode="auto">
          <a:xfrm>
            <a:off x="4267200" y="5472113"/>
            <a:ext cx="4267200" cy="547687"/>
            <a:chOff x="2784" y="3294"/>
            <a:chExt cx="2544" cy="345"/>
          </a:xfrm>
        </p:grpSpPr>
        <p:sp>
          <p:nvSpPr>
            <p:cNvPr id="46097" name="Text Box 21">
              <a:extLst>
                <a:ext uri="{FF2B5EF4-FFF2-40B4-BE49-F238E27FC236}">
                  <a16:creationId xmlns:a16="http://schemas.microsoft.com/office/drawing/2014/main" id="{85AEB893-4EA7-4E4E-8D3E-71F4DC96B5C5}"/>
                </a:ext>
              </a:extLst>
            </p:cNvPr>
            <p:cNvSpPr txBox="1">
              <a:spLocks noChangeArrowheads="1"/>
            </p:cNvSpPr>
            <p:nvPr/>
          </p:nvSpPr>
          <p:spPr bwMode="auto">
            <a:xfrm>
              <a:off x="3216" y="3312"/>
              <a:ext cx="211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solidFill>
                    <a:srgbClr val="FF0000"/>
                  </a:solidFill>
                </a:rPr>
                <a:t>平衡点 </a:t>
              </a:r>
              <a:r>
                <a:rPr lang="en-US" altLang="zh-CN" sz="2800" b="1" i="1"/>
                <a:t>P</a:t>
              </a:r>
              <a:r>
                <a:rPr lang="en-US" altLang="zh-CN" sz="2800" b="1" baseline="-25000"/>
                <a:t>0</a:t>
              </a:r>
              <a:r>
                <a:rPr lang="en-US" altLang="zh-CN" sz="2800" b="1"/>
                <a:t>(0,0)</a:t>
              </a:r>
              <a:r>
                <a:rPr lang="zh-CN" altLang="en-US" sz="2800" b="1"/>
                <a:t>不稳定</a:t>
              </a:r>
            </a:p>
          </p:txBody>
        </p:sp>
        <p:sp>
          <p:nvSpPr>
            <p:cNvPr id="46098" name="AutoShape 24">
              <a:extLst>
                <a:ext uri="{FF2B5EF4-FFF2-40B4-BE49-F238E27FC236}">
                  <a16:creationId xmlns:a16="http://schemas.microsoft.com/office/drawing/2014/main" id="{20EC4404-9BF4-4459-8432-0D74AFD42F97}"/>
                </a:ext>
              </a:extLst>
            </p:cNvPr>
            <p:cNvSpPr>
              <a:spLocks noChangeArrowheads="1"/>
            </p:cNvSpPr>
            <p:nvPr/>
          </p:nvSpPr>
          <p:spPr bwMode="auto">
            <a:xfrm>
              <a:off x="2784" y="3294"/>
              <a:ext cx="192" cy="306"/>
            </a:xfrm>
            <a:prstGeom prst="rightArrow">
              <a:avLst>
                <a:gd name="adj1" fmla="val 50000"/>
                <a:gd name="adj2" fmla="val 25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62492" name="Text Box 28">
            <a:extLst>
              <a:ext uri="{FF2B5EF4-FFF2-40B4-BE49-F238E27FC236}">
                <a16:creationId xmlns:a16="http://schemas.microsoft.com/office/drawing/2014/main" id="{DDFFEE69-7E5A-4796-9DB7-12B933C0CB41}"/>
              </a:ext>
            </a:extLst>
          </p:cNvPr>
          <p:cNvSpPr txBox="1">
            <a:spLocks noChangeArrowheads="1"/>
          </p:cNvSpPr>
          <p:nvPr/>
        </p:nvSpPr>
        <p:spPr bwMode="auto">
          <a:xfrm>
            <a:off x="1371600" y="3519488"/>
            <a:ext cx="3733800" cy="519112"/>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sym typeface="Symbol" panose="05050102010706020507" pitchFamily="18" charset="2"/>
              </a:rPr>
              <a:t></a:t>
            </a:r>
            <a:r>
              <a:rPr lang="en-US" altLang="zh-CN" sz="2800" b="1" baseline="-25000">
                <a:sym typeface="Symbol" panose="05050102010706020507" pitchFamily="18" charset="2"/>
              </a:rPr>
              <a:t>1,2</a:t>
            </a:r>
            <a:r>
              <a:rPr lang="zh-CN" altLang="en-US" sz="2800" b="1"/>
              <a:t>为负数或有负实部</a:t>
            </a:r>
          </a:p>
        </p:txBody>
      </p:sp>
      <p:grpSp>
        <p:nvGrpSpPr>
          <p:cNvPr id="7" name="Group 31">
            <a:extLst>
              <a:ext uri="{FF2B5EF4-FFF2-40B4-BE49-F238E27FC236}">
                <a16:creationId xmlns:a16="http://schemas.microsoft.com/office/drawing/2014/main" id="{DA6DCD67-953F-4059-9185-B9713AC6B880}"/>
              </a:ext>
            </a:extLst>
          </p:cNvPr>
          <p:cNvGrpSpPr>
            <a:grpSpLocks/>
          </p:cNvGrpSpPr>
          <p:nvPr/>
        </p:nvGrpSpPr>
        <p:grpSpPr bwMode="auto">
          <a:xfrm>
            <a:off x="1600200" y="4129088"/>
            <a:ext cx="2286000" cy="976312"/>
            <a:chOff x="1008" y="2448"/>
            <a:chExt cx="1440" cy="615"/>
          </a:xfrm>
        </p:grpSpPr>
        <p:sp>
          <p:nvSpPr>
            <p:cNvPr id="46101" name="AutoShape 22">
              <a:extLst>
                <a:ext uri="{FF2B5EF4-FFF2-40B4-BE49-F238E27FC236}">
                  <a16:creationId xmlns:a16="http://schemas.microsoft.com/office/drawing/2014/main" id="{71FC283A-26A5-48BE-93FF-3BD7133D0D45}"/>
                </a:ext>
              </a:extLst>
            </p:cNvPr>
            <p:cNvSpPr>
              <a:spLocks noChangeArrowheads="1"/>
            </p:cNvSpPr>
            <p:nvPr/>
          </p:nvSpPr>
          <p:spPr bwMode="auto">
            <a:xfrm>
              <a:off x="1536" y="2448"/>
              <a:ext cx="306" cy="192"/>
            </a:xfrm>
            <a:prstGeom prst="upDownArrow">
              <a:avLst>
                <a:gd name="adj1" fmla="val 50000"/>
                <a:gd name="adj2" fmla="val 20000"/>
              </a:avLst>
            </a:prstGeom>
            <a:solidFill>
              <a:srgbClr val="FFFF00"/>
            </a:solidFill>
            <a:ln w="9525">
              <a:solidFill>
                <a:schemeClr val="tx1"/>
              </a:solidFill>
              <a:miter lim="800000"/>
              <a:headEnd/>
              <a:tailEnd/>
            </a:ln>
          </p:spPr>
          <p:txBody>
            <a:bodyPr vert="eaVert"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46102" name="Text Box 29">
              <a:extLst>
                <a:ext uri="{FF2B5EF4-FFF2-40B4-BE49-F238E27FC236}">
                  <a16:creationId xmlns:a16="http://schemas.microsoft.com/office/drawing/2014/main" id="{363204C3-5D2F-4434-A5FB-EDF14B91C23B}"/>
                </a:ext>
              </a:extLst>
            </p:cNvPr>
            <p:cNvSpPr txBox="1">
              <a:spLocks noChangeArrowheads="1"/>
            </p:cNvSpPr>
            <p:nvPr/>
          </p:nvSpPr>
          <p:spPr bwMode="auto">
            <a:xfrm>
              <a:off x="1008" y="2736"/>
              <a:ext cx="1440" cy="327"/>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t>p </a:t>
              </a:r>
              <a:r>
                <a:rPr lang="en-US" altLang="zh-CN" sz="2800" b="1"/>
                <a:t>&gt; 0 </a:t>
              </a:r>
              <a:r>
                <a:rPr lang="zh-CN" altLang="en-US" sz="2800" b="1"/>
                <a:t>且 </a:t>
              </a:r>
              <a:r>
                <a:rPr lang="en-US" altLang="zh-CN" sz="2800" b="1" i="1"/>
                <a:t>q </a:t>
              </a:r>
              <a:r>
                <a:rPr lang="en-US" altLang="zh-CN" sz="2800" b="1"/>
                <a:t>&gt; 0</a:t>
              </a:r>
            </a:p>
          </p:txBody>
        </p:sp>
      </p:grpSp>
      <p:sp>
        <p:nvSpPr>
          <p:cNvPr id="62494" name="Text Box 30">
            <a:extLst>
              <a:ext uri="{FF2B5EF4-FFF2-40B4-BE49-F238E27FC236}">
                <a16:creationId xmlns:a16="http://schemas.microsoft.com/office/drawing/2014/main" id="{FB63E70D-A9AD-4C65-BB99-BD55CF927AD8}"/>
              </a:ext>
            </a:extLst>
          </p:cNvPr>
          <p:cNvSpPr txBox="1">
            <a:spLocks noChangeArrowheads="1"/>
          </p:cNvSpPr>
          <p:nvPr/>
        </p:nvSpPr>
        <p:spPr bwMode="auto">
          <a:xfrm>
            <a:off x="1676400" y="5424488"/>
            <a:ext cx="2286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t>p </a:t>
            </a:r>
            <a:r>
              <a:rPr lang="en-US" altLang="zh-CN" sz="2800" b="1"/>
              <a:t>&lt; 0 </a:t>
            </a:r>
            <a:r>
              <a:rPr lang="zh-CN" altLang="en-US" sz="2800" b="1"/>
              <a:t>或 </a:t>
            </a:r>
            <a:r>
              <a:rPr lang="en-US" altLang="zh-CN" sz="2800" b="1" i="1"/>
              <a:t>q </a:t>
            </a:r>
            <a:r>
              <a:rPr lang="en-US" altLang="zh-CN" sz="2800" b="1"/>
              <a:t>&lt; 0</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247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3" presetClass="entr" presetSubtype="5"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blinds(vertical)">
                                      <p:cBhvr>
                                        <p:cTn id="11" dur="1000"/>
                                        <p:tgtEl>
                                          <p:spTgt spid="3"/>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3" presetClass="entr" presetSubtype="5" fill="hold" nodeType="click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blinds(vertical)">
                                      <p:cBhvr>
                                        <p:cTn id="16" dur="1000"/>
                                        <p:tgtEl>
                                          <p:spTgt spid="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3" presetClass="entr" presetSubtype="272" fill="hold" grpId="0" nodeType="clickEffect">
                                  <p:stCondLst>
                                    <p:cond delay="0"/>
                                  </p:stCondLst>
                                  <p:childTnLst>
                                    <p:set>
                                      <p:cBhvr>
                                        <p:cTn id="20" dur="1" fill="hold">
                                          <p:stCondLst>
                                            <p:cond delay="0"/>
                                          </p:stCondLst>
                                        </p:cTn>
                                        <p:tgtEl>
                                          <p:spTgt spid="62492"/>
                                        </p:tgtEl>
                                        <p:attrNameLst>
                                          <p:attrName>style.visibility</p:attrName>
                                        </p:attrNameLst>
                                      </p:cBhvr>
                                      <p:to>
                                        <p:strVal val="visible"/>
                                      </p:to>
                                    </p:set>
                                    <p:anim calcmode="lin" valueType="num">
                                      <p:cBhvr>
                                        <p:cTn id="21" dur="1000" fill="hold"/>
                                        <p:tgtEl>
                                          <p:spTgt spid="62492"/>
                                        </p:tgtEl>
                                        <p:attrNameLst>
                                          <p:attrName>ppt_w</p:attrName>
                                        </p:attrNameLst>
                                      </p:cBhvr>
                                      <p:tavLst>
                                        <p:tav tm="0">
                                          <p:val>
                                            <p:strVal val="2/3*#ppt_w"/>
                                          </p:val>
                                        </p:tav>
                                        <p:tav tm="100000">
                                          <p:val>
                                            <p:strVal val="#ppt_w"/>
                                          </p:val>
                                        </p:tav>
                                      </p:tavLst>
                                    </p:anim>
                                    <p:anim calcmode="lin" valueType="num">
                                      <p:cBhvr>
                                        <p:cTn id="22" dur="1000" fill="hold"/>
                                        <p:tgtEl>
                                          <p:spTgt spid="62492"/>
                                        </p:tgtEl>
                                        <p:attrNameLst>
                                          <p:attrName>ppt_h</p:attrName>
                                        </p:attrNameLst>
                                      </p:cBhvr>
                                      <p:tavLst>
                                        <p:tav tm="0">
                                          <p:val>
                                            <p:strVal val="2/3*#ppt_h"/>
                                          </p:val>
                                        </p:tav>
                                        <p:tav tm="100000">
                                          <p:val>
                                            <p:strVal val="#ppt_h"/>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dissolve">
                                      <p:cBhvr>
                                        <p:cTn id="27" dur="1000"/>
                                        <p:tgtEl>
                                          <p:spTgt spid="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wipe(left)">
                                      <p:cBhvr>
                                        <p:cTn id="32" dur="1000"/>
                                        <p:tgtEl>
                                          <p:spTgt spid="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62494"/>
                                        </p:tgtEl>
                                        <p:attrNameLst>
                                          <p:attrName>style.visibility</p:attrName>
                                        </p:attrNameLst>
                                      </p:cBhvr>
                                      <p:to>
                                        <p:strVal val="visible"/>
                                      </p:to>
                                    </p:set>
                                    <p:animEffect transition="in" filter="wipe(left)">
                                      <p:cBhvr>
                                        <p:cTn id="37" dur="1000"/>
                                        <p:tgtEl>
                                          <p:spTgt spid="6249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wipe(left)">
                                      <p:cBhvr>
                                        <p:cTn id="42"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74" grpId="0" autoUpdateAnimBg="0"/>
      <p:bldP spid="62492" grpId="0" animBg="1" autoUpdateAnimBg="0"/>
      <p:bldP spid="62494"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8">
            <a:extLst>
              <a:ext uri="{FF2B5EF4-FFF2-40B4-BE49-F238E27FC236}">
                <a16:creationId xmlns:a16="http://schemas.microsoft.com/office/drawing/2014/main" id="{E13E5194-9EEA-4465-ABD8-12DB87F5F490}"/>
              </a:ext>
            </a:extLst>
          </p:cNvPr>
          <p:cNvGrpSpPr>
            <a:grpSpLocks/>
          </p:cNvGrpSpPr>
          <p:nvPr/>
        </p:nvGrpSpPr>
        <p:grpSpPr bwMode="auto">
          <a:xfrm>
            <a:off x="323850" y="692150"/>
            <a:ext cx="8458200" cy="1271588"/>
            <a:chOff x="240" y="1488"/>
            <a:chExt cx="5280" cy="753"/>
          </a:xfrm>
        </p:grpSpPr>
        <p:sp>
          <p:nvSpPr>
            <p:cNvPr id="47107" name="Text Box 9">
              <a:extLst>
                <a:ext uri="{FF2B5EF4-FFF2-40B4-BE49-F238E27FC236}">
                  <a16:creationId xmlns:a16="http://schemas.microsoft.com/office/drawing/2014/main" id="{819433DA-BA35-4536-8888-2A6F8A520A94}"/>
                </a:ext>
              </a:extLst>
            </p:cNvPr>
            <p:cNvSpPr txBox="1">
              <a:spLocks noChangeArrowheads="1"/>
            </p:cNvSpPr>
            <p:nvPr/>
          </p:nvSpPr>
          <p:spPr bwMode="auto">
            <a:xfrm>
              <a:off x="240" y="1584"/>
              <a:ext cx="1488" cy="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20000"/>
                </a:spcBef>
              </a:pPr>
              <a:r>
                <a:rPr lang="zh-CN" altLang="en-US" sz="2800" b="1"/>
                <a:t>二阶非线性</a:t>
              </a:r>
            </a:p>
            <a:p>
              <a:pPr algn="ctr" eaLnBrk="1" hangingPunct="1">
                <a:spcBef>
                  <a:spcPct val="20000"/>
                </a:spcBef>
              </a:pPr>
              <a:r>
                <a:rPr lang="zh-CN" altLang="en-US" sz="2800" b="1">
                  <a:solidFill>
                    <a:srgbClr val="FF3300"/>
                  </a:solidFill>
                </a:rPr>
                <a:t>自治</a:t>
              </a:r>
              <a:r>
                <a:rPr lang="zh-CN" altLang="en-US" sz="2800" b="1"/>
                <a:t>方程</a:t>
              </a:r>
            </a:p>
          </p:txBody>
        </p:sp>
        <p:graphicFrame>
          <p:nvGraphicFramePr>
            <p:cNvPr id="47108" name="Object 10">
              <a:extLst>
                <a:ext uri="{FF2B5EF4-FFF2-40B4-BE49-F238E27FC236}">
                  <a16:creationId xmlns:a16="http://schemas.microsoft.com/office/drawing/2014/main" id="{C2F5AF12-2B41-49D4-BDC4-405CB8AD1BB9}"/>
                </a:ext>
              </a:extLst>
            </p:cNvPr>
            <p:cNvGraphicFramePr>
              <a:graphicFrameLocks noChangeAspect="1"/>
            </p:cNvGraphicFramePr>
            <p:nvPr/>
          </p:nvGraphicFramePr>
          <p:xfrm>
            <a:off x="1769" y="1488"/>
            <a:ext cx="1591" cy="753"/>
          </p:xfrm>
          <a:graphic>
            <a:graphicData uri="http://schemas.openxmlformats.org/presentationml/2006/ole">
              <mc:AlternateContent xmlns:mc="http://schemas.openxmlformats.org/markup-compatibility/2006">
                <mc:Choice xmlns:v="urn:schemas-microsoft-com:vml" Requires="v">
                  <p:oleObj spid="_x0000_s47127" name="公式" r:id="rId3" imgW="1218671" imgH="545863" progId="Equation.3">
                    <p:embed/>
                  </p:oleObj>
                </mc:Choice>
                <mc:Fallback>
                  <p:oleObj name="公式" r:id="rId3" imgW="1218671" imgH="545863" progId="Equation.3">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9" y="1488"/>
                          <a:ext cx="1591" cy="753"/>
                        </a:xfrm>
                        <a:prstGeom prst="rect">
                          <a:avLst/>
                        </a:prstGeom>
                        <a:noFill/>
                        <a:ln>
                          <a:noFill/>
                        </a:ln>
                        <a:effectLst/>
                        <a:extLst>
                          <a:ext uri="{909E8E84-426E-40DD-AFC4-6F175D3DCCD1}">
                            <a14:hiddenFill xmlns:a14="http://schemas.microsoft.com/office/drawing/2010/main">
                              <a:solidFill>
                                <a:srgbClr val="FF99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109" name="Text Box 11">
              <a:extLst>
                <a:ext uri="{FF2B5EF4-FFF2-40B4-BE49-F238E27FC236}">
                  <a16:creationId xmlns:a16="http://schemas.microsoft.com/office/drawing/2014/main" id="{87E06B53-8AF0-46C5-89C4-D70AE92138A2}"/>
                </a:ext>
              </a:extLst>
            </p:cNvPr>
            <p:cNvSpPr txBox="1">
              <a:spLocks noChangeArrowheads="1"/>
            </p:cNvSpPr>
            <p:nvPr/>
          </p:nvSpPr>
          <p:spPr bwMode="auto">
            <a:xfrm>
              <a:off x="3360" y="1680"/>
              <a:ext cx="2160"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的平衡点及其稳定性</a:t>
              </a:r>
            </a:p>
          </p:txBody>
        </p:sp>
      </p:grpSp>
      <p:grpSp>
        <p:nvGrpSpPr>
          <p:cNvPr id="4" name="Group 12">
            <a:extLst>
              <a:ext uri="{FF2B5EF4-FFF2-40B4-BE49-F238E27FC236}">
                <a16:creationId xmlns:a16="http://schemas.microsoft.com/office/drawing/2014/main" id="{A192581D-DA86-4588-BE42-70BFA5651EA8}"/>
              </a:ext>
            </a:extLst>
          </p:cNvPr>
          <p:cNvGrpSpPr>
            <a:grpSpLocks/>
          </p:cNvGrpSpPr>
          <p:nvPr/>
        </p:nvGrpSpPr>
        <p:grpSpPr bwMode="auto">
          <a:xfrm>
            <a:off x="539750" y="2205038"/>
            <a:ext cx="8001000" cy="1019175"/>
            <a:chOff x="480" y="2144"/>
            <a:chExt cx="4656" cy="753"/>
          </a:xfrm>
        </p:grpSpPr>
        <p:sp>
          <p:nvSpPr>
            <p:cNvPr id="47111" name="Text Box 13">
              <a:extLst>
                <a:ext uri="{FF2B5EF4-FFF2-40B4-BE49-F238E27FC236}">
                  <a16:creationId xmlns:a16="http://schemas.microsoft.com/office/drawing/2014/main" id="{AE9EB43D-BED6-45F4-9E71-DD4414EF8A19}"/>
                </a:ext>
              </a:extLst>
            </p:cNvPr>
            <p:cNvSpPr txBox="1">
              <a:spLocks noChangeArrowheads="1"/>
            </p:cNvSpPr>
            <p:nvPr/>
          </p:nvSpPr>
          <p:spPr bwMode="auto">
            <a:xfrm>
              <a:off x="480" y="2352"/>
              <a:ext cx="2832" cy="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solidFill>
                    <a:srgbClr val="FF0000"/>
                  </a:solidFill>
                </a:rPr>
                <a:t>平衡点</a:t>
              </a:r>
              <a:r>
                <a:rPr lang="en-US" altLang="zh-CN" sz="2800" b="1" i="1"/>
                <a:t>P</a:t>
              </a:r>
              <a:r>
                <a:rPr lang="en-US" altLang="zh-CN" sz="2800" b="1" baseline="-25000"/>
                <a:t>0</a:t>
              </a:r>
              <a:r>
                <a:rPr lang="en-US" altLang="zh-CN" sz="2800" b="1"/>
                <a:t>(</a:t>
              </a:r>
              <a:r>
                <a:rPr lang="en-US" altLang="zh-CN" sz="2800" b="1" i="1"/>
                <a:t>x</a:t>
              </a:r>
              <a:r>
                <a:rPr lang="en-US" altLang="zh-CN" sz="2800" b="1" baseline="-25000"/>
                <a:t>1</a:t>
              </a:r>
              <a:r>
                <a:rPr lang="en-US" altLang="zh-CN" sz="2800" b="1" baseline="30000"/>
                <a:t>0</a:t>
              </a:r>
              <a:r>
                <a:rPr lang="en-US" altLang="zh-CN" sz="2800" b="1"/>
                <a:t>, </a:t>
              </a:r>
              <a:r>
                <a:rPr lang="en-US" altLang="zh-CN" sz="2800" b="1" i="1"/>
                <a:t>x</a:t>
              </a:r>
              <a:r>
                <a:rPr lang="en-US" altLang="zh-CN" sz="2800" b="1" baseline="-25000"/>
                <a:t>2</a:t>
              </a:r>
              <a:r>
                <a:rPr lang="en-US" altLang="zh-CN" sz="2800" b="1" baseline="30000"/>
                <a:t>0</a:t>
              </a:r>
              <a:r>
                <a:rPr lang="en-US" altLang="zh-CN" sz="2800" b="1"/>
                <a:t>) ~ </a:t>
              </a:r>
              <a:r>
                <a:rPr lang="zh-CN" altLang="en-US" sz="2800" b="1"/>
                <a:t>代数方程</a:t>
              </a:r>
            </a:p>
          </p:txBody>
        </p:sp>
        <p:graphicFrame>
          <p:nvGraphicFramePr>
            <p:cNvPr id="47112" name="Object 14">
              <a:extLst>
                <a:ext uri="{FF2B5EF4-FFF2-40B4-BE49-F238E27FC236}">
                  <a16:creationId xmlns:a16="http://schemas.microsoft.com/office/drawing/2014/main" id="{795A0F08-8DD7-45E3-BC15-D9519A59204C}"/>
                </a:ext>
              </a:extLst>
            </p:cNvPr>
            <p:cNvGraphicFramePr>
              <a:graphicFrameLocks noChangeAspect="1"/>
            </p:cNvGraphicFramePr>
            <p:nvPr/>
          </p:nvGraphicFramePr>
          <p:xfrm>
            <a:off x="3253" y="2144"/>
            <a:ext cx="1259" cy="753"/>
          </p:xfrm>
          <a:graphic>
            <a:graphicData uri="http://schemas.openxmlformats.org/presentationml/2006/ole">
              <mc:AlternateContent xmlns:mc="http://schemas.openxmlformats.org/markup-compatibility/2006">
                <mc:Choice xmlns:v="urn:schemas-microsoft-com:vml" Requires="v">
                  <p:oleObj spid="_x0000_s47128" name="公式" r:id="rId5" imgW="964781" imgH="545863" progId="Equation.3">
                    <p:embed/>
                  </p:oleObj>
                </mc:Choice>
                <mc:Fallback>
                  <p:oleObj name="公式" r:id="rId5" imgW="964781" imgH="545863" progId="Equation.3">
                    <p:embed/>
                    <p:pic>
                      <p:nvPicPr>
                        <p:cNvPr id="0" name="Object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53" y="2144"/>
                          <a:ext cx="1259" cy="7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113" name="Text Box 15">
              <a:extLst>
                <a:ext uri="{FF2B5EF4-FFF2-40B4-BE49-F238E27FC236}">
                  <a16:creationId xmlns:a16="http://schemas.microsoft.com/office/drawing/2014/main" id="{AB09568F-2474-4370-8556-D093F3B87EAD}"/>
                </a:ext>
              </a:extLst>
            </p:cNvPr>
            <p:cNvSpPr txBox="1">
              <a:spLocks noChangeArrowheads="1"/>
            </p:cNvSpPr>
            <p:nvPr/>
          </p:nvSpPr>
          <p:spPr bwMode="auto">
            <a:xfrm>
              <a:off x="4512" y="2352"/>
              <a:ext cx="62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的根</a:t>
              </a:r>
              <a:r>
                <a:rPr lang="en-US" altLang="zh-CN" sz="2800" b="1"/>
                <a:t>.</a:t>
              </a:r>
            </a:p>
          </p:txBody>
        </p:sp>
      </p:grpSp>
      <p:grpSp>
        <p:nvGrpSpPr>
          <p:cNvPr id="5" name="Group 16">
            <a:extLst>
              <a:ext uri="{FF2B5EF4-FFF2-40B4-BE49-F238E27FC236}">
                <a16:creationId xmlns:a16="http://schemas.microsoft.com/office/drawing/2014/main" id="{A4E3B725-4CB2-4341-8899-1FE74BACFF0E}"/>
              </a:ext>
            </a:extLst>
          </p:cNvPr>
          <p:cNvGrpSpPr>
            <a:grpSpLocks/>
          </p:cNvGrpSpPr>
          <p:nvPr/>
        </p:nvGrpSpPr>
        <p:grpSpPr bwMode="auto">
          <a:xfrm>
            <a:off x="468313" y="3500438"/>
            <a:ext cx="8305800" cy="1439862"/>
            <a:chOff x="288" y="2976"/>
            <a:chExt cx="4930" cy="907"/>
          </a:xfrm>
        </p:grpSpPr>
        <p:sp>
          <p:nvSpPr>
            <p:cNvPr id="47115" name="Text Box 17">
              <a:extLst>
                <a:ext uri="{FF2B5EF4-FFF2-40B4-BE49-F238E27FC236}">
                  <a16:creationId xmlns:a16="http://schemas.microsoft.com/office/drawing/2014/main" id="{0D5FF878-742E-4686-9FB8-13BCA4E9EAF8}"/>
                </a:ext>
              </a:extLst>
            </p:cNvPr>
            <p:cNvSpPr txBox="1">
              <a:spLocks noChangeArrowheads="1"/>
            </p:cNvSpPr>
            <p:nvPr/>
          </p:nvSpPr>
          <p:spPr bwMode="auto">
            <a:xfrm>
              <a:off x="288" y="2976"/>
              <a:ext cx="4848" cy="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40000"/>
                </a:lnSpc>
                <a:spcBef>
                  <a:spcPct val="50000"/>
                </a:spcBef>
              </a:pPr>
              <a:r>
                <a:rPr lang="zh-CN" altLang="en-US" sz="2800" b="1"/>
                <a:t>若从</a:t>
              </a:r>
              <a:r>
                <a:rPr lang="en-US" altLang="zh-CN" sz="2800" b="1" i="1"/>
                <a:t>P</a:t>
              </a:r>
              <a:r>
                <a:rPr lang="en-US" altLang="zh-CN" sz="2800" b="1" baseline="-25000"/>
                <a:t>0</a:t>
              </a:r>
              <a:r>
                <a:rPr lang="zh-CN" altLang="en-US" sz="2800" b="1"/>
                <a:t>某邻域的任一初值出发，都有</a:t>
              </a:r>
              <a:endParaRPr lang="zh-CN" altLang="en-US" sz="2800" b="1" baseline="-25000"/>
            </a:p>
          </p:txBody>
        </p:sp>
        <p:graphicFrame>
          <p:nvGraphicFramePr>
            <p:cNvPr id="47116" name="Object 18">
              <a:extLst>
                <a:ext uri="{FF2B5EF4-FFF2-40B4-BE49-F238E27FC236}">
                  <a16:creationId xmlns:a16="http://schemas.microsoft.com/office/drawing/2014/main" id="{C44161FF-91EF-492C-AF35-A0C07432F801}"/>
                </a:ext>
              </a:extLst>
            </p:cNvPr>
            <p:cNvGraphicFramePr>
              <a:graphicFrameLocks noChangeAspect="1"/>
            </p:cNvGraphicFramePr>
            <p:nvPr/>
          </p:nvGraphicFramePr>
          <p:xfrm>
            <a:off x="3747" y="3016"/>
            <a:ext cx="1471" cy="435"/>
          </p:xfrm>
          <a:graphic>
            <a:graphicData uri="http://schemas.openxmlformats.org/presentationml/2006/ole">
              <mc:AlternateContent xmlns:mc="http://schemas.openxmlformats.org/markup-compatibility/2006">
                <mc:Choice xmlns:v="urn:schemas-microsoft-com:vml" Requires="v">
                  <p:oleObj spid="_x0000_s47129" name="公式" r:id="rId7" imgW="1066337" imgH="317362" progId="Equation.3">
                    <p:embed/>
                  </p:oleObj>
                </mc:Choice>
                <mc:Fallback>
                  <p:oleObj name="公式" r:id="rId7" imgW="1066337" imgH="317362" progId="Equation.3">
                    <p:embed/>
                    <p:pic>
                      <p:nvPicPr>
                        <p:cNvPr id="0" name="Object 1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47" y="3016"/>
                          <a:ext cx="1471" cy="435"/>
                        </a:xfrm>
                        <a:prstGeom prst="rect">
                          <a:avLst/>
                        </a:prstGeom>
                        <a:noFill/>
                        <a:ln>
                          <a:noFill/>
                        </a:ln>
                        <a:effectLst/>
                        <a:extLst>
                          <a:ext uri="{909E8E84-426E-40DD-AFC4-6F175D3DCCD1}">
                            <a14:hiddenFill xmlns:a14="http://schemas.microsoft.com/office/drawing/2010/main">
                              <a:solidFill>
                                <a:srgbClr val="00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117" name="Text Box 19">
              <a:extLst>
                <a:ext uri="{FF2B5EF4-FFF2-40B4-BE49-F238E27FC236}">
                  <a16:creationId xmlns:a16="http://schemas.microsoft.com/office/drawing/2014/main" id="{8C1A73D9-345D-4F8B-81DC-134DFE61EDB1}"/>
                </a:ext>
              </a:extLst>
            </p:cNvPr>
            <p:cNvSpPr txBox="1">
              <a:spLocks noChangeArrowheads="1"/>
            </p:cNvSpPr>
            <p:nvPr/>
          </p:nvSpPr>
          <p:spPr bwMode="auto">
            <a:xfrm>
              <a:off x="1824" y="3504"/>
              <a:ext cx="316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称</a:t>
              </a:r>
              <a:r>
                <a:rPr lang="en-US" altLang="zh-CN" sz="2800" b="1" i="1"/>
                <a:t>P</a:t>
              </a:r>
              <a:r>
                <a:rPr lang="en-US" altLang="zh-CN" sz="2800" b="1" baseline="-25000"/>
                <a:t>0</a:t>
              </a:r>
              <a:r>
                <a:rPr lang="zh-CN" altLang="en-US" sz="2800" b="1"/>
                <a:t>是微分方程的</a:t>
              </a:r>
              <a:r>
                <a:rPr lang="zh-CN" altLang="en-US" sz="2800" b="1">
                  <a:solidFill>
                    <a:srgbClr val="FF3300"/>
                  </a:solidFill>
                </a:rPr>
                <a:t>稳定平衡点</a:t>
              </a:r>
              <a:r>
                <a:rPr lang="en-US" altLang="zh-CN" sz="2800" b="1">
                  <a:solidFill>
                    <a:srgbClr val="FF3300"/>
                  </a:solidFill>
                </a:rPr>
                <a:t>.</a:t>
              </a:r>
            </a:p>
          </p:txBody>
        </p:sp>
        <p:graphicFrame>
          <p:nvGraphicFramePr>
            <p:cNvPr id="47118" name="Object 20">
              <a:extLst>
                <a:ext uri="{FF2B5EF4-FFF2-40B4-BE49-F238E27FC236}">
                  <a16:creationId xmlns:a16="http://schemas.microsoft.com/office/drawing/2014/main" id="{C1296074-15AF-41B2-8944-FA69EF2AAC71}"/>
                </a:ext>
              </a:extLst>
            </p:cNvPr>
            <p:cNvGraphicFramePr>
              <a:graphicFrameLocks noChangeAspect="1"/>
            </p:cNvGraphicFramePr>
            <p:nvPr/>
          </p:nvGraphicFramePr>
          <p:xfrm>
            <a:off x="349" y="3448"/>
            <a:ext cx="1488" cy="435"/>
          </p:xfrm>
          <a:graphic>
            <a:graphicData uri="http://schemas.openxmlformats.org/presentationml/2006/ole">
              <mc:AlternateContent xmlns:mc="http://schemas.openxmlformats.org/markup-compatibility/2006">
                <mc:Choice xmlns:v="urn:schemas-microsoft-com:vml" Requires="v">
                  <p:oleObj spid="_x0000_s47130" name="公式" r:id="rId9" imgW="1079032" imgH="317362" progId="Equation.3">
                    <p:embed/>
                  </p:oleObj>
                </mc:Choice>
                <mc:Fallback>
                  <p:oleObj name="公式" r:id="rId9" imgW="1079032" imgH="317362" progId="Equation.3">
                    <p:embed/>
                    <p:pic>
                      <p:nvPicPr>
                        <p:cNvPr id="0" name="Object 2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49" y="3448"/>
                          <a:ext cx="1488" cy="435"/>
                        </a:xfrm>
                        <a:prstGeom prst="rect">
                          <a:avLst/>
                        </a:prstGeom>
                        <a:noFill/>
                        <a:ln>
                          <a:noFill/>
                        </a:ln>
                        <a:effectLst/>
                        <a:extLst>
                          <a:ext uri="{909E8E84-426E-40DD-AFC4-6F175D3DCCD1}">
                            <a14:hiddenFill xmlns:a14="http://schemas.microsoft.com/office/drawing/2010/main">
                              <a:solidFill>
                                <a:srgbClr val="00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5"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heckerboard(down)">
                                      <p:cBhvr>
                                        <p:cTn id="7" dur="10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checkerboard(across)">
                                      <p:cBhvr>
                                        <p:cTn id="12" dur="1000"/>
                                        <p:tgtEl>
                                          <p:spTgt spid="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5"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checkerboard(down)">
                                      <p:cBhvr>
                                        <p:cTn id="1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ext Box 2">
            <a:extLst>
              <a:ext uri="{FF2B5EF4-FFF2-40B4-BE49-F238E27FC236}">
                <a16:creationId xmlns:a16="http://schemas.microsoft.com/office/drawing/2014/main" id="{09672075-4FF1-41F0-A3CE-4F947E15B7F0}"/>
              </a:ext>
            </a:extLst>
          </p:cNvPr>
          <p:cNvSpPr txBox="1">
            <a:spLocks noChangeArrowheads="1"/>
          </p:cNvSpPr>
          <p:nvPr/>
        </p:nvSpPr>
        <p:spPr bwMode="auto">
          <a:xfrm>
            <a:off x="457200" y="395288"/>
            <a:ext cx="3581400" cy="94615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判断</a:t>
            </a:r>
            <a:r>
              <a:rPr lang="en-US" altLang="zh-CN" sz="2800" b="1" i="1"/>
              <a:t>P</a:t>
            </a:r>
            <a:r>
              <a:rPr lang="en-US" altLang="zh-CN" sz="2800" b="1" baseline="-25000"/>
              <a:t>0</a:t>
            </a:r>
            <a:r>
              <a:rPr lang="en-US" altLang="zh-CN" sz="2800" b="1"/>
              <a:t> (</a:t>
            </a:r>
            <a:r>
              <a:rPr lang="en-US" altLang="zh-CN" sz="2800" b="1" i="1"/>
              <a:t>x</a:t>
            </a:r>
            <a:r>
              <a:rPr lang="en-US" altLang="zh-CN" sz="2800" b="1" baseline="-25000"/>
              <a:t>1</a:t>
            </a:r>
            <a:r>
              <a:rPr lang="en-US" altLang="zh-CN" sz="2800" b="1" baseline="30000"/>
              <a:t>0</a:t>
            </a:r>
            <a:r>
              <a:rPr lang="en-US" altLang="zh-CN" sz="2800" b="1"/>
              <a:t>, </a:t>
            </a:r>
            <a:r>
              <a:rPr lang="en-US" altLang="zh-CN" sz="2800" b="1" i="1"/>
              <a:t>x</a:t>
            </a:r>
            <a:r>
              <a:rPr lang="en-US" altLang="zh-CN" sz="2800" b="1" baseline="-25000"/>
              <a:t>2</a:t>
            </a:r>
            <a:r>
              <a:rPr lang="en-US" altLang="zh-CN" sz="2800" b="1" baseline="30000"/>
              <a:t>0</a:t>
            </a:r>
            <a:r>
              <a:rPr lang="en-US" altLang="zh-CN" sz="2800" b="1"/>
              <a:t>) </a:t>
            </a:r>
            <a:r>
              <a:rPr lang="zh-CN" altLang="en-US" sz="2800" b="1"/>
              <a:t>稳定性的方法</a:t>
            </a:r>
            <a:r>
              <a:rPr lang="en-US" altLang="zh-CN" sz="2800" b="1"/>
              <a:t>——</a:t>
            </a:r>
            <a:r>
              <a:rPr lang="zh-CN" altLang="en-US" sz="2800" b="1"/>
              <a:t>直接法</a:t>
            </a:r>
          </a:p>
        </p:txBody>
      </p:sp>
      <p:sp>
        <p:nvSpPr>
          <p:cNvPr id="67587" name="Text Box 3">
            <a:extLst>
              <a:ext uri="{FF2B5EF4-FFF2-40B4-BE49-F238E27FC236}">
                <a16:creationId xmlns:a16="http://schemas.microsoft.com/office/drawing/2014/main" id="{324096C1-7177-4B25-B81E-1DF3E2E375CF}"/>
              </a:ext>
            </a:extLst>
          </p:cNvPr>
          <p:cNvSpPr txBox="1">
            <a:spLocks noChangeArrowheads="1"/>
          </p:cNvSpPr>
          <p:nvPr/>
        </p:nvSpPr>
        <p:spPr bwMode="auto">
          <a:xfrm>
            <a:off x="533400" y="1462088"/>
            <a:ext cx="3276600" cy="519112"/>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a:t>(1)</a:t>
            </a:r>
            <a:r>
              <a:rPr lang="zh-CN" altLang="en-US" sz="2800" b="1"/>
              <a:t>的近似线性方程</a:t>
            </a:r>
          </a:p>
        </p:txBody>
      </p:sp>
      <p:graphicFrame>
        <p:nvGraphicFramePr>
          <p:cNvPr id="67588" name="Object 4">
            <a:extLst>
              <a:ext uri="{FF2B5EF4-FFF2-40B4-BE49-F238E27FC236}">
                <a16:creationId xmlns:a16="http://schemas.microsoft.com/office/drawing/2014/main" id="{9D5323DE-2EC2-4749-92E2-D1AD9353B2E7}"/>
              </a:ext>
            </a:extLst>
          </p:cNvPr>
          <p:cNvGraphicFramePr>
            <a:graphicFrameLocks noChangeAspect="1"/>
          </p:cNvGraphicFramePr>
          <p:nvPr/>
        </p:nvGraphicFramePr>
        <p:xfrm>
          <a:off x="4648200" y="533400"/>
          <a:ext cx="3287713" cy="1195388"/>
        </p:xfrm>
        <a:graphic>
          <a:graphicData uri="http://schemas.openxmlformats.org/presentationml/2006/ole">
            <mc:AlternateContent xmlns:mc="http://schemas.openxmlformats.org/markup-compatibility/2006">
              <mc:Choice xmlns:v="urn:schemas-microsoft-com:vml" Requires="v">
                <p:oleObj spid="_x0000_s48148" name="公式" r:id="rId3" imgW="1586811" imgH="545863" progId="Equation.3">
                  <p:embed/>
                </p:oleObj>
              </mc:Choice>
              <mc:Fallback>
                <p:oleObj name="公式" r:id="rId3" imgW="1586811" imgH="545863"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48200" y="533400"/>
                        <a:ext cx="3287713" cy="1195388"/>
                      </a:xfrm>
                      <a:prstGeom prst="rect">
                        <a:avLst/>
                      </a:prstGeom>
                      <a:noFill/>
                      <a:ln>
                        <a:noFill/>
                      </a:ln>
                      <a:effectLst/>
                      <a:extLst>
                        <a:ext uri="{909E8E84-426E-40DD-AFC4-6F175D3DCCD1}">
                          <a14:hiddenFill xmlns:a14="http://schemas.microsoft.com/office/drawing/2010/main">
                            <a:solidFill>
                              <a:srgbClr val="00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7589" name="Object 5">
            <a:extLst>
              <a:ext uri="{FF2B5EF4-FFF2-40B4-BE49-F238E27FC236}">
                <a16:creationId xmlns:a16="http://schemas.microsoft.com/office/drawing/2014/main" id="{14D28F66-BC32-4BDB-81F0-0B2D5FEE67E2}"/>
              </a:ext>
            </a:extLst>
          </p:cNvPr>
          <p:cNvGraphicFramePr>
            <a:graphicFrameLocks noChangeAspect="1"/>
          </p:cNvGraphicFramePr>
          <p:nvPr/>
        </p:nvGraphicFramePr>
        <p:xfrm>
          <a:off x="533400" y="2060575"/>
          <a:ext cx="8229600" cy="1350963"/>
        </p:xfrm>
        <a:graphic>
          <a:graphicData uri="http://schemas.openxmlformats.org/presentationml/2006/ole">
            <mc:AlternateContent xmlns:mc="http://schemas.openxmlformats.org/markup-compatibility/2006">
              <mc:Choice xmlns:v="urn:schemas-microsoft-com:vml" Requires="v">
                <p:oleObj spid="_x0000_s48149" name="公式" r:id="rId5" imgW="3962400" imgH="609600" progId="Equation.3">
                  <p:embed/>
                </p:oleObj>
              </mc:Choice>
              <mc:Fallback>
                <p:oleObj name="公式" r:id="rId5" imgW="3962400" imgH="6096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3400" y="2060575"/>
                        <a:ext cx="8229600" cy="1350963"/>
                      </a:xfrm>
                      <a:prstGeom prst="rect">
                        <a:avLst/>
                      </a:prstGeom>
                      <a:solidFill>
                        <a:srgbClr val="FF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7590" name="Object 6">
            <a:extLst>
              <a:ext uri="{FF2B5EF4-FFF2-40B4-BE49-F238E27FC236}">
                <a16:creationId xmlns:a16="http://schemas.microsoft.com/office/drawing/2014/main" id="{635A19CD-E59A-4F16-BA48-3BBED4DE6F85}"/>
              </a:ext>
            </a:extLst>
          </p:cNvPr>
          <p:cNvGraphicFramePr>
            <a:graphicFrameLocks noChangeAspect="1"/>
          </p:cNvGraphicFramePr>
          <p:nvPr/>
        </p:nvGraphicFramePr>
        <p:xfrm>
          <a:off x="533400" y="3500438"/>
          <a:ext cx="3394075" cy="1493837"/>
        </p:xfrm>
        <a:graphic>
          <a:graphicData uri="http://schemas.openxmlformats.org/presentationml/2006/ole">
            <mc:AlternateContent xmlns:mc="http://schemas.openxmlformats.org/markup-compatibility/2006">
              <mc:Choice xmlns:v="urn:schemas-microsoft-com:vml" Requires="v">
                <p:oleObj spid="_x0000_s48150" name="公式" r:id="rId7" imgW="1308100" imgH="609600" progId="Equation.3">
                  <p:embed/>
                </p:oleObj>
              </mc:Choice>
              <mc:Fallback>
                <p:oleObj name="公式" r:id="rId7" imgW="1308100" imgH="609600"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3400" y="3500438"/>
                        <a:ext cx="3394075" cy="14938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7591" name="Object 7">
            <a:extLst>
              <a:ext uri="{FF2B5EF4-FFF2-40B4-BE49-F238E27FC236}">
                <a16:creationId xmlns:a16="http://schemas.microsoft.com/office/drawing/2014/main" id="{B873F52A-FDF8-4C63-B5C8-092B749910BC}"/>
              </a:ext>
            </a:extLst>
          </p:cNvPr>
          <p:cNvGraphicFramePr>
            <a:graphicFrameLocks noChangeAspect="1"/>
          </p:cNvGraphicFramePr>
          <p:nvPr/>
        </p:nvGraphicFramePr>
        <p:xfrm>
          <a:off x="4356100" y="3429000"/>
          <a:ext cx="3744913" cy="1770063"/>
        </p:xfrm>
        <a:graphic>
          <a:graphicData uri="http://schemas.openxmlformats.org/presentationml/2006/ole">
            <mc:AlternateContent xmlns:mc="http://schemas.openxmlformats.org/markup-compatibility/2006">
              <mc:Choice xmlns:v="urn:schemas-microsoft-com:vml" Requires="v">
                <p:oleObj spid="_x0000_s48151" name="公式" r:id="rId9" imgW="1459866" imgH="939392" progId="Equation.3">
                  <p:embed/>
                </p:oleObj>
              </mc:Choice>
              <mc:Fallback>
                <p:oleObj name="公式" r:id="rId9" imgW="1459866" imgH="939392" progId="Equation.3">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356100" y="3429000"/>
                        <a:ext cx="3744913" cy="1770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7594" name="Text Box 10">
            <a:extLst>
              <a:ext uri="{FF2B5EF4-FFF2-40B4-BE49-F238E27FC236}">
                <a16:creationId xmlns:a16="http://schemas.microsoft.com/office/drawing/2014/main" id="{B247D31F-E13E-49B9-8121-28F104446469}"/>
              </a:ext>
            </a:extLst>
          </p:cNvPr>
          <p:cNvSpPr txBox="1">
            <a:spLocks noChangeArrowheads="1"/>
          </p:cNvSpPr>
          <p:nvPr/>
        </p:nvSpPr>
        <p:spPr bwMode="auto">
          <a:xfrm>
            <a:off x="323850" y="5734050"/>
            <a:ext cx="38877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solidFill>
                  <a:srgbClr val="FF0000"/>
                </a:solidFill>
              </a:rPr>
              <a:t>平衡点 </a:t>
            </a:r>
            <a:r>
              <a:rPr lang="zh-CN" altLang="en-US" sz="2800" b="1">
                <a:solidFill>
                  <a:srgbClr val="FF3300"/>
                </a:solidFill>
              </a:rPr>
              <a:t>稳定</a:t>
            </a:r>
            <a:endParaRPr lang="en-US" altLang="zh-CN" sz="2800" b="1">
              <a:solidFill>
                <a:srgbClr val="FF3300"/>
              </a:solidFill>
            </a:endParaRPr>
          </a:p>
        </p:txBody>
      </p:sp>
      <p:sp>
        <p:nvSpPr>
          <p:cNvPr id="67600" name="Text Box 16">
            <a:extLst>
              <a:ext uri="{FF2B5EF4-FFF2-40B4-BE49-F238E27FC236}">
                <a16:creationId xmlns:a16="http://schemas.microsoft.com/office/drawing/2014/main" id="{14DDC949-E5E1-40AE-AF82-B94F7AB1D5DE}"/>
              </a:ext>
            </a:extLst>
          </p:cNvPr>
          <p:cNvSpPr txBox="1">
            <a:spLocks noChangeArrowheads="1"/>
          </p:cNvSpPr>
          <p:nvPr/>
        </p:nvSpPr>
        <p:spPr bwMode="auto">
          <a:xfrm>
            <a:off x="990600" y="5141913"/>
            <a:ext cx="2286000" cy="519112"/>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t>p </a:t>
            </a:r>
            <a:r>
              <a:rPr lang="en-US" altLang="zh-CN" sz="2800" b="1"/>
              <a:t>&gt; 0 </a:t>
            </a:r>
            <a:r>
              <a:rPr lang="zh-CN" altLang="en-US" sz="2800" b="1"/>
              <a:t>且 </a:t>
            </a:r>
            <a:r>
              <a:rPr lang="en-US" altLang="zh-CN" sz="2800" b="1" i="1"/>
              <a:t>q </a:t>
            </a:r>
            <a:r>
              <a:rPr lang="en-US" altLang="zh-CN" sz="2800" b="1"/>
              <a:t>&gt; 0</a:t>
            </a:r>
          </a:p>
        </p:txBody>
      </p:sp>
      <p:sp>
        <p:nvSpPr>
          <p:cNvPr id="67597" name="Text Box 13">
            <a:extLst>
              <a:ext uri="{FF2B5EF4-FFF2-40B4-BE49-F238E27FC236}">
                <a16:creationId xmlns:a16="http://schemas.microsoft.com/office/drawing/2014/main" id="{5BBF504E-769A-4425-B099-28B726D46075}"/>
              </a:ext>
            </a:extLst>
          </p:cNvPr>
          <p:cNvSpPr txBox="1">
            <a:spLocks noChangeArrowheads="1"/>
          </p:cNvSpPr>
          <p:nvPr/>
        </p:nvSpPr>
        <p:spPr bwMode="auto">
          <a:xfrm>
            <a:off x="4572000" y="5734050"/>
            <a:ext cx="43211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solidFill>
                  <a:srgbClr val="FF0000"/>
                </a:solidFill>
              </a:rPr>
              <a:t>平衡点 </a:t>
            </a:r>
            <a:r>
              <a:rPr lang="zh-CN" altLang="en-US" sz="2800" b="1">
                <a:solidFill>
                  <a:srgbClr val="FF3300"/>
                </a:solidFill>
              </a:rPr>
              <a:t>不稳定</a:t>
            </a:r>
            <a:endParaRPr lang="en-US" altLang="zh-CN" sz="2800" b="1">
              <a:solidFill>
                <a:srgbClr val="FF3300"/>
              </a:solidFill>
            </a:endParaRPr>
          </a:p>
        </p:txBody>
      </p:sp>
      <p:sp>
        <p:nvSpPr>
          <p:cNvPr id="67601" name="Text Box 17">
            <a:extLst>
              <a:ext uri="{FF2B5EF4-FFF2-40B4-BE49-F238E27FC236}">
                <a16:creationId xmlns:a16="http://schemas.microsoft.com/office/drawing/2014/main" id="{3B23FFD1-61BF-4F2C-8A12-C625620F5058}"/>
              </a:ext>
            </a:extLst>
          </p:cNvPr>
          <p:cNvSpPr txBox="1">
            <a:spLocks noChangeArrowheads="1"/>
          </p:cNvSpPr>
          <p:nvPr/>
        </p:nvSpPr>
        <p:spPr bwMode="auto">
          <a:xfrm>
            <a:off x="5486400" y="5157788"/>
            <a:ext cx="2286000" cy="519112"/>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t>p </a:t>
            </a:r>
            <a:r>
              <a:rPr lang="en-US" altLang="zh-CN" sz="2800" b="1"/>
              <a:t>&lt; 0 </a:t>
            </a:r>
            <a:r>
              <a:rPr lang="zh-CN" altLang="en-US" sz="2800" b="1"/>
              <a:t>或 </a:t>
            </a:r>
            <a:r>
              <a:rPr lang="en-US" altLang="zh-CN" sz="2800" b="1" i="1"/>
              <a:t>q </a:t>
            </a:r>
            <a:r>
              <a:rPr lang="en-US" altLang="zh-CN" sz="2800" b="1"/>
              <a:t>&lt; 0</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nodeType="clickEffect">
                                  <p:stCondLst>
                                    <p:cond delay="0"/>
                                  </p:stCondLst>
                                  <p:childTnLst>
                                    <p:set>
                                      <p:cBhvr>
                                        <p:cTn id="6" dur="1" fill="hold">
                                          <p:stCondLst>
                                            <p:cond delay="0"/>
                                          </p:stCondLst>
                                        </p:cTn>
                                        <p:tgtEl>
                                          <p:spTgt spid="67588"/>
                                        </p:tgtEl>
                                        <p:attrNameLst>
                                          <p:attrName>style.visibility</p:attrName>
                                        </p:attrNameLst>
                                      </p:cBhvr>
                                      <p:to>
                                        <p:strVal val="visible"/>
                                      </p:to>
                                    </p:set>
                                    <p:anim calcmode="lin" valueType="num">
                                      <p:cBhvr additive="base">
                                        <p:cTn id="7" dur="1000" fill="hold"/>
                                        <p:tgtEl>
                                          <p:spTgt spid="67588"/>
                                        </p:tgtEl>
                                        <p:attrNameLst>
                                          <p:attrName>ppt_x</p:attrName>
                                        </p:attrNameLst>
                                      </p:cBhvr>
                                      <p:tavLst>
                                        <p:tav tm="0">
                                          <p:val>
                                            <p:strVal val="#ppt_x"/>
                                          </p:val>
                                        </p:tav>
                                        <p:tav tm="100000">
                                          <p:val>
                                            <p:strVal val="#ppt_x"/>
                                          </p:val>
                                        </p:tav>
                                      </p:tavLst>
                                    </p:anim>
                                    <p:anim calcmode="lin" valueType="num">
                                      <p:cBhvr additive="base">
                                        <p:cTn id="8" dur="1000" fill="hold"/>
                                        <p:tgtEl>
                                          <p:spTgt spid="67588"/>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67587"/>
                                        </p:tgtEl>
                                        <p:attrNameLst>
                                          <p:attrName>style.visibility</p:attrName>
                                        </p:attrNameLst>
                                      </p:cBhvr>
                                      <p:to>
                                        <p:strVal val="visible"/>
                                      </p:to>
                                    </p:set>
                                    <p:animEffect transition="in" filter="box(in)">
                                      <p:cBhvr>
                                        <p:cTn id="13" dur="1000"/>
                                        <p:tgtEl>
                                          <p:spTgt spid="67587"/>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nodeType="clickEffect">
                                  <p:stCondLst>
                                    <p:cond delay="0"/>
                                  </p:stCondLst>
                                  <p:childTnLst>
                                    <p:set>
                                      <p:cBhvr>
                                        <p:cTn id="17" dur="1" fill="hold">
                                          <p:stCondLst>
                                            <p:cond delay="0"/>
                                          </p:stCondLst>
                                        </p:cTn>
                                        <p:tgtEl>
                                          <p:spTgt spid="67589"/>
                                        </p:tgtEl>
                                        <p:attrNameLst>
                                          <p:attrName>style.visibility</p:attrName>
                                        </p:attrNameLst>
                                      </p:cBhvr>
                                      <p:to>
                                        <p:strVal val="visible"/>
                                      </p:to>
                                    </p:set>
                                    <p:animEffect transition="in" filter="blinds(horizontal)">
                                      <p:cBhvr>
                                        <p:cTn id="18" dur="1000"/>
                                        <p:tgtEl>
                                          <p:spTgt spid="67589"/>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9" presetClass="entr" presetSubtype="0" fill="hold" nodeType="clickEffect">
                                  <p:stCondLst>
                                    <p:cond delay="0"/>
                                  </p:stCondLst>
                                  <p:childTnLst>
                                    <p:set>
                                      <p:cBhvr>
                                        <p:cTn id="22" dur="1" fill="hold">
                                          <p:stCondLst>
                                            <p:cond delay="0"/>
                                          </p:stCondLst>
                                        </p:cTn>
                                        <p:tgtEl>
                                          <p:spTgt spid="67590"/>
                                        </p:tgtEl>
                                        <p:attrNameLst>
                                          <p:attrName>style.visibility</p:attrName>
                                        </p:attrNameLst>
                                      </p:cBhvr>
                                      <p:to>
                                        <p:strVal val="visible"/>
                                      </p:to>
                                    </p:set>
                                    <p:animEffect transition="in" filter="dissolve">
                                      <p:cBhvr>
                                        <p:cTn id="23" dur="1000"/>
                                        <p:tgtEl>
                                          <p:spTgt spid="67590"/>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4" presetClass="entr" presetSubtype="16" fill="hold" nodeType="clickEffect">
                                  <p:stCondLst>
                                    <p:cond delay="0"/>
                                  </p:stCondLst>
                                  <p:childTnLst>
                                    <p:set>
                                      <p:cBhvr>
                                        <p:cTn id="27" dur="1" fill="hold">
                                          <p:stCondLst>
                                            <p:cond delay="0"/>
                                          </p:stCondLst>
                                        </p:cTn>
                                        <p:tgtEl>
                                          <p:spTgt spid="67591"/>
                                        </p:tgtEl>
                                        <p:attrNameLst>
                                          <p:attrName>style.visibility</p:attrName>
                                        </p:attrNameLst>
                                      </p:cBhvr>
                                      <p:to>
                                        <p:strVal val="visible"/>
                                      </p:to>
                                    </p:set>
                                    <p:animEffect transition="in" filter="box(in)">
                                      <p:cBhvr>
                                        <p:cTn id="28" dur="1000"/>
                                        <p:tgtEl>
                                          <p:spTgt spid="67591"/>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67600"/>
                                        </p:tgtEl>
                                        <p:attrNameLst>
                                          <p:attrName>style.visibility</p:attrName>
                                        </p:attrNameLst>
                                      </p:cBhvr>
                                      <p:to>
                                        <p:strVal val="visible"/>
                                      </p:to>
                                    </p:set>
                                    <p:animEffect transition="in" filter="blinds(horizontal)">
                                      <p:cBhvr>
                                        <p:cTn id="33" dur="1000"/>
                                        <p:tgtEl>
                                          <p:spTgt spid="67600"/>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67594"/>
                                        </p:tgtEl>
                                        <p:attrNameLst>
                                          <p:attrName>style.visibility</p:attrName>
                                        </p:attrNameLst>
                                      </p:cBhvr>
                                      <p:to>
                                        <p:strVal val="visible"/>
                                      </p:to>
                                    </p:set>
                                    <p:animEffect transition="in" filter="blinds(horizontal)">
                                      <p:cBhvr>
                                        <p:cTn id="38" dur="1000"/>
                                        <p:tgtEl>
                                          <p:spTgt spid="67594"/>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4" presetClass="entr" presetSubtype="16" fill="hold" grpId="0" nodeType="clickEffect">
                                  <p:stCondLst>
                                    <p:cond delay="0"/>
                                  </p:stCondLst>
                                  <p:childTnLst>
                                    <p:set>
                                      <p:cBhvr>
                                        <p:cTn id="42" dur="1" fill="hold">
                                          <p:stCondLst>
                                            <p:cond delay="0"/>
                                          </p:stCondLst>
                                        </p:cTn>
                                        <p:tgtEl>
                                          <p:spTgt spid="67601"/>
                                        </p:tgtEl>
                                        <p:attrNameLst>
                                          <p:attrName>style.visibility</p:attrName>
                                        </p:attrNameLst>
                                      </p:cBhvr>
                                      <p:to>
                                        <p:strVal val="visible"/>
                                      </p:to>
                                    </p:set>
                                    <p:animEffect transition="in" filter="box(in)">
                                      <p:cBhvr>
                                        <p:cTn id="43" dur="1000"/>
                                        <p:tgtEl>
                                          <p:spTgt spid="67601"/>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4" presetClass="entr" presetSubtype="16" fill="hold" grpId="0" nodeType="clickEffect">
                                  <p:stCondLst>
                                    <p:cond delay="0"/>
                                  </p:stCondLst>
                                  <p:childTnLst>
                                    <p:set>
                                      <p:cBhvr>
                                        <p:cTn id="47" dur="1" fill="hold">
                                          <p:stCondLst>
                                            <p:cond delay="0"/>
                                          </p:stCondLst>
                                        </p:cTn>
                                        <p:tgtEl>
                                          <p:spTgt spid="67597"/>
                                        </p:tgtEl>
                                        <p:attrNameLst>
                                          <p:attrName>style.visibility</p:attrName>
                                        </p:attrNameLst>
                                      </p:cBhvr>
                                      <p:to>
                                        <p:strVal val="visible"/>
                                      </p:to>
                                    </p:set>
                                    <p:animEffect transition="in" filter="box(in)">
                                      <p:cBhvr>
                                        <p:cTn id="48" dur="1000"/>
                                        <p:tgtEl>
                                          <p:spTgt spid="675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7" grpId="0" animBg="1" autoUpdateAnimBg="0"/>
      <p:bldP spid="67594" grpId="0"/>
      <p:bldP spid="67600" grpId="0" animBg="1"/>
      <p:bldP spid="67597" grpId="0"/>
      <p:bldP spid="67601"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ext Box 3">
            <a:extLst>
              <a:ext uri="{FF2B5EF4-FFF2-40B4-BE49-F238E27FC236}">
                <a16:creationId xmlns:a16="http://schemas.microsoft.com/office/drawing/2014/main" id="{9E2CDD27-EA92-4267-B59F-77094ED9AEDA}"/>
              </a:ext>
            </a:extLst>
          </p:cNvPr>
          <p:cNvSpPr txBox="1">
            <a:spLocks noChangeArrowheads="1"/>
          </p:cNvSpPr>
          <p:nvPr/>
        </p:nvSpPr>
        <p:spPr bwMode="auto">
          <a:xfrm>
            <a:off x="1752600" y="457200"/>
            <a:ext cx="5105400" cy="64135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600" b="1">
                <a:ea typeface="楷体_GB2312" pitchFamily="49" charset="-122"/>
              </a:rPr>
              <a:t>5.3</a:t>
            </a:r>
            <a:r>
              <a:rPr lang="zh-CN" altLang="en-US" sz="3600" b="1">
                <a:ea typeface="楷体_GB2312" pitchFamily="49" charset="-122"/>
              </a:rPr>
              <a:t>、</a:t>
            </a:r>
            <a:r>
              <a:rPr lang="zh-CN" altLang="en-US" sz="3600" b="1">
                <a:latin typeface="楷体_GB2312" pitchFamily="49" charset="-122"/>
                <a:ea typeface="楷体_GB2312" pitchFamily="49" charset="-122"/>
              </a:rPr>
              <a:t>捕鱼业的持续收获</a:t>
            </a:r>
          </a:p>
        </p:txBody>
      </p:sp>
      <p:sp>
        <p:nvSpPr>
          <p:cNvPr id="22536" name="Text Box 8">
            <a:extLst>
              <a:ext uri="{FF2B5EF4-FFF2-40B4-BE49-F238E27FC236}">
                <a16:creationId xmlns:a16="http://schemas.microsoft.com/office/drawing/2014/main" id="{1D7CADB3-2E23-4723-B322-49C0AD9FAB4B}"/>
              </a:ext>
            </a:extLst>
          </p:cNvPr>
          <p:cNvSpPr txBox="1">
            <a:spLocks noChangeArrowheads="1"/>
          </p:cNvSpPr>
          <p:nvPr/>
        </p:nvSpPr>
        <p:spPr bwMode="auto">
          <a:xfrm>
            <a:off x="1752600" y="1309688"/>
            <a:ext cx="5105400" cy="966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
              </a:spcBef>
              <a:buFontTx/>
              <a:buChar char="•"/>
            </a:pPr>
            <a:r>
              <a:rPr lang="en-US" altLang="zh-CN" sz="2800" b="1"/>
              <a:t> </a:t>
            </a:r>
            <a:r>
              <a:rPr lang="zh-CN" altLang="en-US" sz="2800" b="1"/>
              <a:t>再生资源（渔业、林业等）与</a:t>
            </a:r>
          </a:p>
          <a:p>
            <a:pPr eaLnBrk="1" hangingPunct="1">
              <a:spcBef>
                <a:spcPct val="5000"/>
              </a:spcBef>
            </a:pPr>
            <a:r>
              <a:rPr lang="zh-CN" altLang="en-US" sz="2800" b="1"/>
              <a:t>  非再生资源（矿业等）</a:t>
            </a:r>
            <a:r>
              <a:rPr lang="en-US" altLang="zh-CN" sz="2800" b="1"/>
              <a:t>.</a:t>
            </a:r>
          </a:p>
        </p:txBody>
      </p:sp>
      <p:sp>
        <p:nvSpPr>
          <p:cNvPr id="22537" name="Text Box 9">
            <a:extLst>
              <a:ext uri="{FF2B5EF4-FFF2-40B4-BE49-F238E27FC236}">
                <a16:creationId xmlns:a16="http://schemas.microsoft.com/office/drawing/2014/main" id="{941B1267-3AC2-48D4-B2E6-66D322B2A14E}"/>
              </a:ext>
            </a:extLst>
          </p:cNvPr>
          <p:cNvSpPr txBox="1">
            <a:spLocks noChangeArrowheads="1"/>
          </p:cNvSpPr>
          <p:nvPr/>
        </p:nvSpPr>
        <p:spPr bwMode="auto">
          <a:xfrm>
            <a:off x="1752600" y="2286000"/>
            <a:ext cx="6132513" cy="1138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
              </a:spcBef>
              <a:buFontTx/>
              <a:buChar char="•"/>
            </a:pPr>
            <a:r>
              <a:rPr lang="en-US" altLang="zh-CN" sz="2800" b="1"/>
              <a:t> </a:t>
            </a:r>
            <a:r>
              <a:rPr lang="zh-CN" altLang="en-US" sz="2800" b="1"/>
              <a:t>再生资源应适度开发</a:t>
            </a:r>
            <a:r>
              <a:rPr lang="en-US" altLang="zh-CN" sz="2800" b="1"/>
              <a:t>——</a:t>
            </a:r>
            <a:r>
              <a:rPr lang="zh-CN" altLang="en-US" sz="2800" b="1"/>
              <a:t>在持续稳产</a:t>
            </a:r>
          </a:p>
          <a:p>
            <a:pPr eaLnBrk="1" hangingPunct="1">
              <a:lnSpc>
                <a:spcPct val="120000"/>
              </a:lnSpc>
              <a:spcBef>
                <a:spcPct val="5000"/>
              </a:spcBef>
            </a:pPr>
            <a:r>
              <a:rPr lang="zh-CN" altLang="en-US" sz="2800" b="1"/>
              <a:t>  前提下实现最大产量或最佳效益</a:t>
            </a:r>
            <a:r>
              <a:rPr lang="en-US" altLang="zh-CN" sz="2800" b="1"/>
              <a:t>.</a:t>
            </a:r>
          </a:p>
        </p:txBody>
      </p:sp>
      <p:sp>
        <p:nvSpPr>
          <p:cNvPr id="22539" name="Text Box 11">
            <a:extLst>
              <a:ext uri="{FF2B5EF4-FFF2-40B4-BE49-F238E27FC236}">
                <a16:creationId xmlns:a16="http://schemas.microsoft.com/office/drawing/2014/main" id="{37ED5054-DAB8-4570-906A-7F69D0C396E5}"/>
              </a:ext>
            </a:extLst>
          </p:cNvPr>
          <p:cNvSpPr txBox="1">
            <a:spLocks noChangeArrowheads="1"/>
          </p:cNvSpPr>
          <p:nvPr/>
        </p:nvSpPr>
        <p:spPr bwMode="auto">
          <a:xfrm>
            <a:off x="304800" y="3581400"/>
            <a:ext cx="1295400" cy="126365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pPr>
            <a:r>
              <a:rPr lang="zh-CN" altLang="en-US" sz="3200" b="1">
                <a:latin typeface="楷体_GB2312" pitchFamily="49" charset="-122"/>
                <a:ea typeface="楷体_GB2312" pitchFamily="49" charset="-122"/>
              </a:rPr>
              <a:t>问题及  分析</a:t>
            </a:r>
          </a:p>
        </p:txBody>
      </p:sp>
      <p:sp>
        <p:nvSpPr>
          <p:cNvPr id="22540" name="Text Box 12">
            <a:extLst>
              <a:ext uri="{FF2B5EF4-FFF2-40B4-BE49-F238E27FC236}">
                <a16:creationId xmlns:a16="http://schemas.microsoft.com/office/drawing/2014/main" id="{8232FCB2-8DBB-4AB9-9113-356866646EF3}"/>
              </a:ext>
            </a:extLst>
          </p:cNvPr>
          <p:cNvSpPr txBox="1">
            <a:spLocks noChangeArrowheads="1"/>
          </p:cNvSpPr>
          <p:nvPr/>
        </p:nvSpPr>
        <p:spPr bwMode="auto">
          <a:xfrm>
            <a:off x="1752600" y="3530600"/>
            <a:ext cx="5772150" cy="1138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
              </a:spcBef>
              <a:buFontTx/>
              <a:buChar char="•"/>
            </a:pPr>
            <a:r>
              <a:rPr lang="en-US" altLang="zh-CN" sz="2800" b="1"/>
              <a:t> </a:t>
            </a:r>
            <a:r>
              <a:rPr lang="zh-CN" altLang="en-US" sz="2800" b="1"/>
              <a:t>在</a:t>
            </a:r>
            <a:r>
              <a:rPr lang="zh-CN" altLang="en-US" sz="2800" b="1">
                <a:solidFill>
                  <a:srgbClr val="FF3300"/>
                </a:solidFill>
              </a:rPr>
              <a:t>捕捞量稳定</a:t>
            </a:r>
            <a:r>
              <a:rPr lang="zh-CN" altLang="en-US" sz="2800" b="1"/>
              <a:t>的条件下，如何控制</a:t>
            </a:r>
          </a:p>
          <a:p>
            <a:pPr eaLnBrk="1" hangingPunct="1">
              <a:lnSpc>
                <a:spcPct val="120000"/>
              </a:lnSpc>
              <a:spcBef>
                <a:spcPct val="5000"/>
              </a:spcBef>
            </a:pPr>
            <a:r>
              <a:rPr lang="zh-CN" altLang="en-US" sz="2800" b="1"/>
              <a:t>  捕捞使产量最大或效益最佳</a:t>
            </a:r>
            <a:r>
              <a:rPr lang="en-US" altLang="zh-CN" sz="2800" b="1"/>
              <a:t>?</a:t>
            </a:r>
          </a:p>
        </p:txBody>
      </p:sp>
      <p:sp>
        <p:nvSpPr>
          <p:cNvPr id="22541" name="Text Box 13">
            <a:extLst>
              <a:ext uri="{FF2B5EF4-FFF2-40B4-BE49-F238E27FC236}">
                <a16:creationId xmlns:a16="http://schemas.microsoft.com/office/drawing/2014/main" id="{5D3981A3-3DC3-428C-AF79-45404CA98128}"/>
              </a:ext>
            </a:extLst>
          </p:cNvPr>
          <p:cNvSpPr txBox="1">
            <a:spLocks noChangeArrowheads="1"/>
          </p:cNvSpPr>
          <p:nvPr/>
        </p:nvSpPr>
        <p:spPr bwMode="auto">
          <a:xfrm>
            <a:off x="1752600" y="4673600"/>
            <a:ext cx="6132513" cy="1138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
              </a:spcBef>
              <a:buFontTx/>
              <a:buChar char="•"/>
            </a:pPr>
            <a:r>
              <a:rPr lang="en-US" altLang="zh-CN" sz="2800" b="1"/>
              <a:t> </a:t>
            </a:r>
            <a:r>
              <a:rPr lang="zh-CN" altLang="en-US" sz="2800" b="1"/>
              <a:t>如果使捕捞量等于自然增长量，</a:t>
            </a:r>
            <a:r>
              <a:rPr lang="zh-CN" altLang="en-US" sz="2800" b="1">
                <a:solidFill>
                  <a:srgbClr val="FF3300"/>
                </a:solidFill>
              </a:rPr>
              <a:t>渔场</a:t>
            </a:r>
          </a:p>
          <a:p>
            <a:pPr eaLnBrk="1" hangingPunct="1">
              <a:lnSpc>
                <a:spcPct val="120000"/>
              </a:lnSpc>
              <a:spcBef>
                <a:spcPct val="5000"/>
              </a:spcBef>
            </a:pPr>
            <a:r>
              <a:rPr lang="zh-CN" altLang="en-US" sz="2800" b="1">
                <a:solidFill>
                  <a:srgbClr val="FF3300"/>
                </a:solidFill>
              </a:rPr>
              <a:t>  鱼量将保持不变</a:t>
            </a:r>
            <a:r>
              <a:rPr lang="zh-CN" altLang="en-US" sz="2800" b="1"/>
              <a:t>，则捕捞量稳定</a:t>
            </a:r>
            <a:r>
              <a:rPr lang="en-US" altLang="zh-CN" sz="2800" b="1"/>
              <a:t>.</a:t>
            </a:r>
          </a:p>
        </p:txBody>
      </p:sp>
      <p:pic>
        <p:nvPicPr>
          <p:cNvPr id="49160" name="Picture 15" descr="NA01441_">
            <a:extLst>
              <a:ext uri="{FF2B5EF4-FFF2-40B4-BE49-F238E27FC236}">
                <a16:creationId xmlns:a16="http://schemas.microsoft.com/office/drawing/2014/main" id="{E5F58BB7-FD47-4640-8E8D-3E7B9952D1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48600" y="609600"/>
            <a:ext cx="101282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44" name="Text Box 16">
            <a:extLst>
              <a:ext uri="{FF2B5EF4-FFF2-40B4-BE49-F238E27FC236}">
                <a16:creationId xmlns:a16="http://schemas.microsoft.com/office/drawing/2014/main" id="{517A3498-C5C7-4135-8348-6CDF2C1D22D6}"/>
              </a:ext>
            </a:extLst>
          </p:cNvPr>
          <p:cNvSpPr txBox="1">
            <a:spLocks noChangeArrowheads="1"/>
          </p:cNvSpPr>
          <p:nvPr/>
        </p:nvSpPr>
        <p:spPr bwMode="auto">
          <a:xfrm>
            <a:off x="381000" y="1447800"/>
            <a:ext cx="1066800" cy="579438"/>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ea typeface="楷体_GB2312" pitchFamily="49" charset="-122"/>
              </a:rPr>
              <a:t>背景</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254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4" presetClass="entr" presetSubtype="32" fill="hold" grpId="0" nodeType="clickEffect">
                                  <p:stCondLst>
                                    <p:cond delay="0"/>
                                  </p:stCondLst>
                                  <p:childTnLst>
                                    <p:set>
                                      <p:cBhvr>
                                        <p:cTn id="10" dur="1" fill="hold">
                                          <p:stCondLst>
                                            <p:cond delay="0"/>
                                          </p:stCondLst>
                                        </p:cTn>
                                        <p:tgtEl>
                                          <p:spTgt spid="22536"/>
                                        </p:tgtEl>
                                        <p:attrNameLst>
                                          <p:attrName>style.visibility</p:attrName>
                                        </p:attrNameLst>
                                      </p:cBhvr>
                                      <p:to>
                                        <p:strVal val="visible"/>
                                      </p:to>
                                    </p:set>
                                    <p:animEffect transition="in" filter="box(out)">
                                      <p:cBhvr>
                                        <p:cTn id="11" dur="1000"/>
                                        <p:tgtEl>
                                          <p:spTgt spid="22536"/>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4" presetClass="entr" presetSubtype="32" fill="hold" grpId="0" nodeType="clickEffect">
                                  <p:stCondLst>
                                    <p:cond delay="0"/>
                                  </p:stCondLst>
                                  <p:childTnLst>
                                    <p:set>
                                      <p:cBhvr>
                                        <p:cTn id="15" dur="1" fill="hold">
                                          <p:stCondLst>
                                            <p:cond delay="0"/>
                                          </p:stCondLst>
                                        </p:cTn>
                                        <p:tgtEl>
                                          <p:spTgt spid="22537"/>
                                        </p:tgtEl>
                                        <p:attrNameLst>
                                          <p:attrName>style.visibility</p:attrName>
                                        </p:attrNameLst>
                                      </p:cBhvr>
                                      <p:to>
                                        <p:strVal val="visible"/>
                                      </p:to>
                                    </p:set>
                                    <p:animEffect transition="in" filter="box(out)">
                                      <p:cBhvr>
                                        <p:cTn id="16" dur="1000"/>
                                        <p:tgtEl>
                                          <p:spTgt spid="22537"/>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22539"/>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4" presetClass="entr" presetSubtype="16" fill="hold" grpId="0" nodeType="clickEffect">
                                  <p:stCondLst>
                                    <p:cond delay="0"/>
                                  </p:stCondLst>
                                  <p:childTnLst>
                                    <p:set>
                                      <p:cBhvr>
                                        <p:cTn id="24" dur="1" fill="hold">
                                          <p:stCondLst>
                                            <p:cond delay="0"/>
                                          </p:stCondLst>
                                        </p:cTn>
                                        <p:tgtEl>
                                          <p:spTgt spid="22540"/>
                                        </p:tgtEl>
                                        <p:attrNameLst>
                                          <p:attrName>style.visibility</p:attrName>
                                        </p:attrNameLst>
                                      </p:cBhvr>
                                      <p:to>
                                        <p:strVal val="visible"/>
                                      </p:to>
                                    </p:set>
                                    <p:animEffect transition="in" filter="box(in)">
                                      <p:cBhvr>
                                        <p:cTn id="25" dur="1000"/>
                                        <p:tgtEl>
                                          <p:spTgt spid="22540"/>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4" presetClass="entr" presetSubtype="16" fill="hold" grpId="0" nodeType="clickEffect">
                                  <p:stCondLst>
                                    <p:cond delay="0"/>
                                  </p:stCondLst>
                                  <p:childTnLst>
                                    <p:set>
                                      <p:cBhvr>
                                        <p:cTn id="29" dur="1" fill="hold">
                                          <p:stCondLst>
                                            <p:cond delay="0"/>
                                          </p:stCondLst>
                                        </p:cTn>
                                        <p:tgtEl>
                                          <p:spTgt spid="22541"/>
                                        </p:tgtEl>
                                        <p:attrNameLst>
                                          <p:attrName>style.visibility</p:attrName>
                                        </p:attrNameLst>
                                      </p:cBhvr>
                                      <p:to>
                                        <p:strVal val="visible"/>
                                      </p:to>
                                    </p:set>
                                    <p:animEffect transition="in" filter="box(in)">
                                      <p:cBhvr>
                                        <p:cTn id="30" dur="1000"/>
                                        <p:tgtEl>
                                          <p:spTgt spid="225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6" grpId="0" animBg="1" autoUpdateAnimBg="0"/>
      <p:bldP spid="22537" grpId="0" animBg="1" autoUpdateAnimBg="0"/>
      <p:bldP spid="22539" grpId="0" animBg="1" autoUpdateAnimBg="0"/>
      <p:bldP spid="22540" grpId="0" animBg="1" autoUpdateAnimBg="0"/>
      <p:bldP spid="22541" grpId="0" animBg="1" autoUpdateAnimBg="0"/>
      <p:bldP spid="22544" grpId="0" animBg="1"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557" name="Object 5">
            <a:extLst>
              <a:ext uri="{FF2B5EF4-FFF2-40B4-BE49-F238E27FC236}">
                <a16:creationId xmlns:a16="http://schemas.microsoft.com/office/drawing/2014/main" id="{659D5634-E2EB-4034-9A98-5F07A82A0CD9}"/>
              </a:ext>
            </a:extLst>
          </p:cNvPr>
          <p:cNvGraphicFramePr>
            <a:graphicFrameLocks noChangeAspect="1"/>
          </p:cNvGraphicFramePr>
          <p:nvPr/>
        </p:nvGraphicFramePr>
        <p:xfrm>
          <a:off x="3048000" y="4814888"/>
          <a:ext cx="5257800" cy="990600"/>
        </p:xfrm>
        <a:graphic>
          <a:graphicData uri="http://schemas.openxmlformats.org/presentationml/2006/ole">
            <mc:AlternateContent xmlns:mc="http://schemas.openxmlformats.org/markup-compatibility/2006">
              <mc:Choice xmlns:v="urn:schemas-microsoft-com:vml" Requires="v">
                <p:oleObj spid="_x0000_s50197" name="公式" r:id="rId3" imgW="2171700" imgH="469900" progId="Equation.3">
                  <p:embed/>
                </p:oleObj>
              </mc:Choice>
              <mc:Fallback>
                <p:oleObj name="公式" r:id="rId3" imgW="2171700" imgH="4699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0" y="4814888"/>
                        <a:ext cx="5257800" cy="990600"/>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559" name="Object 7">
            <a:extLst>
              <a:ext uri="{FF2B5EF4-FFF2-40B4-BE49-F238E27FC236}">
                <a16:creationId xmlns:a16="http://schemas.microsoft.com/office/drawing/2014/main" id="{3F5CBAE2-A828-4D91-A150-A2CA08CBD692}"/>
              </a:ext>
            </a:extLst>
          </p:cNvPr>
          <p:cNvGraphicFramePr>
            <a:graphicFrameLocks noChangeAspect="1"/>
          </p:cNvGraphicFramePr>
          <p:nvPr/>
        </p:nvGraphicFramePr>
        <p:xfrm>
          <a:off x="2590800" y="1462088"/>
          <a:ext cx="4419600" cy="838200"/>
        </p:xfrm>
        <a:graphic>
          <a:graphicData uri="http://schemas.openxmlformats.org/presentationml/2006/ole">
            <mc:AlternateContent xmlns:mc="http://schemas.openxmlformats.org/markup-compatibility/2006">
              <mc:Choice xmlns:v="urn:schemas-microsoft-com:vml" Requires="v">
                <p:oleObj spid="_x0000_s50198" name="公式" r:id="rId5" imgW="1790700" imgH="469900" progId="Equation.3">
                  <p:embed/>
                </p:oleObj>
              </mc:Choice>
              <mc:Fallback>
                <p:oleObj name="公式" r:id="rId5" imgW="1790700" imgH="46990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90800" y="1462088"/>
                        <a:ext cx="4419600"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561" name="Object 9">
            <a:extLst>
              <a:ext uri="{FF2B5EF4-FFF2-40B4-BE49-F238E27FC236}">
                <a16:creationId xmlns:a16="http://schemas.microsoft.com/office/drawing/2014/main" id="{1DBFAFAD-4BAF-4865-8E32-047186C54F6A}"/>
              </a:ext>
            </a:extLst>
          </p:cNvPr>
          <p:cNvGraphicFramePr>
            <a:graphicFrameLocks noChangeAspect="1"/>
          </p:cNvGraphicFramePr>
          <p:nvPr/>
        </p:nvGraphicFramePr>
        <p:xfrm>
          <a:off x="2819400" y="4140200"/>
          <a:ext cx="3505200" cy="522288"/>
        </p:xfrm>
        <a:graphic>
          <a:graphicData uri="http://schemas.openxmlformats.org/presentationml/2006/ole">
            <mc:AlternateContent xmlns:mc="http://schemas.openxmlformats.org/markup-compatibility/2006">
              <mc:Choice xmlns:v="urn:schemas-microsoft-com:vml" Requires="v">
                <p:oleObj spid="_x0000_s50199" name="公式" r:id="rId7" imgW="1701800" imgH="254000" progId="Equation.3">
                  <p:embed/>
                </p:oleObj>
              </mc:Choice>
              <mc:Fallback>
                <p:oleObj name="公式" r:id="rId7" imgW="1701800" imgH="254000"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19400" y="4140200"/>
                        <a:ext cx="3505200" cy="522288"/>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0181" name="Text Box 10">
            <a:extLst>
              <a:ext uri="{FF2B5EF4-FFF2-40B4-BE49-F238E27FC236}">
                <a16:creationId xmlns:a16="http://schemas.microsoft.com/office/drawing/2014/main" id="{9C940B20-DED4-4535-93AC-A77852817F04}"/>
              </a:ext>
            </a:extLst>
          </p:cNvPr>
          <p:cNvSpPr txBox="1">
            <a:spLocks noChangeArrowheads="1"/>
          </p:cNvSpPr>
          <p:nvPr/>
        </p:nvSpPr>
        <p:spPr bwMode="auto">
          <a:xfrm>
            <a:off x="990600" y="319088"/>
            <a:ext cx="2057400" cy="579437"/>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3200" b="1">
                <a:ea typeface="楷体_GB2312" pitchFamily="49" charset="-122"/>
              </a:rPr>
              <a:t>产量模型</a:t>
            </a:r>
          </a:p>
        </p:txBody>
      </p:sp>
      <p:sp>
        <p:nvSpPr>
          <p:cNvPr id="23564" name="Text Box 12">
            <a:extLst>
              <a:ext uri="{FF2B5EF4-FFF2-40B4-BE49-F238E27FC236}">
                <a16:creationId xmlns:a16="http://schemas.microsoft.com/office/drawing/2014/main" id="{70BF1250-D93C-4162-8F27-563B37B1EBBD}"/>
              </a:ext>
            </a:extLst>
          </p:cNvPr>
          <p:cNvSpPr txBox="1">
            <a:spLocks noChangeArrowheads="1"/>
          </p:cNvSpPr>
          <p:nvPr/>
        </p:nvSpPr>
        <p:spPr bwMode="auto">
          <a:xfrm>
            <a:off x="457200" y="1004888"/>
            <a:ext cx="1066800" cy="579437"/>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3200" b="1">
                <a:ea typeface="楷体_GB2312" pitchFamily="49" charset="-122"/>
              </a:rPr>
              <a:t>假设</a:t>
            </a:r>
          </a:p>
        </p:txBody>
      </p:sp>
      <p:sp>
        <p:nvSpPr>
          <p:cNvPr id="23565" name="Text Box 13">
            <a:extLst>
              <a:ext uri="{FF2B5EF4-FFF2-40B4-BE49-F238E27FC236}">
                <a16:creationId xmlns:a16="http://schemas.microsoft.com/office/drawing/2014/main" id="{AD3A1A56-8552-4F16-A814-EB08F807CDD2}"/>
              </a:ext>
            </a:extLst>
          </p:cNvPr>
          <p:cNvSpPr txBox="1">
            <a:spLocks noChangeArrowheads="1"/>
          </p:cNvSpPr>
          <p:nvPr/>
        </p:nvSpPr>
        <p:spPr bwMode="auto">
          <a:xfrm>
            <a:off x="1828800" y="1004888"/>
            <a:ext cx="67818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Char char="•"/>
            </a:pPr>
            <a:r>
              <a:rPr lang="en-US" altLang="zh-CN" sz="2800" b="1"/>
              <a:t> </a:t>
            </a:r>
            <a:r>
              <a:rPr lang="zh-CN" altLang="en-US" sz="2800" b="1"/>
              <a:t>无捕捞时鱼的自然增长服从 </a:t>
            </a:r>
            <a:r>
              <a:rPr lang="en-US" altLang="zh-CN" sz="2800" b="1"/>
              <a:t>Logistic</a:t>
            </a:r>
            <a:r>
              <a:rPr lang="zh-CN" altLang="en-US" sz="2800" b="1"/>
              <a:t>规律</a:t>
            </a:r>
            <a:r>
              <a:rPr lang="en-US" altLang="zh-CN" sz="2800" b="1"/>
              <a:t>.</a:t>
            </a:r>
          </a:p>
        </p:txBody>
      </p:sp>
      <p:sp>
        <p:nvSpPr>
          <p:cNvPr id="23567" name="Text Box 15">
            <a:extLst>
              <a:ext uri="{FF2B5EF4-FFF2-40B4-BE49-F238E27FC236}">
                <a16:creationId xmlns:a16="http://schemas.microsoft.com/office/drawing/2014/main" id="{34FA481D-2C7A-4383-96AC-4F3C8681F106}"/>
              </a:ext>
            </a:extLst>
          </p:cNvPr>
          <p:cNvSpPr txBox="1">
            <a:spLocks noChangeArrowheads="1"/>
          </p:cNvSpPr>
          <p:nvPr/>
        </p:nvSpPr>
        <p:spPr bwMode="auto">
          <a:xfrm>
            <a:off x="1828800" y="2909888"/>
            <a:ext cx="67818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Char char="•"/>
            </a:pPr>
            <a:r>
              <a:rPr lang="en-US" altLang="zh-CN" sz="2800" b="1"/>
              <a:t> </a:t>
            </a:r>
            <a:r>
              <a:rPr lang="zh-CN" altLang="en-US" sz="2800" b="1"/>
              <a:t>单位时间捕捞量与渔场鱼量成正比</a:t>
            </a:r>
            <a:r>
              <a:rPr lang="en-US" altLang="zh-CN" sz="2800" b="1"/>
              <a:t>.</a:t>
            </a:r>
          </a:p>
        </p:txBody>
      </p:sp>
      <p:sp>
        <p:nvSpPr>
          <p:cNvPr id="23568" name="Text Box 16">
            <a:extLst>
              <a:ext uri="{FF2B5EF4-FFF2-40B4-BE49-F238E27FC236}">
                <a16:creationId xmlns:a16="http://schemas.microsoft.com/office/drawing/2014/main" id="{7D55FB9F-AB5E-4080-A690-A8C328CEF5C3}"/>
              </a:ext>
            </a:extLst>
          </p:cNvPr>
          <p:cNvSpPr txBox="1">
            <a:spLocks noChangeArrowheads="1"/>
          </p:cNvSpPr>
          <p:nvPr/>
        </p:nvSpPr>
        <p:spPr bwMode="auto">
          <a:xfrm>
            <a:off x="533400" y="4129088"/>
            <a:ext cx="1066800" cy="579437"/>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3200" b="1">
                <a:ea typeface="楷体_GB2312" pitchFamily="49" charset="-122"/>
              </a:rPr>
              <a:t>建模</a:t>
            </a:r>
          </a:p>
        </p:txBody>
      </p:sp>
      <p:sp>
        <p:nvSpPr>
          <p:cNvPr id="23569" name="Text Box 17">
            <a:extLst>
              <a:ext uri="{FF2B5EF4-FFF2-40B4-BE49-F238E27FC236}">
                <a16:creationId xmlns:a16="http://schemas.microsoft.com/office/drawing/2014/main" id="{0C0B0F44-A0A3-4A2B-92DB-75AA4BE0767D}"/>
              </a:ext>
            </a:extLst>
          </p:cNvPr>
          <p:cNvSpPr txBox="1">
            <a:spLocks noChangeArrowheads="1"/>
          </p:cNvSpPr>
          <p:nvPr/>
        </p:nvSpPr>
        <p:spPr bwMode="auto">
          <a:xfrm>
            <a:off x="468313" y="4797425"/>
            <a:ext cx="2495550" cy="103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Bef>
                <a:spcPct val="50000"/>
              </a:spcBef>
            </a:pPr>
            <a:r>
              <a:rPr lang="zh-CN" altLang="en-US" sz="2800" b="1"/>
              <a:t>有捕捞情况下渔场鱼量满足</a:t>
            </a:r>
          </a:p>
        </p:txBody>
      </p:sp>
      <p:sp>
        <p:nvSpPr>
          <p:cNvPr id="23570" name="Text Box 18">
            <a:extLst>
              <a:ext uri="{FF2B5EF4-FFF2-40B4-BE49-F238E27FC236}">
                <a16:creationId xmlns:a16="http://schemas.microsoft.com/office/drawing/2014/main" id="{5C83DE92-C83E-48DF-9484-B7BE809058D4}"/>
              </a:ext>
            </a:extLst>
          </p:cNvPr>
          <p:cNvSpPr txBox="1">
            <a:spLocks noChangeArrowheads="1"/>
          </p:cNvSpPr>
          <p:nvPr/>
        </p:nvSpPr>
        <p:spPr bwMode="auto">
          <a:xfrm>
            <a:off x="1143000" y="5957888"/>
            <a:ext cx="685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Char char="•"/>
            </a:pPr>
            <a:r>
              <a:rPr lang="en-US" altLang="zh-CN" sz="2800" b="1"/>
              <a:t> </a:t>
            </a:r>
            <a:r>
              <a:rPr lang="zh-CN" altLang="en-US" sz="2800" b="1"/>
              <a:t>不需要求解</a:t>
            </a:r>
            <a:r>
              <a:rPr lang="en-US" altLang="zh-CN" sz="2800" b="1" i="1"/>
              <a:t>x</a:t>
            </a:r>
            <a:r>
              <a:rPr lang="en-US" altLang="zh-CN" sz="2800" b="1"/>
              <a:t>(</a:t>
            </a:r>
            <a:r>
              <a:rPr lang="en-US" altLang="zh-CN" sz="2800" b="1" i="1"/>
              <a:t>t</a:t>
            </a:r>
            <a:r>
              <a:rPr lang="en-US" altLang="zh-CN" sz="2800" b="1"/>
              <a:t>), </a:t>
            </a:r>
            <a:r>
              <a:rPr lang="zh-CN" altLang="en-US" sz="2800" b="1"/>
              <a:t>只</a:t>
            </a:r>
            <a:r>
              <a:rPr lang="zh-CN" altLang="en-US" sz="2800" b="1">
                <a:solidFill>
                  <a:srgbClr val="FF3300"/>
                </a:solidFill>
              </a:rPr>
              <a:t>需知道</a:t>
            </a:r>
            <a:r>
              <a:rPr lang="en-US" altLang="zh-CN" sz="2800" b="1" i="1">
                <a:solidFill>
                  <a:srgbClr val="FF3300"/>
                </a:solidFill>
              </a:rPr>
              <a:t>x</a:t>
            </a:r>
            <a:r>
              <a:rPr lang="en-US" altLang="zh-CN" sz="2800" b="1">
                <a:solidFill>
                  <a:srgbClr val="FF3300"/>
                </a:solidFill>
              </a:rPr>
              <a:t>(</a:t>
            </a:r>
            <a:r>
              <a:rPr lang="en-US" altLang="zh-CN" sz="2800" b="1" i="1">
                <a:solidFill>
                  <a:srgbClr val="FF3300"/>
                </a:solidFill>
              </a:rPr>
              <a:t>t</a:t>
            </a:r>
            <a:r>
              <a:rPr lang="en-US" altLang="zh-CN" sz="2800" b="1">
                <a:solidFill>
                  <a:srgbClr val="FF3300"/>
                </a:solidFill>
              </a:rPr>
              <a:t>)</a:t>
            </a:r>
            <a:r>
              <a:rPr lang="zh-CN" altLang="en-US" sz="2800" b="1">
                <a:solidFill>
                  <a:srgbClr val="FF3300"/>
                </a:solidFill>
              </a:rPr>
              <a:t>稳定的条件</a:t>
            </a:r>
            <a:r>
              <a:rPr lang="en-US" altLang="zh-CN" sz="2800" b="1"/>
              <a:t>.</a:t>
            </a:r>
          </a:p>
        </p:txBody>
      </p:sp>
      <p:sp>
        <p:nvSpPr>
          <p:cNvPr id="23571" name="Text Box 19">
            <a:extLst>
              <a:ext uri="{FF2B5EF4-FFF2-40B4-BE49-F238E27FC236}">
                <a16:creationId xmlns:a16="http://schemas.microsoft.com/office/drawing/2014/main" id="{2AEA33A0-EAE6-4F69-BDC2-24E2922FFC79}"/>
              </a:ext>
            </a:extLst>
          </p:cNvPr>
          <p:cNvSpPr txBox="1">
            <a:spLocks noChangeArrowheads="1"/>
          </p:cNvSpPr>
          <p:nvPr/>
        </p:nvSpPr>
        <p:spPr bwMode="auto">
          <a:xfrm>
            <a:off x="2667000" y="2300288"/>
            <a:ext cx="4419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t>r</a:t>
            </a:r>
            <a:r>
              <a:rPr lang="en-US" altLang="zh-CN" sz="2800" b="1"/>
              <a:t>~</a:t>
            </a:r>
            <a:r>
              <a:rPr lang="zh-CN" altLang="en-US" sz="2800" b="1"/>
              <a:t>固有增长率</a:t>
            </a:r>
            <a:r>
              <a:rPr lang="en-US" altLang="zh-CN" sz="2800" b="1"/>
              <a:t>, </a:t>
            </a:r>
            <a:r>
              <a:rPr lang="en-US" altLang="zh-CN" sz="2800" b="1" i="1"/>
              <a:t>N</a:t>
            </a:r>
            <a:r>
              <a:rPr lang="en-US" altLang="zh-CN" sz="2800" b="1"/>
              <a:t>~</a:t>
            </a:r>
            <a:r>
              <a:rPr lang="zh-CN" altLang="en-US" sz="2800" b="1"/>
              <a:t>最大鱼量</a:t>
            </a:r>
          </a:p>
        </p:txBody>
      </p:sp>
      <p:sp>
        <p:nvSpPr>
          <p:cNvPr id="23572" name="Text Box 20">
            <a:extLst>
              <a:ext uri="{FF2B5EF4-FFF2-40B4-BE49-F238E27FC236}">
                <a16:creationId xmlns:a16="http://schemas.microsoft.com/office/drawing/2014/main" id="{E965E8F3-2A5C-4894-AC6D-62CA1AB595EC}"/>
              </a:ext>
            </a:extLst>
          </p:cNvPr>
          <p:cNvSpPr txBox="1">
            <a:spLocks noChangeArrowheads="1"/>
          </p:cNvSpPr>
          <p:nvPr/>
        </p:nvSpPr>
        <p:spPr bwMode="auto">
          <a:xfrm>
            <a:off x="2667000" y="3519488"/>
            <a:ext cx="37052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t>h</a:t>
            </a:r>
            <a:r>
              <a:rPr lang="en-US" altLang="zh-CN" sz="2800" b="1"/>
              <a:t>(</a:t>
            </a:r>
            <a:r>
              <a:rPr lang="en-US" altLang="zh-CN" sz="2800" b="1" i="1"/>
              <a:t>x</a:t>
            </a:r>
            <a:r>
              <a:rPr lang="en-US" altLang="zh-CN" sz="2800" b="1"/>
              <a:t>)=</a:t>
            </a:r>
            <a:r>
              <a:rPr lang="en-US" altLang="zh-CN" sz="2800" b="1" i="1"/>
              <a:t>Ex,  E</a:t>
            </a:r>
            <a:r>
              <a:rPr lang="en-US" altLang="zh-CN" sz="2800" b="1"/>
              <a:t>~</a:t>
            </a:r>
            <a:r>
              <a:rPr lang="zh-CN" altLang="en-US" sz="2800" b="1">
                <a:solidFill>
                  <a:srgbClr val="FF3300"/>
                </a:solidFill>
              </a:rPr>
              <a:t>捕捞强度</a:t>
            </a:r>
          </a:p>
        </p:txBody>
      </p:sp>
      <p:sp>
        <p:nvSpPr>
          <p:cNvPr id="23573" name="Text Box 21">
            <a:extLst>
              <a:ext uri="{FF2B5EF4-FFF2-40B4-BE49-F238E27FC236}">
                <a16:creationId xmlns:a16="http://schemas.microsoft.com/office/drawing/2014/main" id="{2F2147EA-C111-4AF1-A239-E388DE94199D}"/>
              </a:ext>
            </a:extLst>
          </p:cNvPr>
          <p:cNvSpPr txBox="1">
            <a:spLocks noChangeArrowheads="1"/>
          </p:cNvSpPr>
          <p:nvPr/>
        </p:nvSpPr>
        <p:spPr bwMode="auto">
          <a:xfrm>
            <a:off x="3708400" y="404813"/>
            <a:ext cx="2663825" cy="519112"/>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t>x</a:t>
            </a:r>
            <a:r>
              <a:rPr lang="en-US" altLang="zh-CN" sz="2800" b="1"/>
              <a:t>(</a:t>
            </a:r>
            <a:r>
              <a:rPr lang="en-US" altLang="zh-CN" sz="2800" b="1" i="1"/>
              <a:t>t</a:t>
            </a:r>
            <a:r>
              <a:rPr lang="en-US" altLang="zh-CN" sz="2800" b="1"/>
              <a:t>) ~ </a:t>
            </a:r>
            <a:r>
              <a:rPr lang="zh-CN" altLang="en-US" sz="2800" b="1"/>
              <a:t>渔场鱼量</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grpId="0" nodeType="clickEffect">
                                  <p:stCondLst>
                                    <p:cond delay="0"/>
                                  </p:stCondLst>
                                  <p:childTnLst>
                                    <p:set>
                                      <p:cBhvr>
                                        <p:cTn id="6" dur="1" fill="hold">
                                          <p:stCondLst>
                                            <p:cond delay="0"/>
                                          </p:stCondLst>
                                        </p:cTn>
                                        <p:tgtEl>
                                          <p:spTgt spid="23573"/>
                                        </p:tgtEl>
                                        <p:attrNameLst>
                                          <p:attrName>style.visibility</p:attrName>
                                        </p:attrNameLst>
                                      </p:cBhvr>
                                      <p:to>
                                        <p:strVal val="visible"/>
                                      </p:to>
                                    </p:set>
                                    <p:anim calcmode="lin" valueType="num">
                                      <p:cBhvr additive="base">
                                        <p:cTn id="7" dur="1000" fill="hold"/>
                                        <p:tgtEl>
                                          <p:spTgt spid="23573"/>
                                        </p:tgtEl>
                                        <p:attrNameLst>
                                          <p:attrName>ppt_x</p:attrName>
                                        </p:attrNameLst>
                                      </p:cBhvr>
                                      <p:tavLst>
                                        <p:tav tm="0">
                                          <p:val>
                                            <p:strVal val="#ppt_x"/>
                                          </p:val>
                                        </p:tav>
                                        <p:tav tm="100000">
                                          <p:val>
                                            <p:strVal val="#ppt_x"/>
                                          </p:val>
                                        </p:tav>
                                      </p:tavLst>
                                    </p:anim>
                                    <p:anim calcmode="lin" valueType="num">
                                      <p:cBhvr additive="base">
                                        <p:cTn id="8" dur="1000" fill="hold"/>
                                        <p:tgtEl>
                                          <p:spTgt spid="23573"/>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23564"/>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23565"/>
                                        </p:tgtEl>
                                        <p:attrNameLst>
                                          <p:attrName>style.visibility</p:attrName>
                                        </p:attrNameLst>
                                      </p:cBhvr>
                                      <p:to>
                                        <p:strVal val="visible"/>
                                      </p:to>
                                    </p:set>
                                    <p:animEffect transition="in" filter="checkerboard(across)">
                                      <p:cBhvr>
                                        <p:cTn id="17" dur="1000"/>
                                        <p:tgtEl>
                                          <p:spTgt spid="2356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23559"/>
                                        </p:tgtEl>
                                        <p:attrNameLst>
                                          <p:attrName>style.visibility</p:attrName>
                                        </p:attrNameLst>
                                      </p:cBhvr>
                                      <p:to>
                                        <p:strVal val="visible"/>
                                      </p:to>
                                    </p:set>
                                    <p:animEffect transition="in" filter="blinds(horizontal)">
                                      <p:cBhvr>
                                        <p:cTn id="22" dur="1000"/>
                                        <p:tgtEl>
                                          <p:spTgt spid="2355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23571"/>
                                        </p:tgtEl>
                                        <p:attrNameLst>
                                          <p:attrName>style.visibility</p:attrName>
                                        </p:attrNameLst>
                                      </p:cBhvr>
                                      <p:to>
                                        <p:strVal val="visible"/>
                                      </p:to>
                                    </p:set>
                                    <p:animEffect transition="in" filter="checkerboard(across)">
                                      <p:cBhvr>
                                        <p:cTn id="27" dur="1000"/>
                                        <p:tgtEl>
                                          <p:spTgt spid="2357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23567"/>
                                        </p:tgtEl>
                                        <p:attrNameLst>
                                          <p:attrName>style.visibility</p:attrName>
                                        </p:attrNameLst>
                                      </p:cBhvr>
                                      <p:to>
                                        <p:strVal val="visible"/>
                                      </p:to>
                                    </p:set>
                                    <p:animEffect transition="in" filter="box(in)">
                                      <p:cBhvr>
                                        <p:cTn id="32" dur="1000"/>
                                        <p:tgtEl>
                                          <p:spTgt spid="2356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23572"/>
                                        </p:tgtEl>
                                        <p:attrNameLst>
                                          <p:attrName>style.visibility</p:attrName>
                                        </p:attrNameLst>
                                      </p:cBhvr>
                                      <p:to>
                                        <p:strVal val="visible"/>
                                      </p:to>
                                    </p:set>
                                    <p:animEffect transition="in" filter="checkerboard(across)">
                                      <p:cBhvr>
                                        <p:cTn id="37" dur="1000"/>
                                        <p:tgtEl>
                                          <p:spTgt spid="2357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 presetClass="entr" presetSubtype="0" fill="hold" grpId="0" nodeType="clickEffect">
                                  <p:stCondLst>
                                    <p:cond delay="0"/>
                                  </p:stCondLst>
                                  <p:childTnLst>
                                    <p:set>
                                      <p:cBhvr>
                                        <p:cTn id="41" dur="1" fill="hold">
                                          <p:stCondLst>
                                            <p:cond delay="499"/>
                                          </p:stCondLst>
                                        </p:cTn>
                                        <p:tgtEl>
                                          <p:spTgt spid="23568"/>
                                        </p:tgtEl>
                                        <p:attrNameLst>
                                          <p:attrName>style.visibility</p:attrName>
                                        </p:attrNameLst>
                                      </p:cBhvr>
                                      <p:to>
                                        <p:strVal val="visible"/>
                                      </p:to>
                                    </p:set>
                                  </p:childTnLst>
                                </p:cTn>
                              </p:par>
                            </p:childTnLst>
                          </p:cTn>
                        </p:par>
                      </p:childTnLst>
                    </p:cTn>
                  </p:par>
                  <p:par>
                    <p:cTn id="42" fill="hold" nodeType="clickPar">
                      <p:stCondLst>
                        <p:cond delay="indefinite"/>
                      </p:stCondLst>
                      <p:childTnLst>
                        <p:par>
                          <p:cTn id="43" fill="hold" nodeType="withGroup">
                            <p:stCondLst>
                              <p:cond delay="0"/>
                            </p:stCondLst>
                            <p:childTnLst>
                              <p:par>
                                <p:cTn id="44" presetID="18" presetClass="entr" presetSubtype="6" fill="hold" nodeType="clickEffect">
                                  <p:stCondLst>
                                    <p:cond delay="0"/>
                                  </p:stCondLst>
                                  <p:childTnLst>
                                    <p:set>
                                      <p:cBhvr>
                                        <p:cTn id="45" dur="1" fill="hold">
                                          <p:stCondLst>
                                            <p:cond delay="0"/>
                                          </p:stCondLst>
                                        </p:cTn>
                                        <p:tgtEl>
                                          <p:spTgt spid="23561"/>
                                        </p:tgtEl>
                                        <p:attrNameLst>
                                          <p:attrName>style.visibility</p:attrName>
                                        </p:attrNameLst>
                                      </p:cBhvr>
                                      <p:to>
                                        <p:strVal val="visible"/>
                                      </p:to>
                                    </p:set>
                                    <p:animEffect transition="in" filter="strips(downRight)">
                                      <p:cBhvr>
                                        <p:cTn id="46" dur="1000"/>
                                        <p:tgtEl>
                                          <p:spTgt spid="23561"/>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3" presetClass="entr" presetSubtype="5" fill="hold" grpId="0" nodeType="clickEffect">
                                  <p:stCondLst>
                                    <p:cond delay="0"/>
                                  </p:stCondLst>
                                  <p:childTnLst>
                                    <p:set>
                                      <p:cBhvr>
                                        <p:cTn id="50" dur="1" fill="hold">
                                          <p:stCondLst>
                                            <p:cond delay="0"/>
                                          </p:stCondLst>
                                        </p:cTn>
                                        <p:tgtEl>
                                          <p:spTgt spid="23569"/>
                                        </p:tgtEl>
                                        <p:attrNameLst>
                                          <p:attrName>style.visibility</p:attrName>
                                        </p:attrNameLst>
                                      </p:cBhvr>
                                      <p:to>
                                        <p:strVal val="visible"/>
                                      </p:to>
                                    </p:set>
                                    <p:animEffect transition="in" filter="blinds(vertical)">
                                      <p:cBhvr>
                                        <p:cTn id="51" dur="1000"/>
                                        <p:tgtEl>
                                          <p:spTgt spid="23569"/>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18" presetClass="entr" presetSubtype="6" fill="hold" nodeType="clickEffect">
                                  <p:stCondLst>
                                    <p:cond delay="0"/>
                                  </p:stCondLst>
                                  <p:childTnLst>
                                    <p:set>
                                      <p:cBhvr>
                                        <p:cTn id="55" dur="1" fill="hold">
                                          <p:stCondLst>
                                            <p:cond delay="0"/>
                                          </p:stCondLst>
                                        </p:cTn>
                                        <p:tgtEl>
                                          <p:spTgt spid="23557"/>
                                        </p:tgtEl>
                                        <p:attrNameLst>
                                          <p:attrName>style.visibility</p:attrName>
                                        </p:attrNameLst>
                                      </p:cBhvr>
                                      <p:to>
                                        <p:strVal val="visible"/>
                                      </p:to>
                                    </p:set>
                                    <p:animEffect transition="in" filter="strips(downRight)">
                                      <p:cBhvr>
                                        <p:cTn id="56" dur="1000"/>
                                        <p:tgtEl>
                                          <p:spTgt spid="23557"/>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23570"/>
                                        </p:tgtEl>
                                        <p:attrNameLst>
                                          <p:attrName>style.visibility</p:attrName>
                                        </p:attrNameLst>
                                      </p:cBhvr>
                                      <p:to>
                                        <p:strVal val="visible"/>
                                      </p:to>
                                    </p:set>
                                    <p:animEffect transition="in" filter="wipe(left)">
                                      <p:cBhvr>
                                        <p:cTn id="61" dur="1000"/>
                                        <p:tgtEl>
                                          <p:spTgt spid="235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64" grpId="0" animBg="1" autoUpdateAnimBg="0"/>
      <p:bldP spid="23565" grpId="0" autoUpdateAnimBg="0"/>
      <p:bldP spid="23567" grpId="0" autoUpdateAnimBg="0"/>
      <p:bldP spid="23568" grpId="0" animBg="1" autoUpdateAnimBg="0"/>
      <p:bldP spid="23569" grpId="0" autoUpdateAnimBg="0"/>
      <p:bldP spid="23570" grpId="0" autoUpdateAnimBg="0"/>
      <p:bldP spid="23571" grpId="0" autoUpdateAnimBg="0"/>
      <p:bldP spid="23572" grpId="0" autoUpdateAnimBg="0"/>
      <p:bldP spid="23573"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5">
            <a:extLst>
              <a:ext uri="{FF2B5EF4-FFF2-40B4-BE49-F238E27FC236}">
                <a16:creationId xmlns:a16="http://schemas.microsoft.com/office/drawing/2014/main" id="{E3010AA6-4278-4151-95EB-4AD28BF49055}"/>
              </a:ext>
            </a:extLst>
          </p:cNvPr>
          <p:cNvSpPr txBox="1">
            <a:spLocks noChangeArrowheads="1"/>
          </p:cNvSpPr>
          <p:nvPr/>
        </p:nvSpPr>
        <p:spPr bwMode="auto">
          <a:xfrm>
            <a:off x="461963" y="436563"/>
            <a:ext cx="7034212" cy="584200"/>
          </a:xfrm>
          <a:prstGeom prst="rect">
            <a:avLst/>
          </a:prstGeom>
          <a:solidFill>
            <a:srgbClr val="FFFF00"/>
          </a:solidFill>
          <a:ln w="9525">
            <a:solidFill>
              <a:srgbClr val="FF0000"/>
            </a:solidFill>
            <a:miter lim="800000"/>
            <a:headEnd/>
            <a:tailEnd/>
          </a:ln>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spcBef>
                <a:spcPct val="50000"/>
              </a:spcBef>
              <a:defRPr/>
            </a:pPr>
            <a:r>
              <a:rPr lang="en-US" altLang="zh-CN" sz="3200" b="1" dirty="0">
                <a:solidFill>
                  <a:srgbClr val="3333FF"/>
                </a:solidFill>
                <a:latin typeface="+mn-ea"/>
                <a:ea typeface="+mn-ea"/>
              </a:rPr>
              <a:t>1</a:t>
            </a:r>
            <a:r>
              <a:rPr lang="zh-CN" altLang="en-US" sz="3200" b="1" dirty="0">
                <a:solidFill>
                  <a:srgbClr val="3333FF"/>
                </a:solidFill>
                <a:latin typeface="+mn-ea"/>
                <a:ea typeface="+mn-ea"/>
              </a:rPr>
              <a:t>、一阶微分方程的平衡点及其稳定点</a:t>
            </a:r>
          </a:p>
        </p:txBody>
      </p:sp>
      <p:graphicFrame>
        <p:nvGraphicFramePr>
          <p:cNvPr id="51203" name="Object 6">
            <a:extLst>
              <a:ext uri="{FF2B5EF4-FFF2-40B4-BE49-F238E27FC236}">
                <a16:creationId xmlns:a16="http://schemas.microsoft.com/office/drawing/2014/main" id="{5F09B52A-8B50-4FE4-A5E1-A53557806639}"/>
              </a:ext>
            </a:extLst>
          </p:cNvPr>
          <p:cNvGraphicFramePr>
            <a:graphicFrameLocks noChangeAspect="1"/>
          </p:cNvGraphicFramePr>
          <p:nvPr/>
        </p:nvGraphicFramePr>
        <p:xfrm>
          <a:off x="539750" y="1052513"/>
          <a:ext cx="2232025" cy="509587"/>
        </p:xfrm>
        <a:graphic>
          <a:graphicData uri="http://schemas.openxmlformats.org/presentationml/2006/ole">
            <mc:AlternateContent xmlns:mc="http://schemas.openxmlformats.org/markup-compatibility/2006">
              <mc:Choice xmlns:v="urn:schemas-microsoft-com:vml" Requires="v">
                <p:oleObj spid="_x0000_s51228" name="公式" r:id="rId3" imgW="1079032" imgH="241195" progId="Equation.3">
                  <p:embed/>
                </p:oleObj>
              </mc:Choice>
              <mc:Fallback>
                <p:oleObj name="公式" r:id="rId3" imgW="1079032" imgH="241195"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750" y="1052513"/>
                        <a:ext cx="2232025" cy="509587"/>
                      </a:xfrm>
                      <a:prstGeom prst="rect">
                        <a:avLst/>
                      </a:prstGeom>
                      <a:noFill/>
                      <a:ln>
                        <a:noFill/>
                      </a:ln>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6327" name="Text Box 7">
            <a:extLst>
              <a:ext uri="{FF2B5EF4-FFF2-40B4-BE49-F238E27FC236}">
                <a16:creationId xmlns:a16="http://schemas.microsoft.com/office/drawing/2014/main" id="{E7E76E2A-A9A5-47F3-A40F-23DF9D190C25}"/>
              </a:ext>
            </a:extLst>
          </p:cNvPr>
          <p:cNvSpPr txBox="1">
            <a:spLocks noChangeArrowheads="1"/>
          </p:cNvSpPr>
          <p:nvPr/>
        </p:nvSpPr>
        <p:spPr bwMode="auto">
          <a:xfrm>
            <a:off x="2843213" y="1020763"/>
            <a:ext cx="53292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一阶非线性</a:t>
            </a:r>
            <a:r>
              <a:rPr lang="zh-CN" altLang="en-US" sz="2800" b="1">
                <a:solidFill>
                  <a:srgbClr val="FF3300"/>
                </a:solidFill>
              </a:rPr>
              <a:t>自治</a:t>
            </a:r>
            <a:r>
              <a:rPr lang="en-US" altLang="zh-CN" sz="2800" b="1"/>
              <a:t>(</a:t>
            </a:r>
            <a:r>
              <a:rPr lang="zh-CN" altLang="en-US" sz="2800" b="1"/>
              <a:t>右端不含</a:t>
            </a:r>
            <a:r>
              <a:rPr lang="en-US" altLang="zh-CN" sz="2800" b="1" i="1"/>
              <a:t>t</a:t>
            </a:r>
            <a:r>
              <a:rPr lang="en-US" altLang="zh-CN" sz="2800" b="1"/>
              <a:t>)</a:t>
            </a:r>
            <a:r>
              <a:rPr lang="zh-CN" altLang="en-US" sz="2800" b="1"/>
              <a:t>方程</a:t>
            </a:r>
          </a:p>
        </p:txBody>
      </p:sp>
      <p:sp>
        <p:nvSpPr>
          <p:cNvPr id="56328" name="Text Box 8">
            <a:extLst>
              <a:ext uri="{FF2B5EF4-FFF2-40B4-BE49-F238E27FC236}">
                <a16:creationId xmlns:a16="http://schemas.microsoft.com/office/drawing/2014/main" id="{1114542A-DFA2-4502-96AF-DECCFB1D7610}"/>
              </a:ext>
            </a:extLst>
          </p:cNvPr>
          <p:cNvSpPr txBox="1">
            <a:spLocks noChangeArrowheads="1"/>
          </p:cNvSpPr>
          <p:nvPr/>
        </p:nvSpPr>
        <p:spPr bwMode="auto">
          <a:xfrm>
            <a:off x="381000" y="1706563"/>
            <a:ext cx="5410200" cy="519112"/>
          </a:xfrm>
          <a:prstGeom prst="rect">
            <a:avLst/>
          </a:prstGeom>
          <a:solidFill>
            <a:srgbClr val="99FF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t>F</a:t>
            </a:r>
            <a:r>
              <a:rPr lang="en-US" altLang="zh-CN" sz="2800" b="1"/>
              <a:t>(</a:t>
            </a:r>
            <a:r>
              <a:rPr lang="en-US" altLang="zh-CN" sz="2800" b="1" i="1"/>
              <a:t>x</a:t>
            </a:r>
            <a:r>
              <a:rPr lang="en-US" altLang="zh-CN" sz="2800" b="1"/>
              <a:t>)=0</a:t>
            </a:r>
            <a:r>
              <a:rPr lang="zh-CN" altLang="en-US" sz="2800" b="1"/>
              <a:t>的根</a:t>
            </a:r>
            <a:r>
              <a:rPr lang="en-US" altLang="zh-CN" sz="2800" b="1" i="1"/>
              <a:t>x</a:t>
            </a:r>
            <a:r>
              <a:rPr lang="en-US" altLang="zh-CN" sz="2800" b="1" baseline="-25000"/>
              <a:t>0 </a:t>
            </a:r>
            <a:r>
              <a:rPr lang="en-US" altLang="zh-CN" sz="2800" b="1"/>
              <a:t>~</a:t>
            </a:r>
            <a:r>
              <a:rPr lang="zh-CN" altLang="en-US" sz="2800" b="1"/>
              <a:t>微分方程的</a:t>
            </a:r>
            <a:r>
              <a:rPr lang="zh-CN" altLang="en-US" sz="2800" b="1">
                <a:solidFill>
                  <a:srgbClr val="FF3300"/>
                </a:solidFill>
              </a:rPr>
              <a:t>平衡点</a:t>
            </a:r>
          </a:p>
        </p:txBody>
      </p:sp>
      <p:graphicFrame>
        <p:nvGraphicFramePr>
          <p:cNvPr id="56329" name="Object 9">
            <a:extLst>
              <a:ext uri="{FF2B5EF4-FFF2-40B4-BE49-F238E27FC236}">
                <a16:creationId xmlns:a16="http://schemas.microsoft.com/office/drawing/2014/main" id="{58FCB2D0-A4ED-4B76-BDC9-6A1195E1EC94}"/>
              </a:ext>
            </a:extLst>
          </p:cNvPr>
          <p:cNvGraphicFramePr>
            <a:graphicFrameLocks noChangeAspect="1"/>
          </p:cNvGraphicFramePr>
          <p:nvPr/>
        </p:nvGraphicFramePr>
        <p:xfrm>
          <a:off x="5911850" y="1630363"/>
          <a:ext cx="2851150" cy="839787"/>
        </p:xfrm>
        <a:graphic>
          <a:graphicData uri="http://schemas.openxmlformats.org/presentationml/2006/ole">
            <mc:AlternateContent xmlns:mc="http://schemas.openxmlformats.org/markup-compatibility/2006">
              <mc:Choice xmlns:v="urn:schemas-microsoft-com:vml" Requires="v">
                <p:oleObj spid="_x0000_s51229" name="公式" r:id="rId5" imgW="1346200" imgH="330200" progId="Equation.3">
                  <p:embed/>
                </p:oleObj>
              </mc:Choice>
              <mc:Fallback>
                <p:oleObj name="公式" r:id="rId5" imgW="1346200" imgH="330200" progId="Equation.3">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11850" y="1630363"/>
                        <a:ext cx="2851150" cy="839787"/>
                      </a:xfrm>
                      <a:prstGeom prst="rect">
                        <a:avLst/>
                      </a:prstGeom>
                      <a:solidFill>
                        <a:srgbClr val="99FF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19">
            <a:extLst>
              <a:ext uri="{FF2B5EF4-FFF2-40B4-BE49-F238E27FC236}">
                <a16:creationId xmlns:a16="http://schemas.microsoft.com/office/drawing/2014/main" id="{9BA51424-9B41-45A5-A238-38F04FC8EEF4}"/>
              </a:ext>
            </a:extLst>
          </p:cNvPr>
          <p:cNvGrpSpPr>
            <a:grpSpLocks/>
          </p:cNvGrpSpPr>
          <p:nvPr/>
        </p:nvGrpSpPr>
        <p:grpSpPr bwMode="auto">
          <a:xfrm>
            <a:off x="468313" y="2565400"/>
            <a:ext cx="8229600" cy="1447800"/>
            <a:chOff x="288" y="1488"/>
            <a:chExt cx="5041" cy="853"/>
          </a:xfrm>
        </p:grpSpPr>
        <p:sp>
          <p:nvSpPr>
            <p:cNvPr id="51208" name="Text Box 10">
              <a:extLst>
                <a:ext uri="{FF2B5EF4-FFF2-40B4-BE49-F238E27FC236}">
                  <a16:creationId xmlns:a16="http://schemas.microsoft.com/office/drawing/2014/main" id="{0D786E8A-673C-41E6-93DF-F9FFC0109635}"/>
                </a:ext>
              </a:extLst>
            </p:cNvPr>
            <p:cNvSpPr txBox="1">
              <a:spLocks noChangeArrowheads="1"/>
            </p:cNvSpPr>
            <p:nvPr/>
          </p:nvSpPr>
          <p:spPr bwMode="auto">
            <a:xfrm>
              <a:off x="288" y="1488"/>
              <a:ext cx="5041" cy="7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40000"/>
                </a:lnSpc>
                <a:spcBef>
                  <a:spcPct val="50000"/>
                </a:spcBef>
              </a:pPr>
              <a:r>
                <a:rPr lang="zh-CN" altLang="en-US" sz="2800" b="1"/>
                <a:t>设</a:t>
              </a:r>
              <a:r>
                <a:rPr lang="en-US" altLang="zh-CN" sz="2800" b="1" i="1"/>
                <a:t>x</a:t>
              </a:r>
              <a:r>
                <a:rPr lang="en-US" altLang="zh-CN" sz="2800" b="1"/>
                <a:t>(</a:t>
              </a:r>
              <a:r>
                <a:rPr lang="en-US" altLang="zh-CN" sz="2800" b="1" i="1"/>
                <a:t>t</a:t>
              </a:r>
              <a:r>
                <a:rPr lang="en-US" altLang="zh-CN" sz="2800" b="1"/>
                <a:t>)</a:t>
              </a:r>
              <a:r>
                <a:rPr lang="zh-CN" altLang="en-US" sz="2800" b="1"/>
                <a:t>是方程的解，若从</a:t>
              </a:r>
              <a:r>
                <a:rPr lang="en-US" altLang="zh-CN" sz="2800" b="1" i="1"/>
                <a:t>x</a:t>
              </a:r>
              <a:r>
                <a:rPr lang="en-US" altLang="zh-CN" sz="2800" b="1" baseline="-25000"/>
                <a:t>0 </a:t>
              </a:r>
              <a:r>
                <a:rPr lang="zh-CN" altLang="en-US" sz="2800" b="1"/>
                <a:t>某邻域的任一初值出发，都有</a:t>
              </a:r>
              <a:endParaRPr lang="zh-CN" altLang="en-US" sz="2800" b="1" baseline="-25000"/>
            </a:p>
          </p:txBody>
        </p:sp>
        <p:graphicFrame>
          <p:nvGraphicFramePr>
            <p:cNvPr id="51209" name="Object 11">
              <a:extLst>
                <a:ext uri="{FF2B5EF4-FFF2-40B4-BE49-F238E27FC236}">
                  <a16:creationId xmlns:a16="http://schemas.microsoft.com/office/drawing/2014/main" id="{33D7B844-CD37-4EA7-BD63-841549D62F82}"/>
                </a:ext>
              </a:extLst>
            </p:cNvPr>
            <p:cNvGraphicFramePr>
              <a:graphicFrameLocks noChangeAspect="1"/>
            </p:cNvGraphicFramePr>
            <p:nvPr/>
          </p:nvGraphicFramePr>
          <p:xfrm>
            <a:off x="884" y="1923"/>
            <a:ext cx="1381" cy="418"/>
          </p:xfrm>
          <a:graphic>
            <a:graphicData uri="http://schemas.openxmlformats.org/presentationml/2006/ole">
              <mc:AlternateContent xmlns:mc="http://schemas.openxmlformats.org/markup-compatibility/2006">
                <mc:Choice xmlns:v="urn:schemas-microsoft-com:vml" Requires="v">
                  <p:oleObj spid="_x0000_s51230" name="公式" r:id="rId7" imgW="1002865" imgH="304668" progId="Equation.3">
                    <p:embed/>
                  </p:oleObj>
                </mc:Choice>
                <mc:Fallback>
                  <p:oleObj name="公式" r:id="rId7" imgW="1002865" imgH="304668" progId="Equation.3">
                    <p:embed/>
                    <p:pic>
                      <p:nvPicPr>
                        <p:cNvPr id="0"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84" y="1923"/>
                          <a:ext cx="1381" cy="418"/>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210" name="Text Box 12">
              <a:extLst>
                <a:ext uri="{FF2B5EF4-FFF2-40B4-BE49-F238E27FC236}">
                  <a16:creationId xmlns:a16="http://schemas.microsoft.com/office/drawing/2014/main" id="{25227B30-CA54-478B-B1C0-2A557C41F482}"/>
                </a:ext>
              </a:extLst>
            </p:cNvPr>
            <p:cNvSpPr txBox="1">
              <a:spLocks noChangeArrowheads="1"/>
            </p:cNvSpPr>
            <p:nvPr/>
          </p:nvSpPr>
          <p:spPr bwMode="auto">
            <a:xfrm>
              <a:off x="2304" y="1968"/>
              <a:ext cx="2976" cy="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称</a:t>
              </a:r>
              <a:r>
                <a:rPr lang="en-US" altLang="zh-CN" sz="2800" b="1" i="1"/>
                <a:t>x</a:t>
              </a:r>
              <a:r>
                <a:rPr lang="en-US" altLang="zh-CN" sz="2800" b="1" baseline="-25000"/>
                <a:t>0</a:t>
              </a:r>
              <a:r>
                <a:rPr lang="zh-CN" altLang="en-US" sz="2800" b="1"/>
                <a:t>是方程</a:t>
              </a:r>
              <a:r>
                <a:rPr lang="en-US" altLang="zh-CN" sz="2800" b="1"/>
                <a:t>(1)</a:t>
              </a:r>
              <a:r>
                <a:rPr lang="zh-CN" altLang="en-US" sz="2800" b="1"/>
                <a:t>的</a:t>
              </a:r>
              <a:r>
                <a:rPr lang="zh-CN" altLang="en-US" sz="2800" b="1">
                  <a:solidFill>
                    <a:srgbClr val="FF3300"/>
                  </a:solidFill>
                </a:rPr>
                <a:t>稳定平衡点</a:t>
              </a:r>
              <a:r>
                <a:rPr lang="en-US" altLang="zh-CN" sz="2800" b="1">
                  <a:solidFill>
                    <a:srgbClr val="FF3300"/>
                  </a:solidFill>
                </a:rPr>
                <a:t>.</a:t>
              </a:r>
            </a:p>
          </p:txBody>
        </p:sp>
      </p:grpSp>
      <p:sp>
        <p:nvSpPr>
          <p:cNvPr id="56334" name="Text Box 14">
            <a:extLst>
              <a:ext uri="{FF2B5EF4-FFF2-40B4-BE49-F238E27FC236}">
                <a16:creationId xmlns:a16="http://schemas.microsoft.com/office/drawing/2014/main" id="{55423D2E-231C-4881-991F-7329F8787DDA}"/>
              </a:ext>
            </a:extLst>
          </p:cNvPr>
          <p:cNvSpPr txBox="1">
            <a:spLocks noChangeArrowheads="1"/>
          </p:cNvSpPr>
          <p:nvPr/>
        </p:nvSpPr>
        <p:spPr bwMode="auto">
          <a:xfrm>
            <a:off x="838200" y="3992563"/>
            <a:ext cx="7086600" cy="519112"/>
          </a:xfrm>
          <a:prstGeom prst="rect">
            <a:avLst/>
          </a:prstGeom>
          <a:solidFill>
            <a:srgbClr val="99FF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不求</a:t>
            </a:r>
            <a:r>
              <a:rPr lang="en-US" altLang="zh-CN" sz="2800" b="1" i="1"/>
              <a:t>x</a:t>
            </a:r>
            <a:r>
              <a:rPr lang="en-US" altLang="zh-CN" sz="2800" b="1"/>
              <a:t>(</a:t>
            </a:r>
            <a:r>
              <a:rPr lang="en-US" altLang="zh-CN" sz="2800" b="1" i="1"/>
              <a:t>t</a:t>
            </a:r>
            <a:r>
              <a:rPr lang="en-US" altLang="zh-CN" sz="2800" b="1"/>
              <a:t>), </a:t>
            </a:r>
            <a:r>
              <a:rPr lang="zh-CN" altLang="en-US" sz="2800" b="1"/>
              <a:t>判断</a:t>
            </a:r>
            <a:r>
              <a:rPr lang="en-US" altLang="zh-CN" sz="2800" b="1" i="1"/>
              <a:t>x</a:t>
            </a:r>
            <a:r>
              <a:rPr lang="en-US" altLang="zh-CN" sz="2800" b="1" baseline="-25000"/>
              <a:t>0</a:t>
            </a:r>
            <a:r>
              <a:rPr lang="zh-CN" altLang="en-US" sz="2800" b="1"/>
              <a:t>稳定性的方法</a:t>
            </a:r>
            <a:r>
              <a:rPr lang="en-US" altLang="zh-CN" sz="2800" b="1"/>
              <a:t>——</a:t>
            </a:r>
            <a:r>
              <a:rPr lang="zh-CN" altLang="en-US" sz="2800" b="1">
                <a:solidFill>
                  <a:srgbClr val="FF3300"/>
                </a:solidFill>
              </a:rPr>
              <a:t>直接法</a:t>
            </a:r>
          </a:p>
        </p:txBody>
      </p:sp>
      <p:graphicFrame>
        <p:nvGraphicFramePr>
          <p:cNvPr id="56335" name="Object 15">
            <a:extLst>
              <a:ext uri="{FF2B5EF4-FFF2-40B4-BE49-F238E27FC236}">
                <a16:creationId xmlns:a16="http://schemas.microsoft.com/office/drawing/2014/main" id="{419987B3-5103-4CF5-8EC9-E93BE0E1DC31}"/>
              </a:ext>
            </a:extLst>
          </p:cNvPr>
          <p:cNvGraphicFramePr>
            <a:graphicFrameLocks noChangeAspect="1"/>
          </p:cNvGraphicFramePr>
          <p:nvPr/>
        </p:nvGraphicFramePr>
        <p:xfrm>
          <a:off x="4572000" y="4619625"/>
          <a:ext cx="3671888" cy="536575"/>
        </p:xfrm>
        <a:graphic>
          <a:graphicData uri="http://schemas.openxmlformats.org/presentationml/2006/ole">
            <mc:AlternateContent xmlns:mc="http://schemas.openxmlformats.org/markup-compatibility/2006">
              <mc:Choice xmlns:v="urn:schemas-microsoft-com:vml" Requires="v">
                <p:oleObj spid="_x0000_s51231" name="公式" r:id="rId9" imgW="1777229" imgH="253890" progId="Equation.3">
                  <p:embed/>
                </p:oleObj>
              </mc:Choice>
              <mc:Fallback>
                <p:oleObj name="公式" r:id="rId9" imgW="1777229" imgH="253890" progId="Equation.3">
                  <p:embed/>
                  <p:pic>
                    <p:nvPicPr>
                      <p:cNvPr id="0" name="Object 1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72000" y="4619625"/>
                        <a:ext cx="3671888" cy="536575"/>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6336" name="Text Box 16">
            <a:extLst>
              <a:ext uri="{FF2B5EF4-FFF2-40B4-BE49-F238E27FC236}">
                <a16:creationId xmlns:a16="http://schemas.microsoft.com/office/drawing/2014/main" id="{90F80047-6CBF-4291-B3EC-B471738EF88C}"/>
              </a:ext>
            </a:extLst>
          </p:cNvPr>
          <p:cNvSpPr txBox="1">
            <a:spLocks noChangeArrowheads="1"/>
          </p:cNvSpPr>
          <p:nvPr/>
        </p:nvSpPr>
        <p:spPr bwMode="auto">
          <a:xfrm>
            <a:off x="827088" y="4619625"/>
            <a:ext cx="3276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a:t>(1)</a:t>
            </a:r>
            <a:r>
              <a:rPr lang="zh-CN" altLang="en-US" sz="2800" b="1"/>
              <a:t>的近似线性方程</a:t>
            </a:r>
          </a:p>
        </p:txBody>
      </p:sp>
      <p:graphicFrame>
        <p:nvGraphicFramePr>
          <p:cNvPr id="56337" name="Object 17">
            <a:extLst>
              <a:ext uri="{FF2B5EF4-FFF2-40B4-BE49-F238E27FC236}">
                <a16:creationId xmlns:a16="http://schemas.microsoft.com/office/drawing/2014/main" id="{FB4CDC7C-38AE-4B9D-9F6A-AD2718BE9FB0}"/>
              </a:ext>
            </a:extLst>
          </p:cNvPr>
          <p:cNvGraphicFramePr>
            <a:graphicFrameLocks noChangeAspect="1"/>
          </p:cNvGraphicFramePr>
          <p:nvPr/>
        </p:nvGraphicFramePr>
        <p:xfrm>
          <a:off x="1609725" y="5287963"/>
          <a:ext cx="5095875" cy="579437"/>
        </p:xfrm>
        <a:graphic>
          <a:graphicData uri="http://schemas.openxmlformats.org/presentationml/2006/ole">
            <mc:AlternateContent xmlns:mc="http://schemas.openxmlformats.org/markup-compatibility/2006">
              <mc:Choice xmlns:v="urn:schemas-microsoft-com:vml" Requires="v">
                <p:oleObj spid="_x0000_s51232" name="公式" r:id="rId11" imgW="2400300" imgH="266700" progId="Equation.3">
                  <p:embed/>
                </p:oleObj>
              </mc:Choice>
              <mc:Fallback>
                <p:oleObj name="公式" r:id="rId11" imgW="2400300" imgH="266700" progId="Equation.3">
                  <p:embed/>
                  <p:pic>
                    <p:nvPicPr>
                      <p:cNvPr id="0" name="Object 1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609725" y="5287963"/>
                        <a:ext cx="5095875" cy="579437"/>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38" name="Object 18">
            <a:extLst>
              <a:ext uri="{FF2B5EF4-FFF2-40B4-BE49-F238E27FC236}">
                <a16:creationId xmlns:a16="http://schemas.microsoft.com/office/drawing/2014/main" id="{4F94265E-D80D-4B92-8B3F-97B7A1D04D18}"/>
              </a:ext>
            </a:extLst>
          </p:cNvPr>
          <p:cNvGraphicFramePr>
            <a:graphicFrameLocks noChangeAspect="1"/>
          </p:cNvGraphicFramePr>
          <p:nvPr/>
        </p:nvGraphicFramePr>
        <p:xfrm>
          <a:off x="1560513" y="5973763"/>
          <a:ext cx="5500687" cy="579437"/>
        </p:xfrm>
        <a:graphic>
          <a:graphicData uri="http://schemas.openxmlformats.org/presentationml/2006/ole">
            <mc:AlternateContent xmlns:mc="http://schemas.openxmlformats.org/markup-compatibility/2006">
              <mc:Choice xmlns:v="urn:schemas-microsoft-com:vml" Requires="v">
                <p:oleObj spid="_x0000_s51233" name="公式" r:id="rId13" imgW="2590800" imgH="266700" progId="Equation.3">
                  <p:embed/>
                </p:oleObj>
              </mc:Choice>
              <mc:Fallback>
                <p:oleObj name="公式" r:id="rId13" imgW="2590800" imgH="266700" progId="Equation.3">
                  <p:embed/>
                  <p:pic>
                    <p:nvPicPr>
                      <p:cNvPr id="0" name="Object 1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560513" y="5973763"/>
                        <a:ext cx="5500687" cy="579437"/>
                      </a:xfrm>
                      <a:prstGeom prst="rect">
                        <a:avLst/>
                      </a:prstGeom>
                      <a:noFill/>
                      <a:ln>
                        <a:noFill/>
                      </a:ln>
                      <a:effectLst/>
                      <a:extLst>
                        <a:ext uri="{909E8E84-426E-40DD-AFC4-6F175D3DCCD1}">
                          <a14:hiddenFill xmlns:a14="http://schemas.microsoft.com/office/drawing/2010/main">
                            <a:solidFill>
                              <a:srgbClr val="33CC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51203"/>
                                        </p:tgtEl>
                                        <p:attrNameLst>
                                          <p:attrName>style.visibility</p:attrName>
                                        </p:attrNameLst>
                                      </p:cBhvr>
                                      <p:to>
                                        <p:strVal val="visible"/>
                                      </p:to>
                                    </p:set>
                                    <p:animEffect transition="in" filter="box(in)">
                                      <p:cBhvr>
                                        <p:cTn id="7" dur="1000"/>
                                        <p:tgtEl>
                                          <p:spTgt spid="5120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56327"/>
                                        </p:tgtEl>
                                        <p:attrNameLst>
                                          <p:attrName>style.visibility</p:attrName>
                                        </p:attrNameLst>
                                      </p:cBhvr>
                                      <p:to>
                                        <p:strVal val="visible"/>
                                      </p:to>
                                    </p:set>
                                    <p:animEffect transition="in" filter="box(in)">
                                      <p:cBhvr>
                                        <p:cTn id="12" dur="1000"/>
                                        <p:tgtEl>
                                          <p:spTgt spid="5632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7" presetClass="entr" presetSubtype="10" fill="hold" grpId="0" nodeType="clickEffect">
                                  <p:stCondLst>
                                    <p:cond delay="0"/>
                                  </p:stCondLst>
                                  <p:childTnLst>
                                    <p:set>
                                      <p:cBhvr>
                                        <p:cTn id="16" dur="1" fill="hold">
                                          <p:stCondLst>
                                            <p:cond delay="0"/>
                                          </p:stCondLst>
                                        </p:cTn>
                                        <p:tgtEl>
                                          <p:spTgt spid="56328"/>
                                        </p:tgtEl>
                                        <p:attrNameLst>
                                          <p:attrName>style.visibility</p:attrName>
                                        </p:attrNameLst>
                                      </p:cBhvr>
                                      <p:to>
                                        <p:strVal val="visible"/>
                                      </p:to>
                                    </p:set>
                                    <p:anim calcmode="lin" valueType="num">
                                      <p:cBhvr>
                                        <p:cTn id="17" dur="1000" fill="hold"/>
                                        <p:tgtEl>
                                          <p:spTgt spid="56328"/>
                                        </p:tgtEl>
                                        <p:attrNameLst>
                                          <p:attrName>ppt_w</p:attrName>
                                        </p:attrNameLst>
                                      </p:cBhvr>
                                      <p:tavLst>
                                        <p:tav tm="0">
                                          <p:val>
                                            <p:fltVal val="0"/>
                                          </p:val>
                                        </p:tav>
                                        <p:tav tm="100000">
                                          <p:val>
                                            <p:strVal val="#ppt_w"/>
                                          </p:val>
                                        </p:tav>
                                      </p:tavLst>
                                    </p:anim>
                                    <p:anim calcmode="lin" valueType="num">
                                      <p:cBhvr>
                                        <p:cTn id="18" dur="1000" fill="hold"/>
                                        <p:tgtEl>
                                          <p:spTgt spid="56328"/>
                                        </p:tgtEl>
                                        <p:attrNameLst>
                                          <p:attrName>ppt_h</p:attrName>
                                        </p:attrNameLst>
                                      </p:cBhvr>
                                      <p:tavLst>
                                        <p:tav tm="0">
                                          <p:val>
                                            <p:strVal val="#ppt_h"/>
                                          </p:val>
                                        </p:tav>
                                        <p:tav tm="100000">
                                          <p:val>
                                            <p:strVal val="#ppt_h"/>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17" presetClass="entr" presetSubtype="10" fill="hold" nodeType="clickEffect">
                                  <p:stCondLst>
                                    <p:cond delay="0"/>
                                  </p:stCondLst>
                                  <p:childTnLst>
                                    <p:set>
                                      <p:cBhvr>
                                        <p:cTn id="22" dur="1" fill="hold">
                                          <p:stCondLst>
                                            <p:cond delay="0"/>
                                          </p:stCondLst>
                                        </p:cTn>
                                        <p:tgtEl>
                                          <p:spTgt spid="56329"/>
                                        </p:tgtEl>
                                        <p:attrNameLst>
                                          <p:attrName>style.visibility</p:attrName>
                                        </p:attrNameLst>
                                      </p:cBhvr>
                                      <p:to>
                                        <p:strVal val="visible"/>
                                      </p:to>
                                    </p:set>
                                    <p:anim calcmode="lin" valueType="num">
                                      <p:cBhvr>
                                        <p:cTn id="23" dur="1000" fill="hold"/>
                                        <p:tgtEl>
                                          <p:spTgt spid="56329"/>
                                        </p:tgtEl>
                                        <p:attrNameLst>
                                          <p:attrName>ppt_w</p:attrName>
                                        </p:attrNameLst>
                                      </p:cBhvr>
                                      <p:tavLst>
                                        <p:tav tm="0">
                                          <p:val>
                                            <p:fltVal val="0"/>
                                          </p:val>
                                        </p:tav>
                                        <p:tav tm="100000">
                                          <p:val>
                                            <p:strVal val="#ppt_w"/>
                                          </p:val>
                                        </p:tav>
                                      </p:tavLst>
                                    </p:anim>
                                    <p:anim calcmode="lin" valueType="num">
                                      <p:cBhvr>
                                        <p:cTn id="24" dur="1000" fill="hold"/>
                                        <p:tgtEl>
                                          <p:spTgt spid="56329"/>
                                        </p:tgtEl>
                                        <p:attrNameLst>
                                          <p:attrName>ppt_h</p:attrName>
                                        </p:attrNameLst>
                                      </p:cBhvr>
                                      <p:tavLst>
                                        <p:tav tm="0">
                                          <p:val>
                                            <p:strVal val="#ppt_h"/>
                                          </p:val>
                                        </p:tav>
                                        <p:tav tm="100000">
                                          <p:val>
                                            <p:strVal val="#ppt_h"/>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5" presetClass="entr" presetSubtype="10" fill="hold" nodeType="clickEffect">
                                  <p:stCondLst>
                                    <p:cond delay="0"/>
                                  </p:stCondLst>
                                  <p:childTnLst>
                                    <p:set>
                                      <p:cBhvr>
                                        <p:cTn id="28" dur="1" fill="hold">
                                          <p:stCondLst>
                                            <p:cond delay="0"/>
                                          </p:stCondLst>
                                        </p:cTn>
                                        <p:tgtEl>
                                          <p:spTgt spid="2"/>
                                        </p:tgtEl>
                                        <p:attrNameLst>
                                          <p:attrName>style.visibility</p:attrName>
                                        </p:attrNameLst>
                                      </p:cBhvr>
                                      <p:to>
                                        <p:strVal val="visible"/>
                                      </p:to>
                                    </p:set>
                                    <p:animEffect transition="in" filter="checkerboard(across)">
                                      <p:cBhvr>
                                        <p:cTn id="29" dur="1000"/>
                                        <p:tgtEl>
                                          <p:spTgt spid="2"/>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5" presetClass="entr" presetSubtype="10" fill="hold" grpId="0" nodeType="clickEffect">
                                  <p:stCondLst>
                                    <p:cond delay="0"/>
                                  </p:stCondLst>
                                  <p:childTnLst>
                                    <p:set>
                                      <p:cBhvr>
                                        <p:cTn id="33" dur="1" fill="hold">
                                          <p:stCondLst>
                                            <p:cond delay="0"/>
                                          </p:stCondLst>
                                        </p:cTn>
                                        <p:tgtEl>
                                          <p:spTgt spid="56334"/>
                                        </p:tgtEl>
                                        <p:attrNameLst>
                                          <p:attrName>style.visibility</p:attrName>
                                        </p:attrNameLst>
                                      </p:cBhvr>
                                      <p:to>
                                        <p:strVal val="visible"/>
                                      </p:to>
                                    </p:set>
                                    <p:animEffect transition="in" filter="checkerboard(across)">
                                      <p:cBhvr>
                                        <p:cTn id="34" dur="1000"/>
                                        <p:tgtEl>
                                          <p:spTgt spid="56334"/>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16" presetClass="entr" presetSubtype="42" fill="hold" grpId="0" nodeType="clickEffect">
                                  <p:stCondLst>
                                    <p:cond delay="0"/>
                                  </p:stCondLst>
                                  <p:childTnLst>
                                    <p:set>
                                      <p:cBhvr>
                                        <p:cTn id="38" dur="1" fill="hold">
                                          <p:stCondLst>
                                            <p:cond delay="0"/>
                                          </p:stCondLst>
                                        </p:cTn>
                                        <p:tgtEl>
                                          <p:spTgt spid="56336"/>
                                        </p:tgtEl>
                                        <p:attrNameLst>
                                          <p:attrName>style.visibility</p:attrName>
                                        </p:attrNameLst>
                                      </p:cBhvr>
                                      <p:to>
                                        <p:strVal val="visible"/>
                                      </p:to>
                                    </p:set>
                                    <p:animEffect transition="in" filter="barn(outHorizontal)">
                                      <p:cBhvr>
                                        <p:cTn id="39" dur="1000"/>
                                        <p:tgtEl>
                                          <p:spTgt spid="56336"/>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16" presetClass="entr" presetSubtype="42" fill="hold" nodeType="clickEffect">
                                  <p:stCondLst>
                                    <p:cond delay="0"/>
                                  </p:stCondLst>
                                  <p:childTnLst>
                                    <p:set>
                                      <p:cBhvr>
                                        <p:cTn id="43" dur="1" fill="hold">
                                          <p:stCondLst>
                                            <p:cond delay="0"/>
                                          </p:stCondLst>
                                        </p:cTn>
                                        <p:tgtEl>
                                          <p:spTgt spid="56335"/>
                                        </p:tgtEl>
                                        <p:attrNameLst>
                                          <p:attrName>style.visibility</p:attrName>
                                        </p:attrNameLst>
                                      </p:cBhvr>
                                      <p:to>
                                        <p:strVal val="visible"/>
                                      </p:to>
                                    </p:set>
                                    <p:animEffect transition="in" filter="barn(outHorizontal)">
                                      <p:cBhvr>
                                        <p:cTn id="44" dur="1000"/>
                                        <p:tgtEl>
                                          <p:spTgt spid="56335"/>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nodeType="clickEffect">
                                  <p:stCondLst>
                                    <p:cond delay="0"/>
                                  </p:stCondLst>
                                  <p:childTnLst>
                                    <p:set>
                                      <p:cBhvr>
                                        <p:cTn id="48" dur="1" fill="hold">
                                          <p:stCondLst>
                                            <p:cond delay="0"/>
                                          </p:stCondLst>
                                        </p:cTn>
                                        <p:tgtEl>
                                          <p:spTgt spid="56337"/>
                                        </p:tgtEl>
                                        <p:attrNameLst>
                                          <p:attrName>style.visibility</p:attrName>
                                        </p:attrNameLst>
                                      </p:cBhvr>
                                      <p:to>
                                        <p:strVal val="visible"/>
                                      </p:to>
                                    </p:set>
                                    <p:animEffect transition="in" filter="wipe(left)">
                                      <p:cBhvr>
                                        <p:cTn id="49" dur="1000"/>
                                        <p:tgtEl>
                                          <p:spTgt spid="56337"/>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nodeType="clickEffect">
                                  <p:stCondLst>
                                    <p:cond delay="0"/>
                                  </p:stCondLst>
                                  <p:childTnLst>
                                    <p:set>
                                      <p:cBhvr>
                                        <p:cTn id="53" dur="1" fill="hold">
                                          <p:stCondLst>
                                            <p:cond delay="0"/>
                                          </p:stCondLst>
                                        </p:cTn>
                                        <p:tgtEl>
                                          <p:spTgt spid="56338"/>
                                        </p:tgtEl>
                                        <p:attrNameLst>
                                          <p:attrName>style.visibility</p:attrName>
                                        </p:attrNameLst>
                                      </p:cBhvr>
                                      <p:to>
                                        <p:strVal val="visible"/>
                                      </p:to>
                                    </p:set>
                                    <p:animEffect transition="in" filter="wipe(left)">
                                      <p:cBhvr>
                                        <p:cTn id="54" dur="1000"/>
                                        <p:tgtEl>
                                          <p:spTgt spid="563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7" grpId="0" animBg="1" autoUpdateAnimBg="0"/>
      <p:bldP spid="56328" grpId="0" animBg="1" autoUpdateAnimBg="0"/>
      <p:bldP spid="56334" grpId="0" animBg="1" autoUpdateAnimBg="0"/>
      <p:bldP spid="56336"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4622" name="Object 46">
            <a:extLst>
              <a:ext uri="{FF2B5EF4-FFF2-40B4-BE49-F238E27FC236}">
                <a16:creationId xmlns:a16="http://schemas.microsoft.com/office/drawing/2014/main" id="{71A68C3A-6178-4D89-A3AC-1B322235ECE5}"/>
              </a:ext>
            </a:extLst>
          </p:cNvPr>
          <p:cNvGraphicFramePr>
            <a:graphicFrameLocks noChangeAspect="1"/>
          </p:cNvGraphicFramePr>
          <p:nvPr/>
        </p:nvGraphicFramePr>
        <p:xfrm>
          <a:off x="960438" y="1690688"/>
          <a:ext cx="1477962" cy="504825"/>
        </p:xfrm>
        <a:graphic>
          <a:graphicData uri="http://schemas.openxmlformats.org/presentationml/2006/ole">
            <mc:AlternateContent xmlns:mc="http://schemas.openxmlformats.org/markup-compatibility/2006">
              <mc:Choice xmlns:v="urn:schemas-microsoft-com:vml" Requires="v">
                <p:oleObj spid="_x0000_s52263" name="公式" r:id="rId3" imgW="698500" imgH="241300" progId="Equation.3">
                  <p:embed/>
                </p:oleObj>
              </mc:Choice>
              <mc:Fallback>
                <p:oleObj name="公式" r:id="rId3" imgW="698500" imgH="241300" progId="Equation.3">
                  <p:embed/>
                  <p:pic>
                    <p:nvPicPr>
                      <p:cNvPr id="0" name="Object 4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0438" y="1690688"/>
                        <a:ext cx="1477962" cy="504825"/>
                      </a:xfrm>
                      <a:prstGeom prst="rect">
                        <a:avLst/>
                      </a:prstGeom>
                      <a:solidFill>
                        <a:srgbClr val="00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623" name="Object 47">
            <a:extLst>
              <a:ext uri="{FF2B5EF4-FFF2-40B4-BE49-F238E27FC236}">
                <a16:creationId xmlns:a16="http://schemas.microsoft.com/office/drawing/2014/main" id="{9B8556CD-051B-4311-AD46-470CDD496FC6}"/>
              </a:ext>
            </a:extLst>
          </p:cNvPr>
          <p:cNvGraphicFramePr>
            <a:graphicFrameLocks noChangeAspect="1"/>
          </p:cNvGraphicFramePr>
          <p:nvPr/>
        </p:nvGraphicFramePr>
        <p:xfrm>
          <a:off x="4191000" y="1462088"/>
          <a:ext cx="3943350" cy="990600"/>
        </p:xfrm>
        <a:graphic>
          <a:graphicData uri="http://schemas.openxmlformats.org/presentationml/2006/ole">
            <mc:AlternateContent xmlns:mc="http://schemas.openxmlformats.org/markup-compatibility/2006">
              <mc:Choice xmlns:v="urn:schemas-microsoft-com:vml" Requires="v">
                <p:oleObj spid="_x0000_s52264" name="公式" r:id="rId5" imgW="1638300" imgH="469900" progId="Equation.3">
                  <p:embed/>
                </p:oleObj>
              </mc:Choice>
              <mc:Fallback>
                <p:oleObj name="公式" r:id="rId5" imgW="1638300" imgH="469900" progId="Equation.3">
                  <p:embed/>
                  <p:pic>
                    <p:nvPicPr>
                      <p:cNvPr id="0" name="Object 4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91000" y="1462088"/>
                        <a:ext cx="3943350" cy="990600"/>
                      </a:xfrm>
                      <a:prstGeom prst="rect">
                        <a:avLst/>
                      </a:prstGeom>
                      <a:solidFill>
                        <a:srgbClr val="00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624" name="Object 48">
            <a:extLst>
              <a:ext uri="{FF2B5EF4-FFF2-40B4-BE49-F238E27FC236}">
                <a16:creationId xmlns:a16="http://schemas.microsoft.com/office/drawing/2014/main" id="{FBFA3811-7614-4E15-8BDB-7EBC41C5AFAD}"/>
              </a:ext>
            </a:extLst>
          </p:cNvPr>
          <p:cNvGraphicFramePr>
            <a:graphicFrameLocks noChangeAspect="1"/>
          </p:cNvGraphicFramePr>
          <p:nvPr/>
        </p:nvGraphicFramePr>
        <p:xfrm>
          <a:off x="3657600" y="2757488"/>
          <a:ext cx="4648200" cy="558800"/>
        </p:xfrm>
        <a:graphic>
          <a:graphicData uri="http://schemas.openxmlformats.org/presentationml/2006/ole">
            <mc:AlternateContent xmlns:mc="http://schemas.openxmlformats.org/markup-compatibility/2006">
              <mc:Choice xmlns:v="urn:schemas-microsoft-com:vml" Requires="v">
                <p:oleObj spid="_x0000_s52265" name="公式" r:id="rId7" imgW="1917700" imgH="228600" progId="Equation.3">
                  <p:embed/>
                </p:oleObj>
              </mc:Choice>
              <mc:Fallback>
                <p:oleObj name="公式" r:id="rId7" imgW="1917700" imgH="228600" progId="Equation.3">
                  <p:embed/>
                  <p:pic>
                    <p:nvPicPr>
                      <p:cNvPr id="0" name="Object 4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57600" y="2757488"/>
                        <a:ext cx="4648200" cy="558800"/>
                      </a:xfrm>
                      <a:prstGeom prst="rect">
                        <a:avLst/>
                      </a:prstGeom>
                      <a:noFill/>
                      <a:ln>
                        <a:noFill/>
                      </a:ln>
                      <a:effectLst/>
                      <a:extLst>
                        <a:ext uri="{909E8E84-426E-40DD-AFC4-6F175D3DCCD1}">
                          <a14:hiddenFill xmlns:a14="http://schemas.microsoft.com/office/drawing/2010/main">
                            <a:solidFill>
                              <a:srgbClr val="33CC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2229" name="Text Box 49">
            <a:extLst>
              <a:ext uri="{FF2B5EF4-FFF2-40B4-BE49-F238E27FC236}">
                <a16:creationId xmlns:a16="http://schemas.microsoft.com/office/drawing/2014/main" id="{34E5BB66-D904-4BE9-B430-E84D9279DE6A}"/>
              </a:ext>
            </a:extLst>
          </p:cNvPr>
          <p:cNvSpPr txBox="1">
            <a:spLocks noChangeArrowheads="1"/>
          </p:cNvSpPr>
          <p:nvPr/>
        </p:nvSpPr>
        <p:spPr bwMode="auto">
          <a:xfrm>
            <a:off x="285750" y="617538"/>
            <a:ext cx="2647950" cy="584200"/>
          </a:xfrm>
          <a:prstGeom prst="rect">
            <a:avLst/>
          </a:prstGeom>
          <a:solidFill>
            <a:srgbClr val="FFFF00"/>
          </a:solidFill>
          <a:ln w="9525">
            <a:solidFill>
              <a:srgbClr val="FF0000"/>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3200" b="1">
                <a:solidFill>
                  <a:srgbClr val="0033CC"/>
                </a:solidFill>
                <a:ea typeface="楷体_GB2312" pitchFamily="49" charset="-122"/>
              </a:rPr>
              <a:t>2 </a:t>
            </a:r>
            <a:r>
              <a:rPr lang="zh-CN" altLang="en-US" sz="3200" b="1">
                <a:solidFill>
                  <a:srgbClr val="0033CC"/>
                </a:solidFill>
                <a:ea typeface="楷体_GB2312" pitchFamily="49" charset="-122"/>
              </a:rPr>
              <a:t>产量模型</a:t>
            </a:r>
          </a:p>
        </p:txBody>
      </p:sp>
      <p:graphicFrame>
        <p:nvGraphicFramePr>
          <p:cNvPr id="24626" name="Object 50">
            <a:extLst>
              <a:ext uri="{FF2B5EF4-FFF2-40B4-BE49-F238E27FC236}">
                <a16:creationId xmlns:a16="http://schemas.microsoft.com/office/drawing/2014/main" id="{DBF2A8CB-A03A-46CA-A760-199DE33AE625}"/>
              </a:ext>
            </a:extLst>
          </p:cNvPr>
          <p:cNvGraphicFramePr>
            <a:graphicFrameLocks noChangeAspect="1"/>
          </p:cNvGraphicFramePr>
          <p:nvPr/>
        </p:nvGraphicFramePr>
        <p:xfrm>
          <a:off x="3124200" y="395288"/>
          <a:ext cx="5257800" cy="990600"/>
        </p:xfrm>
        <a:graphic>
          <a:graphicData uri="http://schemas.openxmlformats.org/presentationml/2006/ole">
            <mc:AlternateContent xmlns:mc="http://schemas.openxmlformats.org/markup-compatibility/2006">
              <mc:Choice xmlns:v="urn:schemas-microsoft-com:vml" Requires="v">
                <p:oleObj spid="_x0000_s52266" name="公式" r:id="rId9" imgW="2171700" imgH="469900" progId="Equation.3">
                  <p:embed/>
                </p:oleObj>
              </mc:Choice>
              <mc:Fallback>
                <p:oleObj name="公式" r:id="rId9" imgW="2171700" imgH="469900" progId="Equation.3">
                  <p:embed/>
                  <p:pic>
                    <p:nvPicPr>
                      <p:cNvPr id="0" name="Object 5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24200" y="395288"/>
                        <a:ext cx="5257800" cy="990600"/>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53">
            <a:extLst>
              <a:ext uri="{FF2B5EF4-FFF2-40B4-BE49-F238E27FC236}">
                <a16:creationId xmlns:a16="http://schemas.microsoft.com/office/drawing/2014/main" id="{42EB99F4-1957-49E7-9E9C-F42160A7B19F}"/>
              </a:ext>
            </a:extLst>
          </p:cNvPr>
          <p:cNvGrpSpPr>
            <a:grpSpLocks/>
          </p:cNvGrpSpPr>
          <p:nvPr/>
        </p:nvGrpSpPr>
        <p:grpSpPr bwMode="auto">
          <a:xfrm>
            <a:off x="2590800" y="1690688"/>
            <a:ext cx="1371600" cy="900112"/>
            <a:chOff x="1680" y="960"/>
            <a:chExt cx="864" cy="567"/>
          </a:xfrm>
        </p:grpSpPr>
        <p:sp>
          <p:nvSpPr>
            <p:cNvPr id="52232" name="Text Box 51">
              <a:extLst>
                <a:ext uri="{FF2B5EF4-FFF2-40B4-BE49-F238E27FC236}">
                  <a16:creationId xmlns:a16="http://schemas.microsoft.com/office/drawing/2014/main" id="{642F967A-C6C9-4476-8953-4C192848BC82}"/>
                </a:ext>
              </a:extLst>
            </p:cNvPr>
            <p:cNvSpPr txBox="1">
              <a:spLocks noChangeArrowheads="1"/>
            </p:cNvSpPr>
            <p:nvPr/>
          </p:nvSpPr>
          <p:spPr bwMode="auto">
            <a:xfrm>
              <a:off x="1680" y="1200"/>
              <a:ext cx="864" cy="327"/>
            </a:xfrm>
            <a:prstGeom prst="rect">
              <a:avLst/>
            </a:prstGeom>
            <a:solidFill>
              <a:srgbClr val="00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平衡点</a:t>
              </a:r>
            </a:p>
          </p:txBody>
        </p:sp>
        <p:sp>
          <p:nvSpPr>
            <p:cNvPr id="52233" name="AutoShape 52">
              <a:extLst>
                <a:ext uri="{FF2B5EF4-FFF2-40B4-BE49-F238E27FC236}">
                  <a16:creationId xmlns:a16="http://schemas.microsoft.com/office/drawing/2014/main" id="{F64EDB25-4BB7-42E6-8B51-913A4AA66B53}"/>
                </a:ext>
              </a:extLst>
            </p:cNvPr>
            <p:cNvSpPr>
              <a:spLocks noChangeArrowheads="1"/>
            </p:cNvSpPr>
            <p:nvPr/>
          </p:nvSpPr>
          <p:spPr bwMode="auto">
            <a:xfrm>
              <a:off x="1776" y="960"/>
              <a:ext cx="576" cy="240"/>
            </a:xfrm>
            <a:prstGeom prst="rightArrow">
              <a:avLst>
                <a:gd name="adj1" fmla="val 50000"/>
                <a:gd name="adj2" fmla="val 60000"/>
              </a:avLst>
            </a:prstGeom>
            <a:solidFill>
              <a:srgbClr val="00FF99"/>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24630" name="Text Box 54">
            <a:extLst>
              <a:ext uri="{FF2B5EF4-FFF2-40B4-BE49-F238E27FC236}">
                <a16:creationId xmlns:a16="http://schemas.microsoft.com/office/drawing/2014/main" id="{BDC4564C-8F1C-4044-96F6-798DEDF9E461}"/>
              </a:ext>
            </a:extLst>
          </p:cNvPr>
          <p:cNvSpPr txBox="1">
            <a:spLocks noChangeArrowheads="1"/>
          </p:cNvSpPr>
          <p:nvPr/>
        </p:nvSpPr>
        <p:spPr bwMode="auto">
          <a:xfrm>
            <a:off x="990600" y="2757488"/>
            <a:ext cx="1981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稳定性判断</a:t>
            </a:r>
          </a:p>
        </p:txBody>
      </p:sp>
      <p:graphicFrame>
        <p:nvGraphicFramePr>
          <p:cNvPr id="24633" name="Object 57">
            <a:extLst>
              <a:ext uri="{FF2B5EF4-FFF2-40B4-BE49-F238E27FC236}">
                <a16:creationId xmlns:a16="http://schemas.microsoft.com/office/drawing/2014/main" id="{367DA129-0CC6-43DF-9F42-0037A0153CE0}"/>
              </a:ext>
            </a:extLst>
          </p:cNvPr>
          <p:cNvGraphicFramePr>
            <a:graphicFrameLocks noChangeAspect="1"/>
          </p:cNvGraphicFramePr>
          <p:nvPr/>
        </p:nvGraphicFramePr>
        <p:xfrm>
          <a:off x="228600" y="3476625"/>
          <a:ext cx="5045075" cy="611188"/>
        </p:xfrm>
        <a:graphic>
          <a:graphicData uri="http://schemas.openxmlformats.org/presentationml/2006/ole">
            <mc:AlternateContent xmlns:mc="http://schemas.openxmlformats.org/markup-compatibility/2006">
              <mc:Choice xmlns:v="urn:schemas-microsoft-com:vml" Requires="v">
                <p:oleObj spid="_x0000_s52267" name="公式" r:id="rId11" imgW="1854200" imgH="228600" progId="Equation.3">
                  <p:embed/>
                </p:oleObj>
              </mc:Choice>
              <mc:Fallback>
                <p:oleObj name="公式" r:id="rId11" imgW="1854200" imgH="228600" progId="Equation.3">
                  <p:embed/>
                  <p:pic>
                    <p:nvPicPr>
                      <p:cNvPr id="0" name="Object 5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8600" y="3476625"/>
                        <a:ext cx="5045075" cy="611188"/>
                      </a:xfrm>
                      <a:prstGeom prst="rect">
                        <a:avLst/>
                      </a:prstGeom>
                      <a:solidFill>
                        <a:srgbClr val="FF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635" name="Object 59">
            <a:extLst>
              <a:ext uri="{FF2B5EF4-FFF2-40B4-BE49-F238E27FC236}">
                <a16:creationId xmlns:a16="http://schemas.microsoft.com/office/drawing/2014/main" id="{EA12CE00-5FE4-483F-8274-82E00565AA94}"/>
              </a:ext>
            </a:extLst>
          </p:cNvPr>
          <p:cNvGraphicFramePr>
            <a:graphicFrameLocks noChangeAspect="1"/>
          </p:cNvGraphicFramePr>
          <p:nvPr/>
        </p:nvGraphicFramePr>
        <p:xfrm>
          <a:off x="228600" y="4281488"/>
          <a:ext cx="5029200" cy="598487"/>
        </p:xfrm>
        <a:graphic>
          <a:graphicData uri="http://schemas.openxmlformats.org/presentationml/2006/ole">
            <mc:AlternateContent xmlns:mc="http://schemas.openxmlformats.org/markup-compatibility/2006">
              <mc:Choice xmlns:v="urn:schemas-microsoft-com:vml" Requires="v">
                <p:oleObj spid="_x0000_s52268" name="公式" r:id="rId13" imgW="1866900" imgH="228600" progId="Equation.3">
                  <p:embed/>
                </p:oleObj>
              </mc:Choice>
              <mc:Fallback>
                <p:oleObj name="公式" r:id="rId13" imgW="1866900" imgH="228600" progId="Equation.3">
                  <p:embed/>
                  <p:pic>
                    <p:nvPicPr>
                      <p:cNvPr id="0" name="Object 5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28600" y="4281488"/>
                        <a:ext cx="5029200" cy="598487"/>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638" name="Text Box 62">
            <a:extLst>
              <a:ext uri="{FF2B5EF4-FFF2-40B4-BE49-F238E27FC236}">
                <a16:creationId xmlns:a16="http://schemas.microsoft.com/office/drawing/2014/main" id="{2C2B0C0E-E728-4AC9-8EDC-211AAC09CB79}"/>
              </a:ext>
            </a:extLst>
          </p:cNvPr>
          <p:cNvSpPr txBox="1">
            <a:spLocks noChangeArrowheads="1"/>
          </p:cNvSpPr>
          <p:nvPr/>
        </p:nvSpPr>
        <p:spPr bwMode="auto">
          <a:xfrm>
            <a:off x="914400" y="5805488"/>
            <a:ext cx="4038600" cy="519112"/>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t>x</a:t>
            </a:r>
            <a:r>
              <a:rPr lang="en-US" altLang="zh-CN" sz="2800" b="1" baseline="-25000"/>
              <a:t>0 </a:t>
            </a:r>
            <a:r>
              <a:rPr lang="zh-CN" altLang="zh-CN" sz="2800" b="1"/>
              <a:t>稳定, 可得到稳定产量</a:t>
            </a:r>
            <a:endParaRPr lang="zh-CN" altLang="en-US" sz="2800" b="1"/>
          </a:p>
        </p:txBody>
      </p:sp>
      <p:sp>
        <p:nvSpPr>
          <p:cNvPr id="24639" name="Text Box 63">
            <a:extLst>
              <a:ext uri="{FF2B5EF4-FFF2-40B4-BE49-F238E27FC236}">
                <a16:creationId xmlns:a16="http://schemas.microsoft.com/office/drawing/2014/main" id="{8329E5F6-CD22-464A-BBB4-9F00D39F885B}"/>
              </a:ext>
            </a:extLst>
          </p:cNvPr>
          <p:cNvSpPr txBox="1">
            <a:spLocks noChangeArrowheads="1"/>
          </p:cNvSpPr>
          <p:nvPr/>
        </p:nvSpPr>
        <p:spPr bwMode="auto">
          <a:xfrm>
            <a:off x="5334000" y="5805488"/>
            <a:ext cx="2971800" cy="5191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t>x</a:t>
            </a:r>
            <a:r>
              <a:rPr lang="en-US" altLang="zh-CN" sz="2800" b="1" baseline="-25000"/>
              <a:t>1 </a:t>
            </a:r>
            <a:r>
              <a:rPr lang="zh-CN" altLang="zh-CN" sz="2800" b="1"/>
              <a:t>稳定,</a:t>
            </a:r>
            <a:r>
              <a:rPr lang="en-US" altLang="zh-CN" sz="2800" b="1"/>
              <a:t> </a:t>
            </a:r>
            <a:r>
              <a:rPr lang="zh-CN" altLang="zh-CN" sz="2800" b="1"/>
              <a:t>渔场干枯</a:t>
            </a:r>
            <a:endParaRPr lang="zh-CN" altLang="en-US" sz="2800" b="1"/>
          </a:p>
        </p:txBody>
      </p:sp>
      <p:sp>
        <p:nvSpPr>
          <p:cNvPr id="24641" name="Text Box 65">
            <a:extLst>
              <a:ext uri="{FF2B5EF4-FFF2-40B4-BE49-F238E27FC236}">
                <a16:creationId xmlns:a16="http://schemas.microsoft.com/office/drawing/2014/main" id="{6B41258D-E613-4C06-8E0B-85D47C544AFC}"/>
              </a:ext>
            </a:extLst>
          </p:cNvPr>
          <p:cNvSpPr txBox="1">
            <a:spLocks noChangeArrowheads="1"/>
          </p:cNvSpPr>
          <p:nvPr/>
        </p:nvSpPr>
        <p:spPr bwMode="auto">
          <a:xfrm>
            <a:off x="1905000" y="5057775"/>
            <a:ext cx="2133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t>E</a:t>
            </a:r>
            <a:r>
              <a:rPr lang="en-US" altLang="zh-CN" sz="2800" b="1"/>
              <a:t>~</a:t>
            </a:r>
            <a:r>
              <a:rPr lang="zh-CN" altLang="en-US" sz="2800" b="1"/>
              <a:t>捕捞强度</a:t>
            </a:r>
          </a:p>
        </p:txBody>
      </p:sp>
      <p:sp>
        <p:nvSpPr>
          <p:cNvPr id="24642" name="Text Box 66">
            <a:extLst>
              <a:ext uri="{FF2B5EF4-FFF2-40B4-BE49-F238E27FC236}">
                <a16:creationId xmlns:a16="http://schemas.microsoft.com/office/drawing/2014/main" id="{ED8EE5A0-98DB-462C-8823-A734EC16C8C8}"/>
              </a:ext>
            </a:extLst>
          </p:cNvPr>
          <p:cNvSpPr txBox="1">
            <a:spLocks noChangeArrowheads="1"/>
          </p:cNvSpPr>
          <p:nvPr/>
        </p:nvSpPr>
        <p:spPr bwMode="auto">
          <a:xfrm>
            <a:off x="4648200" y="5043488"/>
            <a:ext cx="2362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t>r</a:t>
            </a:r>
            <a:r>
              <a:rPr lang="en-US" altLang="zh-CN" sz="2800" b="1"/>
              <a:t>~</a:t>
            </a:r>
            <a:r>
              <a:rPr lang="zh-CN" altLang="en-US" sz="2800" b="1"/>
              <a:t>固有增长率</a:t>
            </a:r>
          </a:p>
        </p:txBody>
      </p:sp>
      <p:grpSp>
        <p:nvGrpSpPr>
          <p:cNvPr id="3" name="Group 68">
            <a:extLst>
              <a:ext uri="{FF2B5EF4-FFF2-40B4-BE49-F238E27FC236}">
                <a16:creationId xmlns:a16="http://schemas.microsoft.com/office/drawing/2014/main" id="{8A2434C0-652D-4011-865B-FA8B2BC8C9B1}"/>
              </a:ext>
            </a:extLst>
          </p:cNvPr>
          <p:cNvGrpSpPr>
            <a:grpSpLocks/>
          </p:cNvGrpSpPr>
          <p:nvPr/>
        </p:nvGrpSpPr>
        <p:grpSpPr bwMode="auto">
          <a:xfrm>
            <a:off x="5562600" y="3463925"/>
            <a:ext cx="3200400" cy="604838"/>
            <a:chOff x="3552" y="2077"/>
            <a:chExt cx="2016" cy="381"/>
          </a:xfrm>
        </p:grpSpPr>
        <p:graphicFrame>
          <p:nvGraphicFramePr>
            <p:cNvPr id="52242" name="Object 64">
              <a:extLst>
                <a:ext uri="{FF2B5EF4-FFF2-40B4-BE49-F238E27FC236}">
                  <a16:creationId xmlns:a16="http://schemas.microsoft.com/office/drawing/2014/main" id="{64E7576B-043F-4B76-91E8-28348685B454}"/>
                </a:ext>
              </a:extLst>
            </p:cNvPr>
            <p:cNvGraphicFramePr>
              <a:graphicFrameLocks noChangeAspect="1"/>
            </p:cNvGraphicFramePr>
            <p:nvPr/>
          </p:nvGraphicFramePr>
          <p:xfrm>
            <a:off x="3740" y="2077"/>
            <a:ext cx="1828" cy="381"/>
          </p:xfrm>
          <a:graphic>
            <a:graphicData uri="http://schemas.openxmlformats.org/presentationml/2006/ole">
              <mc:AlternateContent xmlns:mc="http://schemas.openxmlformats.org/markup-compatibility/2006">
                <mc:Choice xmlns:v="urn:schemas-microsoft-com:vml" Requires="v">
                  <p:oleObj spid="_x0000_s52269" name="公式" r:id="rId15" imgW="1079500" imgH="228600" progId="Equation.3">
                    <p:embed/>
                  </p:oleObj>
                </mc:Choice>
                <mc:Fallback>
                  <p:oleObj name="公式" r:id="rId15" imgW="1079500" imgH="228600" progId="Equation.3">
                    <p:embed/>
                    <p:pic>
                      <p:nvPicPr>
                        <p:cNvPr id="0" name="Object 6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740" y="2077"/>
                          <a:ext cx="1828" cy="381"/>
                        </a:xfrm>
                        <a:prstGeom prst="rect">
                          <a:avLst/>
                        </a:prstGeom>
                        <a:solidFill>
                          <a:srgbClr val="FF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2243" name="AutoShape 67">
              <a:extLst>
                <a:ext uri="{FF2B5EF4-FFF2-40B4-BE49-F238E27FC236}">
                  <a16:creationId xmlns:a16="http://schemas.microsoft.com/office/drawing/2014/main" id="{E0932C46-0635-48DF-8EFF-EB1D86C45011}"/>
                </a:ext>
              </a:extLst>
            </p:cNvPr>
            <p:cNvSpPr>
              <a:spLocks noChangeArrowheads="1"/>
            </p:cNvSpPr>
            <p:nvPr/>
          </p:nvSpPr>
          <p:spPr bwMode="auto">
            <a:xfrm>
              <a:off x="3552" y="2112"/>
              <a:ext cx="96" cy="306"/>
            </a:xfrm>
            <a:prstGeom prst="rightArrow">
              <a:avLst>
                <a:gd name="adj1" fmla="val 50000"/>
                <a:gd name="adj2" fmla="val 25000"/>
              </a:avLst>
            </a:prstGeom>
            <a:solidFill>
              <a:srgbClr val="FFCCFF"/>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4" name="Group 71">
            <a:extLst>
              <a:ext uri="{FF2B5EF4-FFF2-40B4-BE49-F238E27FC236}">
                <a16:creationId xmlns:a16="http://schemas.microsoft.com/office/drawing/2014/main" id="{FA199DC6-E6A8-455A-8D12-27CBB358A058}"/>
              </a:ext>
            </a:extLst>
          </p:cNvPr>
          <p:cNvGrpSpPr>
            <a:grpSpLocks/>
          </p:cNvGrpSpPr>
          <p:nvPr/>
        </p:nvGrpSpPr>
        <p:grpSpPr bwMode="auto">
          <a:xfrm>
            <a:off x="5486400" y="4281488"/>
            <a:ext cx="3200400" cy="582612"/>
            <a:chOff x="3552" y="2592"/>
            <a:chExt cx="2016" cy="367"/>
          </a:xfrm>
        </p:grpSpPr>
        <p:graphicFrame>
          <p:nvGraphicFramePr>
            <p:cNvPr id="52245" name="Object 69">
              <a:extLst>
                <a:ext uri="{FF2B5EF4-FFF2-40B4-BE49-F238E27FC236}">
                  <a16:creationId xmlns:a16="http://schemas.microsoft.com/office/drawing/2014/main" id="{016CDFDD-5209-4A13-92B1-1B46CCC57257}"/>
                </a:ext>
              </a:extLst>
            </p:cNvPr>
            <p:cNvGraphicFramePr>
              <a:graphicFrameLocks noChangeAspect="1"/>
            </p:cNvGraphicFramePr>
            <p:nvPr/>
          </p:nvGraphicFramePr>
          <p:xfrm>
            <a:off x="3744" y="2592"/>
            <a:ext cx="1824" cy="367"/>
          </p:xfrm>
          <a:graphic>
            <a:graphicData uri="http://schemas.openxmlformats.org/presentationml/2006/ole">
              <mc:AlternateContent xmlns:mc="http://schemas.openxmlformats.org/markup-compatibility/2006">
                <mc:Choice xmlns:v="urn:schemas-microsoft-com:vml" Requires="v">
                  <p:oleObj spid="_x0000_s52270" name="公式" r:id="rId17" imgW="1079500" imgH="228600" progId="Equation.3">
                    <p:embed/>
                  </p:oleObj>
                </mc:Choice>
                <mc:Fallback>
                  <p:oleObj name="公式" r:id="rId17" imgW="1079500" imgH="228600" progId="Equation.3">
                    <p:embed/>
                    <p:pic>
                      <p:nvPicPr>
                        <p:cNvPr id="0" name="Object 6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744" y="2592"/>
                          <a:ext cx="1824" cy="367"/>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2246" name="AutoShape 70">
              <a:extLst>
                <a:ext uri="{FF2B5EF4-FFF2-40B4-BE49-F238E27FC236}">
                  <a16:creationId xmlns:a16="http://schemas.microsoft.com/office/drawing/2014/main" id="{A144F014-DE0E-4B27-A95E-F737BBD4B031}"/>
                </a:ext>
              </a:extLst>
            </p:cNvPr>
            <p:cNvSpPr>
              <a:spLocks noChangeArrowheads="1"/>
            </p:cNvSpPr>
            <p:nvPr/>
          </p:nvSpPr>
          <p:spPr bwMode="auto">
            <a:xfrm>
              <a:off x="3552" y="2640"/>
              <a:ext cx="96" cy="306"/>
            </a:xfrm>
            <a:prstGeom prst="rightArrow">
              <a:avLst>
                <a:gd name="adj1" fmla="val 50000"/>
                <a:gd name="adj2" fmla="val 25000"/>
              </a:avLst>
            </a:prstGeom>
            <a:solidFill>
              <a:schemeClr val="bg1"/>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nodeType="clickEffect">
                                  <p:stCondLst>
                                    <p:cond delay="0"/>
                                  </p:stCondLst>
                                  <p:childTnLst>
                                    <p:set>
                                      <p:cBhvr>
                                        <p:cTn id="6" dur="1" fill="hold">
                                          <p:stCondLst>
                                            <p:cond delay="0"/>
                                          </p:stCondLst>
                                        </p:cTn>
                                        <p:tgtEl>
                                          <p:spTgt spid="24626"/>
                                        </p:tgtEl>
                                        <p:attrNameLst>
                                          <p:attrName>style.visibility</p:attrName>
                                        </p:attrNameLst>
                                      </p:cBhvr>
                                      <p:to>
                                        <p:strVal val="visible"/>
                                      </p:to>
                                    </p:set>
                                    <p:anim calcmode="lin" valueType="num">
                                      <p:cBhvr additive="base">
                                        <p:cTn id="7" dur="1000" fill="hold"/>
                                        <p:tgtEl>
                                          <p:spTgt spid="24626"/>
                                        </p:tgtEl>
                                        <p:attrNameLst>
                                          <p:attrName>ppt_x</p:attrName>
                                        </p:attrNameLst>
                                      </p:cBhvr>
                                      <p:tavLst>
                                        <p:tav tm="0">
                                          <p:val>
                                            <p:strVal val="#ppt_x"/>
                                          </p:val>
                                        </p:tav>
                                        <p:tav tm="100000">
                                          <p:val>
                                            <p:strVal val="#ppt_x"/>
                                          </p:val>
                                        </p:tav>
                                      </p:tavLst>
                                    </p:anim>
                                    <p:anim calcmode="lin" valueType="num">
                                      <p:cBhvr additive="base">
                                        <p:cTn id="8" dur="1000" fill="hold"/>
                                        <p:tgtEl>
                                          <p:spTgt spid="24626"/>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4" presetClass="entr" presetSubtype="16" fill="hold" nodeType="clickEffect">
                                  <p:stCondLst>
                                    <p:cond delay="0"/>
                                  </p:stCondLst>
                                  <p:childTnLst>
                                    <p:set>
                                      <p:cBhvr>
                                        <p:cTn id="12" dur="1" fill="hold">
                                          <p:stCondLst>
                                            <p:cond delay="0"/>
                                          </p:stCondLst>
                                        </p:cTn>
                                        <p:tgtEl>
                                          <p:spTgt spid="24622"/>
                                        </p:tgtEl>
                                        <p:attrNameLst>
                                          <p:attrName>style.visibility</p:attrName>
                                        </p:attrNameLst>
                                      </p:cBhvr>
                                      <p:to>
                                        <p:strVal val="visible"/>
                                      </p:to>
                                    </p:set>
                                    <p:animEffect transition="in" filter="box(in)">
                                      <p:cBhvr>
                                        <p:cTn id="13" dur="1000"/>
                                        <p:tgtEl>
                                          <p:spTgt spid="24622"/>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5" presetClass="entr" presetSubtype="10"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checkerboard(across)">
                                      <p:cBhvr>
                                        <p:cTn id="18" dur="1000"/>
                                        <p:tgtEl>
                                          <p:spTgt spid="2"/>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nodeType="clickEffect">
                                  <p:stCondLst>
                                    <p:cond delay="0"/>
                                  </p:stCondLst>
                                  <p:childTnLst>
                                    <p:set>
                                      <p:cBhvr>
                                        <p:cTn id="22" dur="1" fill="hold">
                                          <p:stCondLst>
                                            <p:cond delay="0"/>
                                          </p:stCondLst>
                                        </p:cTn>
                                        <p:tgtEl>
                                          <p:spTgt spid="24623"/>
                                        </p:tgtEl>
                                        <p:attrNameLst>
                                          <p:attrName>style.visibility</p:attrName>
                                        </p:attrNameLst>
                                      </p:cBhvr>
                                      <p:to>
                                        <p:strVal val="visible"/>
                                      </p:to>
                                    </p:set>
                                    <p:animEffect transition="in" filter="blinds(horizontal)">
                                      <p:cBhvr>
                                        <p:cTn id="23" dur="1000"/>
                                        <p:tgtEl>
                                          <p:spTgt spid="24623"/>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5" fill="hold" grpId="0" nodeType="clickEffect">
                                  <p:stCondLst>
                                    <p:cond delay="0"/>
                                  </p:stCondLst>
                                  <p:childTnLst>
                                    <p:set>
                                      <p:cBhvr>
                                        <p:cTn id="27" dur="1" fill="hold">
                                          <p:stCondLst>
                                            <p:cond delay="0"/>
                                          </p:stCondLst>
                                        </p:cTn>
                                        <p:tgtEl>
                                          <p:spTgt spid="24630"/>
                                        </p:tgtEl>
                                        <p:attrNameLst>
                                          <p:attrName>style.visibility</p:attrName>
                                        </p:attrNameLst>
                                      </p:cBhvr>
                                      <p:to>
                                        <p:strVal val="visible"/>
                                      </p:to>
                                    </p:set>
                                    <p:animEffect transition="in" filter="blinds(vertical)">
                                      <p:cBhvr>
                                        <p:cTn id="28" dur="1000"/>
                                        <p:tgtEl>
                                          <p:spTgt spid="24630"/>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4" presetClass="entr" presetSubtype="32" fill="hold" nodeType="clickEffect">
                                  <p:stCondLst>
                                    <p:cond delay="0"/>
                                  </p:stCondLst>
                                  <p:childTnLst>
                                    <p:set>
                                      <p:cBhvr>
                                        <p:cTn id="32" dur="1" fill="hold">
                                          <p:stCondLst>
                                            <p:cond delay="0"/>
                                          </p:stCondLst>
                                        </p:cTn>
                                        <p:tgtEl>
                                          <p:spTgt spid="24624"/>
                                        </p:tgtEl>
                                        <p:attrNameLst>
                                          <p:attrName>style.visibility</p:attrName>
                                        </p:attrNameLst>
                                      </p:cBhvr>
                                      <p:to>
                                        <p:strVal val="visible"/>
                                      </p:to>
                                    </p:set>
                                    <p:animEffect transition="in" filter="box(out)">
                                      <p:cBhvr>
                                        <p:cTn id="33" dur="1000"/>
                                        <p:tgtEl>
                                          <p:spTgt spid="24624"/>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nodeType="clickEffect">
                                  <p:stCondLst>
                                    <p:cond delay="0"/>
                                  </p:stCondLst>
                                  <p:childTnLst>
                                    <p:set>
                                      <p:cBhvr>
                                        <p:cTn id="37" dur="1" fill="hold">
                                          <p:stCondLst>
                                            <p:cond delay="0"/>
                                          </p:stCondLst>
                                        </p:cTn>
                                        <p:tgtEl>
                                          <p:spTgt spid="24633"/>
                                        </p:tgtEl>
                                        <p:attrNameLst>
                                          <p:attrName>style.visibility</p:attrName>
                                        </p:attrNameLst>
                                      </p:cBhvr>
                                      <p:to>
                                        <p:strVal val="visible"/>
                                      </p:to>
                                    </p:set>
                                    <p:animEffect transition="in" filter="wipe(left)">
                                      <p:cBhvr>
                                        <p:cTn id="38" dur="1000"/>
                                        <p:tgtEl>
                                          <p:spTgt spid="24633"/>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nodeType="clickEffect">
                                  <p:stCondLst>
                                    <p:cond delay="0"/>
                                  </p:stCondLst>
                                  <p:childTnLst>
                                    <p:set>
                                      <p:cBhvr>
                                        <p:cTn id="42" dur="1" fill="hold">
                                          <p:stCondLst>
                                            <p:cond delay="0"/>
                                          </p:stCondLst>
                                        </p:cTn>
                                        <p:tgtEl>
                                          <p:spTgt spid="3"/>
                                        </p:tgtEl>
                                        <p:attrNameLst>
                                          <p:attrName>style.visibility</p:attrName>
                                        </p:attrNameLst>
                                      </p:cBhvr>
                                      <p:to>
                                        <p:strVal val="visible"/>
                                      </p:to>
                                    </p:set>
                                    <p:animEffect transition="in" filter="wipe(left)">
                                      <p:cBhvr>
                                        <p:cTn id="43" dur="1000"/>
                                        <p:tgtEl>
                                          <p:spTgt spid="3"/>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nodeType="clickEffect">
                                  <p:stCondLst>
                                    <p:cond delay="0"/>
                                  </p:stCondLst>
                                  <p:childTnLst>
                                    <p:set>
                                      <p:cBhvr>
                                        <p:cTn id="47" dur="1" fill="hold">
                                          <p:stCondLst>
                                            <p:cond delay="0"/>
                                          </p:stCondLst>
                                        </p:cTn>
                                        <p:tgtEl>
                                          <p:spTgt spid="24635"/>
                                        </p:tgtEl>
                                        <p:attrNameLst>
                                          <p:attrName>style.visibility</p:attrName>
                                        </p:attrNameLst>
                                      </p:cBhvr>
                                      <p:to>
                                        <p:strVal val="visible"/>
                                      </p:to>
                                    </p:set>
                                    <p:animEffect transition="in" filter="wipe(left)">
                                      <p:cBhvr>
                                        <p:cTn id="48" dur="1000"/>
                                        <p:tgtEl>
                                          <p:spTgt spid="24635"/>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nodeType="clickEffect">
                                  <p:stCondLst>
                                    <p:cond delay="0"/>
                                  </p:stCondLst>
                                  <p:childTnLst>
                                    <p:set>
                                      <p:cBhvr>
                                        <p:cTn id="52" dur="1" fill="hold">
                                          <p:stCondLst>
                                            <p:cond delay="0"/>
                                          </p:stCondLst>
                                        </p:cTn>
                                        <p:tgtEl>
                                          <p:spTgt spid="4"/>
                                        </p:tgtEl>
                                        <p:attrNameLst>
                                          <p:attrName>style.visibility</p:attrName>
                                        </p:attrNameLst>
                                      </p:cBhvr>
                                      <p:to>
                                        <p:strVal val="visible"/>
                                      </p:to>
                                    </p:set>
                                    <p:animEffect transition="in" filter="wipe(left)">
                                      <p:cBhvr>
                                        <p:cTn id="53" dur="1000"/>
                                        <p:tgtEl>
                                          <p:spTgt spid="4"/>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1" presetClass="entr" presetSubtype="0" fill="hold" grpId="0" nodeType="clickEffect">
                                  <p:stCondLst>
                                    <p:cond delay="0"/>
                                  </p:stCondLst>
                                  <p:childTnLst>
                                    <p:set>
                                      <p:cBhvr>
                                        <p:cTn id="57" dur="1" fill="hold">
                                          <p:stCondLst>
                                            <p:cond delay="499"/>
                                          </p:stCondLst>
                                        </p:cTn>
                                        <p:tgtEl>
                                          <p:spTgt spid="24641"/>
                                        </p:tgtEl>
                                        <p:attrNameLst>
                                          <p:attrName>style.visibility</p:attrName>
                                        </p:attrNameLst>
                                      </p:cBhvr>
                                      <p:to>
                                        <p:strVal val="visible"/>
                                      </p:to>
                                    </p:set>
                                  </p:childTnLst>
                                </p:cTn>
                              </p:par>
                            </p:childTnLst>
                          </p:cTn>
                        </p:par>
                      </p:childTnLst>
                    </p:cTn>
                  </p:par>
                  <p:par>
                    <p:cTn id="58" fill="hold" nodeType="clickPar">
                      <p:stCondLst>
                        <p:cond delay="indefinite"/>
                      </p:stCondLst>
                      <p:childTnLst>
                        <p:par>
                          <p:cTn id="59" fill="hold" nodeType="withGroup">
                            <p:stCondLst>
                              <p:cond delay="0"/>
                            </p:stCondLst>
                            <p:childTnLst>
                              <p:par>
                                <p:cTn id="60" presetID="1" presetClass="entr" presetSubtype="0" fill="hold" grpId="0" nodeType="clickEffect">
                                  <p:stCondLst>
                                    <p:cond delay="0"/>
                                  </p:stCondLst>
                                  <p:childTnLst>
                                    <p:set>
                                      <p:cBhvr>
                                        <p:cTn id="61" dur="1" fill="hold">
                                          <p:stCondLst>
                                            <p:cond delay="499"/>
                                          </p:stCondLst>
                                        </p:cTn>
                                        <p:tgtEl>
                                          <p:spTgt spid="24642"/>
                                        </p:tgtEl>
                                        <p:attrNameLst>
                                          <p:attrName>style.visibility</p:attrName>
                                        </p:attrNameLst>
                                      </p:cBhvr>
                                      <p:to>
                                        <p:strVal val="visible"/>
                                      </p:to>
                                    </p:set>
                                  </p:childTnLst>
                                </p:cTn>
                              </p:par>
                            </p:childTnLst>
                          </p:cTn>
                        </p:par>
                      </p:childTnLst>
                    </p:cTn>
                  </p:par>
                  <p:par>
                    <p:cTn id="62" fill="hold" nodeType="clickPar">
                      <p:stCondLst>
                        <p:cond delay="indefinite"/>
                      </p:stCondLst>
                      <p:childTnLst>
                        <p:par>
                          <p:cTn id="63" fill="hold" nodeType="withGroup">
                            <p:stCondLst>
                              <p:cond delay="0"/>
                            </p:stCondLst>
                            <p:childTnLst>
                              <p:par>
                                <p:cTn id="64" presetID="16" presetClass="entr" presetSubtype="42" fill="hold" grpId="0" nodeType="clickEffect">
                                  <p:stCondLst>
                                    <p:cond delay="0"/>
                                  </p:stCondLst>
                                  <p:childTnLst>
                                    <p:set>
                                      <p:cBhvr>
                                        <p:cTn id="65" dur="1" fill="hold">
                                          <p:stCondLst>
                                            <p:cond delay="0"/>
                                          </p:stCondLst>
                                        </p:cTn>
                                        <p:tgtEl>
                                          <p:spTgt spid="24638"/>
                                        </p:tgtEl>
                                        <p:attrNameLst>
                                          <p:attrName>style.visibility</p:attrName>
                                        </p:attrNameLst>
                                      </p:cBhvr>
                                      <p:to>
                                        <p:strVal val="visible"/>
                                      </p:to>
                                    </p:set>
                                    <p:animEffect transition="in" filter="barn(outHorizontal)">
                                      <p:cBhvr>
                                        <p:cTn id="66" dur="1000"/>
                                        <p:tgtEl>
                                          <p:spTgt spid="24638"/>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12" presetClass="entr" presetSubtype="4" fill="hold" grpId="0" nodeType="clickEffect">
                                  <p:stCondLst>
                                    <p:cond delay="0"/>
                                  </p:stCondLst>
                                  <p:childTnLst>
                                    <p:set>
                                      <p:cBhvr>
                                        <p:cTn id="70" dur="1" fill="hold">
                                          <p:stCondLst>
                                            <p:cond delay="0"/>
                                          </p:stCondLst>
                                        </p:cTn>
                                        <p:tgtEl>
                                          <p:spTgt spid="24639"/>
                                        </p:tgtEl>
                                        <p:attrNameLst>
                                          <p:attrName>style.visibility</p:attrName>
                                        </p:attrNameLst>
                                      </p:cBhvr>
                                      <p:to>
                                        <p:strVal val="visible"/>
                                      </p:to>
                                    </p:set>
                                    <p:animEffect transition="in" filter="slide(fromBottom)">
                                      <p:cBhvr>
                                        <p:cTn id="71" dur="1000"/>
                                        <p:tgtEl>
                                          <p:spTgt spid="246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630" grpId="0"/>
      <p:bldP spid="24638" grpId="0" animBg="1" autoUpdateAnimBg="0"/>
      <p:bldP spid="24639" grpId="0" animBg="1" autoUpdateAnimBg="0"/>
      <p:bldP spid="24641" grpId="0"/>
      <p:bldP spid="24642"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ext Box 36">
            <a:extLst>
              <a:ext uri="{FF2B5EF4-FFF2-40B4-BE49-F238E27FC236}">
                <a16:creationId xmlns:a16="http://schemas.microsoft.com/office/drawing/2014/main" id="{5FC77198-1D00-42DC-88F5-3DBB9F7874A8}"/>
              </a:ext>
            </a:extLst>
          </p:cNvPr>
          <p:cNvSpPr txBox="1">
            <a:spLocks noChangeArrowheads="1"/>
          </p:cNvSpPr>
          <p:nvPr/>
        </p:nvSpPr>
        <p:spPr bwMode="auto">
          <a:xfrm>
            <a:off x="381000" y="381000"/>
            <a:ext cx="2319338" cy="588963"/>
          </a:xfrm>
          <a:prstGeom prst="rect">
            <a:avLst/>
          </a:prstGeom>
          <a:solidFill>
            <a:srgbClr val="FFFF00"/>
          </a:solidFill>
          <a:ln w="9525">
            <a:solidFill>
              <a:srgbClr val="FF3300"/>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3200" b="1">
                <a:solidFill>
                  <a:srgbClr val="3333FF"/>
                </a:solidFill>
                <a:ea typeface="楷体_GB2312" pitchFamily="49" charset="-122"/>
              </a:rPr>
              <a:t>3 </a:t>
            </a:r>
            <a:r>
              <a:rPr lang="zh-CN" altLang="en-US" sz="3200" b="1">
                <a:solidFill>
                  <a:srgbClr val="3333FF"/>
                </a:solidFill>
                <a:ea typeface="楷体_GB2312" pitchFamily="49" charset="-122"/>
              </a:rPr>
              <a:t>产量最大</a:t>
            </a:r>
          </a:p>
        </p:txBody>
      </p:sp>
      <p:sp>
        <p:nvSpPr>
          <p:cNvPr id="25637" name="Text Box 37">
            <a:extLst>
              <a:ext uri="{FF2B5EF4-FFF2-40B4-BE49-F238E27FC236}">
                <a16:creationId xmlns:a16="http://schemas.microsoft.com/office/drawing/2014/main" id="{19DBB058-D01A-4E80-80DB-6A3C276A945B}"/>
              </a:ext>
            </a:extLst>
          </p:cNvPr>
          <p:cNvSpPr txBox="1">
            <a:spLocks noChangeArrowheads="1"/>
          </p:cNvSpPr>
          <p:nvPr/>
        </p:nvSpPr>
        <p:spPr bwMode="auto">
          <a:xfrm>
            <a:off x="2895600" y="228600"/>
            <a:ext cx="4191000"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zh-CN" altLang="en-US" sz="2800" b="1"/>
              <a:t>在捕捞量稳定的条件下，控制捕捞强度使</a:t>
            </a:r>
            <a:r>
              <a:rPr lang="zh-CN" altLang="en-US" sz="2800" b="1">
                <a:solidFill>
                  <a:srgbClr val="FF3300"/>
                </a:solidFill>
              </a:rPr>
              <a:t>产量</a:t>
            </a:r>
            <a:r>
              <a:rPr lang="zh-CN" altLang="en-US" sz="2800" b="1"/>
              <a:t>最大</a:t>
            </a:r>
            <a:r>
              <a:rPr lang="en-US" altLang="zh-CN" sz="2800" b="1"/>
              <a:t>.</a:t>
            </a:r>
          </a:p>
        </p:txBody>
      </p:sp>
      <p:sp>
        <p:nvSpPr>
          <p:cNvPr id="25638" name="Text Box 38">
            <a:extLst>
              <a:ext uri="{FF2B5EF4-FFF2-40B4-BE49-F238E27FC236}">
                <a16:creationId xmlns:a16="http://schemas.microsoft.com/office/drawing/2014/main" id="{362223BE-261E-46AD-8EA9-5EE2E1F19E39}"/>
              </a:ext>
            </a:extLst>
          </p:cNvPr>
          <p:cNvSpPr txBox="1">
            <a:spLocks noChangeArrowheads="1"/>
          </p:cNvSpPr>
          <p:nvPr/>
        </p:nvSpPr>
        <p:spPr bwMode="auto">
          <a:xfrm>
            <a:off x="7239000" y="533400"/>
            <a:ext cx="1447800" cy="519113"/>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图解法</a:t>
            </a:r>
          </a:p>
        </p:txBody>
      </p:sp>
      <p:grpSp>
        <p:nvGrpSpPr>
          <p:cNvPr id="2" name="Group 55">
            <a:extLst>
              <a:ext uri="{FF2B5EF4-FFF2-40B4-BE49-F238E27FC236}">
                <a16:creationId xmlns:a16="http://schemas.microsoft.com/office/drawing/2014/main" id="{ED768303-5469-4E12-ABFD-D99AECC99C81}"/>
              </a:ext>
            </a:extLst>
          </p:cNvPr>
          <p:cNvGrpSpPr>
            <a:grpSpLocks/>
          </p:cNvGrpSpPr>
          <p:nvPr/>
        </p:nvGrpSpPr>
        <p:grpSpPr bwMode="auto">
          <a:xfrm>
            <a:off x="381000" y="1371600"/>
            <a:ext cx="2971800" cy="1981200"/>
            <a:chOff x="144" y="1056"/>
            <a:chExt cx="1872" cy="1312"/>
          </a:xfrm>
        </p:grpSpPr>
        <p:grpSp>
          <p:nvGrpSpPr>
            <p:cNvPr id="53254" name="Group 51">
              <a:extLst>
                <a:ext uri="{FF2B5EF4-FFF2-40B4-BE49-F238E27FC236}">
                  <a16:creationId xmlns:a16="http://schemas.microsoft.com/office/drawing/2014/main" id="{DE8541D2-69E8-46DD-9279-6809CDB3C519}"/>
                </a:ext>
              </a:extLst>
            </p:cNvPr>
            <p:cNvGrpSpPr>
              <a:grpSpLocks/>
            </p:cNvGrpSpPr>
            <p:nvPr/>
          </p:nvGrpSpPr>
          <p:grpSpPr bwMode="auto">
            <a:xfrm>
              <a:off x="144" y="1056"/>
              <a:ext cx="1872" cy="922"/>
              <a:chOff x="144" y="1056"/>
              <a:chExt cx="1872" cy="922"/>
            </a:xfrm>
          </p:grpSpPr>
          <p:graphicFrame>
            <p:nvGraphicFramePr>
              <p:cNvPr id="53255" name="Object 39">
                <a:extLst>
                  <a:ext uri="{FF2B5EF4-FFF2-40B4-BE49-F238E27FC236}">
                    <a16:creationId xmlns:a16="http://schemas.microsoft.com/office/drawing/2014/main" id="{D4771ED1-6ADA-4083-BC3E-52D1794DDDE8}"/>
                  </a:ext>
                </a:extLst>
              </p:cNvPr>
              <p:cNvGraphicFramePr>
                <a:graphicFrameLocks noChangeAspect="1"/>
              </p:cNvGraphicFramePr>
              <p:nvPr/>
            </p:nvGraphicFramePr>
            <p:xfrm>
              <a:off x="151" y="1056"/>
              <a:ext cx="1817" cy="296"/>
            </p:xfrm>
            <a:graphic>
              <a:graphicData uri="http://schemas.openxmlformats.org/presentationml/2006/ole">
                <mc:AlternateContent xmlns:mc="http://schemas.openxmlformats.org/markup-compatibility/2006">
                  <mc:Choice xmlns:v="urn:schemas-microsoft-com:vml" Requires="v">
                    <p:oleObj spid="_x0000_s53318" name="公式" r:id="rId3" imgW="1473200" imgH="241300" progId="Equation.3">
                      <p:embed/>
                    </p:oleObj>
                  </mc:Choice>
                  <mc:Fallback>
                    <p:oleObj name="公式" r:id="rId3" imgW="1473200" imgH="241300" progId="Equation.3">
                      <p:embed/>
                      <p:pic>
                        <p:nvPicPr>
                          <p:cNvPr id="0" name="Object 3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1" y="1056"/>
                            <a:ext cx="1817" cy="2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256" name="Object 40">
                <a:extLst>
                  <a:ext uri="{FF2B5EF4-FFF2-40B4-BE49-F238E27FC236}">
                    <a16:creationId xmlns:a16="http://schemas.microsoft.com/office/drawing/2014/main" id="{26FCE025-FA91-4FB5-8A3A-C59F770E0313}"/>
                  </a:ext>
                </a:extLst>
              </p:cNvPr>
              <p:cNvGraphicFramePr>
                <a:graphicFrameLocks noChangeAspect="1"/>
              </p:cNvGraphicFramePr>
              <p:nvPr/>
            </p:nvGraphicFramePr>
            <p:xfrm>
              <a:off x="144" y="1392"/>
              <a:ext cx="1872" cy="586"/>
            </p:xfrm>
            <a:graphic>
              <a:graphicData uri="http://schemas.openxmlformats.org/presentationml/2006/ole">
                <mc:AlternateContent xmlns:mc="http://schemas.openxmlformats.org/markup-compatibility/2006">
                  <mc:Choice xmlns:v="urn:schemas-microsoft-com:vml" Requires="v">
                    <p:oleObj spid="_x0000_s53319" name="公式" r:id="rId5" imgW="1308100" imgH="469900" progId="Equation.3">
                      <p:embed/>
                    </p:oleObj>
                  </mc:Choice>
                  <mc:Fallback>
                    <p:oleObj name="公式" r:id="rId5" imgW="1308100" imgH="469900" progId="Equation.3">
                      <p:embed/>
                      <p:pic>
                        <p:nvPicPr>
                          <p:cNvPr id="0" name="Object 4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4" y="1392"/>
                            <a:ext cx="1872" cy="5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53257" name="Object 41">
              <a:extLst>
                <a:ext uri="{FF2B5EF4-FFF2-40B4-BE49-F238E27FC236}">
                  <a16:creationId xmlns:a16="http://schemas.microsoft.com/office/drawing/2014/main" id="{E32E2A8C-17F0-4881-9ED1-5F5A6461976A}"/>
                </a:ext>
              </a:extLst>
            </p:cNvPr>
            <p:cNvGraphicFramePr>
              <a:graphicFrameLocks noChangeAspect="1"/>
            </p:cNvGraphicFramePr>
            <p:nvPr/>
          </p:nvGraphicFramePr>
          <p:xfrm>
            <a:off x="528" y="2064"/>
            <a:ext cx="953" cy="304"/>
          </p:xfrm>
          <a:graphic>
            <a:graphicData uri="http://schemas.openxmlformats.org/presentationml/2006/ole">
              <mc:AlternateContent xmlns:mc="http://schemas.openxmlformats.org/markup-compatibility/2006">
                <mc:Choice xmlns:v="urn:schemas-microsoft-com:vml" Requires="v">
                  <p:oleObj spid="_x0000_s53320" name="公式" r:id="rId7" imgW="774364" imgH="241195" progId="Equation.3">
                    <p:embed/>
                  </p:oleObj>
                </mc:Choice>
                <mc:Fallback>
                  <p:oleObj name="公式" r:id="rId7" imgW="774364" imgH="241195" progId="Equation.3">
                    <p:embed/>
                    <p:pic>
                      <p:nvPicPr>
                        <p:cNvPr id="0" name="Object 4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8" y="2064"/>
                          <a:ext cx="953" cy="3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25642" name="Object 42">
            <a:extLst>
              <a:ext uri="{FF2B5EF4-FFF2-40B4-BE49-F238E27FC236}">
                <a16:creationId xmlns:a16="http://schemas.microsoft.com/office/drawing/2014/main" id="{9C92A6D6-42AA-495E-BE5F-E3A9EA312AAC}"/>
              </a:ext>
            </a:extLst>
          </p:cNvPr>
          <p:cNvGraphicFramePr>
            <a:graphicFrameLocks noChangeAspect="1"/>
          </p:cNvGraphicFramePr>
          <p:nvPr/>
        </p:nvGraphicFramePr>
        <p:xfrm>
          <a:off x="228600" y="3429000"/>
          <a:ext cx="1295400" cy="533400"/>
        </p:xfrm>
        <a:graphic>
          <a:graphicData uri="http://schemas.openxmlformats.org/presentationml/2006/ole">
            <mc:AlternateContent xmlns:mc="http://schemas.openxmlformats.org/markup-compatibility/2006">
              <mc:Choice xmlns:v="urn:schemas-microsoft-com:vml" Requires="v">
                <p:oleObj spid="_x0000_s53321" name="Equation" r:id="rId9" imgW="571252" imgH="203112" progId="Equation.3">
                  <p:embed/>
                </p:oleObj>
              </mc:Choice>
              <mc:Fallback>
                <p:oleObj name="Equation" r:id="rId9" imgW="571252" imgH="203112" progId="Equation.3">
                  <p:embed/>
                  <p:pic>
                    <p:nvPicPr>
                      <p:cNvPr id="0" name="Object 4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8600" y="3429000"/>
                        <a:ext cx="1295400" cy="533400"/>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644" name="Text Box 44">
            <a:extLst>
              <a:ext uri="{FF2B5EF4-FFF2-40B4-BE49-F238E27FC236}">
                <a16:creationId xmlns:a16="http://schemas.microsoft.com/office/drawing/2014/main" id="{608642C9-3A97-4A53-8062-E3C682879634}"/>
              </a:ext>
            </a:extLst>
          </p:cNvPr>
          <p:cNvSpPr txBox="1">
            <a:spLocks noChangeArrowheads="1"/>
          </p:cNvSpPr>
          <p:nvPr/>
        </p:nvSpPr>
        <p:spPr bwMode="auto">
          <a:xfrm>
            <a:off x="685800" y="4800600"/>
            <a:ext cx="3505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t>P</a:t>
            </a:r>
            <a:r>
              <a:rPr lang="zh-CN" altLang="zh-CN" sz="2800" b="1"/>
              <a:t>的横坐标 </a:t>
            </a:r>
            <a:r>
              <a:rPr lang="en-US" altLang="zh-CN" sz="2800" b="1" i="1"/>
              <a:t>x</a:t>
            </a:r>
            <a:r>
              <a:rPr lang="en-US" altLang="zh-CN" sz="2800" b="1" baseline="-25000"/>
              <a:t>0</a:t>
            </a:r>
            <a:r>
              <a:rPr lang="en-US" altLang="zh-CN" sz="2800" b="1"/>
              <a:t>~</a:t>
            </a:r>
            <a:r>
              <a:rPr lang="zh-CN" altLang="zh-CN" sz="2800" b="1"/>
              <a:t>平衡点</a:t>
            </a:r>
            <a:endParaRPr lang="zh-CN" altLang="en-US" sz="2800" b="1"/>
          </a:p>
        </p:txBody>
      </p:sp>
      <p:graphicFrame>
        <p:nvGraphicFramePr>
          <p:cNvPr id="25603" name="Object 3">
            <a:extLst>
              <a:ext uri="{FF2B5EF4-FFF2-40B4-BE49-F238E27FC236}">
                <a16:creationId xmlns:a16="http://schemas.microsoft.com/office/drawing/2014/main" id="{574BB066-DB4D-4A77-A949-A61F638DB2F9}"/>
              </a:ext>
            </a:extLst>
          </p:cNvPr>
          <p:cNvGraphicFramePr>
            <a:graphicFrameLocks noChangeAspect="1"/>
          </p:cNvGraphicFramePr>
          <p:nvPr/>
        </p:nvGraphicFramePr>
        <p:xfrm>
          <a:off x="6248400" y="5334000"/>
          <a:ext cx="2638425" cy="601663"/>
        </p:xfrm>
        <a:graphic>
          <a:graphicData uri="http://schemas.openxmlformats.org/presentationml/2006/ole">
            <mc:AlternateContent xmlns:mc="http://schemas.openxmlformats.org/markup-compatibility/2006">
              <mc:Choice xmlns:v="urn:schemas-microsoft-com:vml" Requires="v">
                <p:oleObj spid="_x0000_s53322" name="公式" r:id="rId11" imgW="1129810" imgH="241195" progId="Equation.3">
                  <p:embed/>
                </p:oleObj>
              </mc:Choice>
              <mc:Fallback>
                <p:oleObj name="公式" r:id="rId11" imgW="1129810" imgH="241195" progId="Equation.3">
                  <p:embed/>
                  <p:pic>
                    <p:nvPicPr>
                      <p:cNvPr id="0" name="Object 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248400" y="5334000"/>
                        <a:ext cx="2638425" cy="601663"/>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 name="Group 76">
            <a:extLst>
              <a:ext uri="{FF2B5EF4-FFF2-40B4-BE49-F238E27FC236}">
                <a16:creationId xmlns:a16="http://schemas.microsoft.com/office/drawing/2014/main" id="{C0BAD1AC-742B-47ED-9BC1-B13EFD4A7C03}"/>
              </a:ext>
            </a:extLst>
          </p:cNvPr>
          <p:cNvGrpSpPr>
            <a:grpSpLocks/>
          </p:cNvGrpSpPr>
          <p:nvPr/>
        </p:nvGrpSpPr>
        <p:grpSpPr bwMode="auto">
          <a:xfrm>
            <a:off x="4267200" y="1562100"/>
            <a:ext cx="2362200" cy="2514600"/>
            <a:chOff x="2688" y="1008"/>
            <a:chExt cx="1488" cy="1584"/>
          </a:xfrm>
        </p:grpSpPr>
        <p:sp>
          <p:nvSpPr>
            <p:cNvPr id="53262" name="Line 20">
              <a:extLst>
                <a:ext uri="{FF2B5EF4-FFF2-40B4-BE49-F238E27FC236}">
                  <a16:creationId xmlns:a16="http://schemas.microsoft.com/office/drawing/2014/main" id="{8B546CAD-3591-4C3E-AA90-E428A9B1A961}"/>
                </a:ext>
              </a:extLst>
            </p:cNvPr>
            <p:cNvSpPr>
              <a:spLocks noChangeShapeType="1"/>
            </p:cNvSpPr>
            <p:nvPr/>
          </p:nvSpPr>
          <p:spPr bwMode="auto">
            <a:xfrm flipV="1">
              <a:off x="2688" y="1296"/>
              <a:ext cx="1008" cy="1296"/>
            </a:xfrm>
            <a:prstGeom prst="line">
              <a:avLst/>
            </a:prstGeom>
            <a:noFill/>
            <a:ln w="2857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263" name="Text Box 26">
              <a:extLst>
                <a:ext uri="{FF2B5EF4-FFF2-40B4-BE49-F238E27FC236}">
                  <a16:creationId xmlns:a16="http://schemas.microsoft.com/office/drawing/2014/main" id="{63DF8BCB-0529-4244-916E-ABB487839427}"/>
                </a:ext>
              </a:extLst>
            </p:cNvPr>
            <p:cNvSpPr txBox="1">
              <a:spLocks noChangeArrowheads="1"/>
            </p:cNvSpPr>
            <p:nvPr/>
          </p:nvSpPr>
          <p:spPr bwMode="auto">
            <a:xfrm>
              <a:off x="3648" y="1008"/>
              <a:ext cx="5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i="1"/>
                <a:t>y=rx</a:t>
              </a:r>
              <a:endParaRPr lang="en-US" altLang="zh-CN" b="1"/>
            </a:p>
          </p:txBody>
        </p:sp>
      </p:grpSp>
      <p:grpSp>
        <p:nvGrpSpPr>
          <p:cNvPr id="5" name="Group 75">
            <a:extLst>
              <a:ext uri="{FF2B5EF4-FFF2-40B4-BE49-F238E27FC236}">
                <a16:creationId xmlns:a16="http://schemas.microsoft.com/office/drawing/2014/main" id="{8CBA9A45-75EA-40D2-8FBB-BD231A9C1EEE}"/>
              </a:ext>
            </a:extLst>
          </p:cNvPr>
          <p:cNvGrpSpPr>
            <a:grpSpLocks/>
          </p:cNvGrpSpPr>
          <p:nvPr/>
        </p:nvGrpSpPr>
        <p:grpSpPr bwMode="auto">
          <a:xfrm>
            <a:off x="4038600" y="2667000"/>
            <a:ext cx="3048000" cy="457200"/>
            <a:chOff x="2544" y="1680"/>
            <a:chExt cx="1920" cy="288"/>
          </a:xfrm>
        </p:grpSpPr>
        <p:sp>
          <p:nvSpPr>
            <p:cNvPr id="53265" name="Line 18">
              <a:extLst>
                <a:ext uri="{FF2B5EF4-FFF2-40B4-BE49-F238E27FC236}">
                  <a16:creationId xmlns:a16="http://schemas.microsoft.com/office/drawing/2014/main" id="{D9507028-6CCC-4285-A48F-0E1F10699FCE}"/>
                </a:ext>
              </a:extLst>
            </p:cNvPr>
            <p:cNvSpPr>
              <a:spLocks noChangeShapeType="1"/>
            </p:cNvSpPr>
            <p:nvPr/>
          </p:nvSpPr>
          <p:spPr bwMode="auto">
            <a:xfrm>
              <a:off x="2736" y="1824"/>
              <a:ext cx="1728"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266" name="Text Box 24">
              <a:extLst>
                <a:ext uri="{FF2B5EF4-FFF2-40B4-BE49-F238E27FC236}">
                  <a16:creationId xmlns:a16="http://schemas.microsoft.com/office/drawing/2014/main" id="{A2E97168-0012-46E6-83F3-4DD9C24A3CE2}"/>
                </a:ext>
              </a:extLst>
            </p:cNvPr>
            <p:cNvSpPr txBox="1">
              <a:spLocks noChangeArrowheads="1"/>
            </p:cNvSpPr>
            <p:nvPr/>
          </p:nvSpPr>
          <p:spPr bwMode="auto">
            <a:xfrm>
              <a:off x="2544" y="1680"/>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i="1"/>
                <a:t>h</a:t>
              </a:r>
            </a:p>
          </p:txBody>
        </p:sp>
      </p:grpSp>
      <p:grpSp>
        <p:nvGrpSpPr>
          <p:cNvPr id="6" name="Group 74">
            <a:extLst>
              <a:ext uri="{FF2B5EF4-FFF2-40B4-BE49-F238E27FC236}">
                <a16:creationId xmlns:a16="http://schemas.microsoft.com/office/drawing/2014/main" id="{44A8E2D4-64D4-459E-87B6-11960F508887}"/>
              </a:ext>
            </a:extLst>
          </p:cNvPr>
          <p:cNvGrpSpPr>
            <a:grpSpLocks/>
          </p:cNvGrpSpPr>
          <p:nvPr/>
        </p:nvGrpSpPr>
        <p:grpSpPr bwMode="auto">
          <a:xfrm>
            <a:off x="6858000" y="2514600"/>
            <a:ext cx="609600" cy="1905000"/>
            <a:chOff x="4320" y="1584"/>
            <a:chExt cx="384" cy="1200"/>
          </a:xfrm>
        </p:grpSpPr>
        <p:graphicFrame>
          <p:nvGraphicFramePr>
            <p:cNvPr id="53268" name="Object 17">
              <a:extLst>
                <a:ext uri="{FF2B5EF4-FFF2-40B4-BE49-F238E27FC236}">
                  <a16:creationId xmlns:a16="http://schemas.microsoft.com/office/drawing/2014/main" id="{16975620-54F3-4162-918F-5FE8EC7E1F97}"/>
                </a:ext>
              </a:extLst>
            </p:cNvPr>
            <p:cNvGraphicFramePr>
              <a:graphicFrameLocks noChangeAspect="1"/>
            </p:cNvGraphicFramePr>
            <p:nvPr/>
          </p:nvGraphicFramePr>
          <p:xfrm>
            <a:off x="4320" y="1704"/>
            <a:ext cx="264" cy="264"/>
          </p:xfrm>
          <a:graphic>
            <a:graphicData uri="http://schemas.openxmlformats.org/presentationml/2006/ole">
              <mc:AlternateContent xmlns:mc="http://schemas.openxmlformats.org/markup-compatibility/2006">
                <mc:Choice xmlns:v="urn:schemas-microsoft-com:vml" Requires="v">
                  <p:oleObj spid="_x0000_s53323" name="公式" r:id="rId13" imgW="75969" imgH="75969" progId="Equation.3">
                    <p:embed/>
                  </p:oleObj>
                </mc:Choice>
                <mc:Fallback>
                  <p:oleObj name="公式" r:id="rId13" imgW="75969" imgH="75969" progId="Equation.3">
                    <p:embed/>
                    <p:pic>
                      <p:nvPicPr>
                        <p:cNvPr id="0" name="Object 1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320" y="1704"/>
                          <a:ext cx="264" cy="2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269" name="Line 19">
              <a:extLst>
                <a:ext uri="{FF2B5EF4-FFF2-40B4-BE49-F238E27FC236}">
                  <a16:creationId xmlns:a16="http://schemas.microsoft.com/office/drawing/2014/main" id="{17DEEAF8-7737-4811-A4F5-897FA6850C39}"/>
                </a:ext>
              </a:extLst>
            </p:cNvPr>
            <p:cNvSpPr>
              <a:spLocks noChangeShapeType="1"/>
            </p:cNvSpPr>
            <p:nvPr/>
          </p:nvSpPr>
          <p:spPr bwMode="auto">
            <a:xfrm>
              <a:off x="4464" y="1824"/>
              <a:ext cx="0" cy="72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270" name="Text Box 28">
              <a:extLst>
                <a:ext uri="{FF2B5EF4-FFF2-40B4-BE49-F238E27FC236}">
                  <a16:creationId xmlns:a16="http://schemas.microsoft.com/office/drawing/2014/main" id="{95493099-C3A5-4AF8-8F6F-BAF51C4862DD}"/>
                </a:ext>
              </a:extLst>
            </p:cNvPr>
            <p:cNvSpPr txBox="1">
              <a:spLocks noChangeArrowheads="1"/>
            </p:cNvSpPr>
            <p:nvPr/>
          </p:nvSpPr>
          <p:spPr bwMode="auto">
            <a:xfrm>
              <a:off x="4416" y="1584"/>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i="1"/>
                <a:t>P</a:t>
              </a:r>
            </a:p>
          </p:txBody>
        </p:sp>
        <p:sp>
          <p:nvSpPr>
            <p:cNvPr id="53271" name="Text Box 32">
              <a:extLst>
                <a:ext uri="{FF2B5EF4-FFF2-40B4-BE49-F238E27FC236}">
                  <a16:creationId xmlns:a16="http://schemas.microsoft.com/office/drawing/2014/main" id="{7DEA85CD-F95E-42F2-80F9-375F9A58279A}"/>
                </a:ext>
              </a:extLst>
            </p:cNvPr>
            <p:cNvSpPr txBox="1">
              <a:spLocks noChangeArrowheads="1"/>
            </p:cNvSpPr>
            <p:nvPr/>
          </p:nvSpPr>
          <p:spPr bwMode="auto">
            <a:xfrm>
              <a:off x="4368" y="2496"/>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i="1"/>
                <a:t>x</a:t>
              </a:r>
              <a:r>
                <a:rPr lang="en-US" altLang="zh-CN" b="1" baseline="-25000"/>
                <a:t>0</a:t>
              </a:r>
              <a:endParaRPr lang="en-US" altLang="zh-CN" b="1"/>
            </a:p>
          </p:txBody>
        </p:sp>
      </p:grpSp>
      <p:grpSp>
        <p:nvGrpSpPr>
          <p:cNvPr id="7" name="Group 72">
            <a:extLst>
              <a:ext uri="{FF2B5EF4-FFF2-40B4-BE49-F238E27FC236}">
                <a16:creationId xmlns:a16="http://schemas.microsoft.com/office/drawing/2014/main" id="{AC3F7C1E-FDC7-4242-9FFD-B48EF93F9E56}"/>
              </a:ext>
            </a:extLst>
          </p:cNvPr>
          <p:cNvGrpSpPr>
            <a:grpSpLocks/>
          </p:cNvGrpSpPr>
          <p:nvPr/>
        </p:nvGrpSpPr>
        <p:grpSpPr bwMode="auto">
          <a:xfrm>
            <a:off x="4114800" y="1484313"/>
            <a:ext cx="5029200" cy="5783262"/>
            <a:chOff x="2592" y="960"/>
            <a:chExt cx="3168" cy="3643"/>
          </a:xfrm>
        </p:grpSpPr>
        <p:sp>
          <p:nvSpPr>
            <p:cNvPr id="53273" name="Arc 7">
              <a:extLst>
                <a:ext uri="{FF2B5EF4-FFF2-40B4-BE49-F238E27FC236}">
                  <a16:creationId xmlns:a16="http://schemas.microsoft.com/office/drawing/2014/main" id="{94907FFE-EF59-4AB0-8A5A-C6FA8AA275EC}"/>
                </a:ext>
              </a:extLst>
            </p:cNvPr>
            <p:cNvSpPr>
              <a:spLocks/>
            </p:cNvSpPr>
            <p:nvPr/>
          </p:nvSpPr>
          <p:spPr bwMode="auto">
            <a:xfrm rot="458365">
              <a:off x="3698" y="1769"/>
              <a:ext cx="1486" cy="2834"/>
            </a:xfrm>
            <a:custGeom>
              <a:avLst/>
              <a:gdLst>
                <a:gd name="T0" fmla="*/ 0 w 14638"/>
                <a:gd name="T1" fmla="*/ 0 h 21600"/>
                <a:gd name="T2" fmla="*/ 2 w 14638"/>
                <a:gd name="T3" fmla="*/ 1 h 21600"/>
                <a:gd name="T4" fmla="*/ 0 w 14638"/>
                <a:gd name="T5" fmla="*/ 6 h 21600"/>
                <a:gd name="T6" fmla="*/ 0 60000 65536"/>
                <a:gd name="T7" fmla="*/ 0 60000 65536"/>
                <a:gd name="T8" fmla="*/ 0 60000 65536"/>
                <a:gd name="T9" fmla="*/ 0 w 14638"/>
                <a:gd name="T10" fmla="*/ 0 h 21600"/>
                <a:gd name="T11" fmla="*/ 14638 w 14638"/>
                <a:gd name="T12" fmla="*/ 21600 h 21600"/>
              </a:gdLst>
              <a:ahLst/>
              <a:cxnLst>
                <a:cxn ang="T6">
                  <a:pos x="T0" y="T1"/>
                </a:cxn>
                <a:cxn ang="T7">
                  <a:pos x="T2" y="T3"/>
                </a:cxn>
                <a:cxn ang="T8">
                  <a:pos x="T4" y="T5"/>
                </a:cxn>
              </a:cxnLst>
              <a:rect l="T9" t="T10" r="T11" b="T12"/>
              <a:pathLst>
                <a:path w="14638" h="21600" fill="none" extrusionOk="0">
                  <a:moveTo>
                    <a:pt x="0" y="27"/>
                  </a:moveTo>
                  <a:cubicBezTo>
                    <a:pt x="360" y="9"/>
                    <a:pt x="721" y="-1"/>
                    <a:pt x="1082" y="0"/>
                  </a:cubicBezTo>
                  <a:cubicBezTo>
                    <a:pt x="6014" y="0"/>
                    <a:pt x="10797" y="1687"/>
                    <a:pt x="14637" y="4783"/>
                  </a:cubicBezTo>
                </a:path>
                <a:path w="14638" h="21600" stroke="0" extrusionOk="0">
                  <a:moveTo>
                    <a:pt x="0" y="27"/>
                  </a:moveTo>
                  <a:cubicBezTo>
                    <a:pt x="360" y="9"/>
                    <a:pt x="721" y="-1"/>
                    <a:pt x="1082" y="0"/>
                  </a:cubicBezTo>
                  <a:cubicBezTo>
                    <a:pt x="6014" y="0"/>
                    <a:pt x="10797" y="1687"/>
                    <a:pt x="14637" y="4783"/>
                  </a:cubicBezTo>
                  <a:lnTo>
                    <a:pt x="1082" y="21600"/>
                  </a:lnTo>
                  <a:lnTo>
                    <a:pt x="0" y="27"/>
                  </a:lnTo>
                  <a:close/>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53274" name="Group 65">
              <a:extLst>
                <a:ext uri="{FF2B5EF4-FFF2-40B4-BE49-F238E27FC236}">
                  <a16:creationId xmlns:a16="http://schemas.microsoft.com/office/drawing/2014/main" id="{97B09770-493F-4136-B0B1-8DD0359D833A}"/>
                </a:ext>
              </a:extLst>
            </p:cNvPr>
            <p:cNvGrpSpPr>
              <a:grpSpLocks/>
            </p:cNvGrpSpPr>
            <p:nvPr/>
          </p:nvGrpSpPr>
          <p:grpSpPr bwMode="auto">
            <a:xfrm>
              <a:off x="2592" y="960"/>
              <a:ext cx="3168" cy="2304"/>
              <a:chOff x="2592" y="960"/>
              <a:chExt cx="3168" cy="2304"/>
            </a:xfrm>
          </p:grpSpPr>
          <p:sp>
            <p:nvSpPr>
              <p:cNvPr id="53275" name="Arc 8">
                <a:extLst>
                  <a:ext uri="{FF2B5EF4-FFF2-40B4-BE49-F238E27FC236}">
                    <a16:creationId xmlns:a16="http://schemas.microsoft.com/office/drawing/2014/main" id="{B17901E5-4008-45BA-B142-27723D7C15B3}"/>
                  </a:ext>
                </a:extLst>
              </p:cNvPr>
              <p:cNvSpPr>
                <a:spLocks/>
              </p:cNvSpPr>
              <p:nvPr/>
            </p:nvSpPr>
            <p:spPr bwMode="auto">
              <a:xfrm rot="20738564" flipH="1">
                <a:off x="2734" y="1830"/>
                <a:ext cx="1394" cy="1434"/>
              </a:xfrm>
              <a:custGeom>
                <a:avLst/>
                <a:gdLst>
                  <a:gd name="T0" fmla="*/ 0 w 17820"/>
                  <a:gd name="T1" fmla="*/ 0 h 21600"/>
                  <a:gd name="T2" fmla="*/ 1 w 17820"/>
                  <a:gd name="T3" fmla="*/ 0 h 21600"/>
                  <a:gd name="T4" fmla="*/ 0 w 17820"/>
                  <a:gd name="T5" fmla="*/ 0 h 21600"/>
                  <a:gd name="T6" fmla="*/ 0 60000 65536"/>
                  <a:gd name="T7" fmla="*/ 0 60000 65536"/>
                  <a:gd name="T8" fmla="*/ 0 60000 65536"/>
                  <a:gd name="T9" fmla="*/ 0 w 17820"/>
                  <a:gd name="T10" fmla="*/ 0 h 21600"/>
                  <a:gd name="T11" fmla="*/ 17820 w 17820"/>
                  <a:gd name="T12" fmla="*/ 21600 h 21600"/>
                </a:gdLst>
                <a:ahLst/>
                <a:cxnLst>
                  <a:cxn ang="T6">
                    <a:pos x="T0" y="T1"/>
                  </a:cxn>
                  <a:cxn ang="T7">
                    <a:pos x="T2" y="T3"/>
                  </a:cxn>
                  <a:cxn ang="T8">
                    <a:pos x="T4" y="T5"/>
                  </a:cxn>
                </a:cxnLst>
                <a:rect l="T9" t="T10" r="T11" b="T12"/>
                <a:pathLst>
                  <a:path w="17820" h="21600" fill="none" extrusionOk="0">
                    <a:moveTo>
                      <a:pt x="0" y="7"/>
                    </a:moveTo>
                    <a:cubicBezTo>
                      <a:pt x="189" y="2"/>
                      <a:pt x="379" y="-1"/>
                      <a:pt x="569" y="0"/>
                    </a:cubicBezTo>
                    <a:cubicBezTo>
                      <a:pt x="7350" y="0"/>
                      <a:pt x="13738" y="3184"/>
                      <a:pt x="17819" y="8601"/>
                    </a:cubicBezTo>
                  </a:path>
                  <a:path w="17820" h="21600" stroke="0" extrusionOk="0">
                    <a:moveTo>
                      <a:pt x="0" y="7"/>
                    </a:moveTo>
                    <a:cubicBezTo>
                      <a:pt x="189" y="2"/>
                      <a:pt x="379" y="-1"/>
                      <a:pt x="569" y="0"/>
                    </a:cubicBezTo>
                    <a:cubicBezTo>
                      <a:pt x="7350" y="0"/>
                      <a:pt x="13738" y="3184"/>
                      <a:pt x="17819" y="8601"/>
                    </a:cubicBezTo>
                    <a:lnTo>
                      <a:pt x="569" y="21600"/>
                    </a:lnTo>
                    <a:lnTo>
                      <a:pt x="0" y="7"/>
                    </a:lnTo>
                    <a:close/>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3276" name="Line 10">
                <a:extLst>
                  <a:ext uri="{FF2B5EF4-FFF2-40B4-BE49-F238E27FC236}">
                    <a16:creationId xmlns:a16="http://schemas.microsoft.com/office/drawing/2014/main" id="{CF98574E-3818-4D78-B452-F590672DB126}"/>
                  </a:ext>
                </a:extLst>
              </p:cNvPr>
              <p:cNvSpPr>
                <a:spLocks noChangeShapeType="1"/>
              </p:cNvSpPr>
              <p:nvPr/>
            </p:nvSpPr>
            <p:spPr bwMode="auto">
              <a:xfrm flipV="1">
                <a:off x="2736" y="1056"/>
                <a:ext cx="0" cy="14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277" name="Text Box 11">
                <a:extLst>
                  <a:ext uri="{FF2B5EF4-FFF2-40B4-BE49-F238E27FC236}">
                    <a16:creationId xmlns:a16="http://schemas.microsoft.com/office/drawing/2014/main" id="{7F41FAD7-4413-41AF-9842-CAFD033B8552}"/>
                  </a:ext>
                </a:extLst>
              </p:cNvPr>
              <p:cNvSpPr txBox="1">
                <a:spLocks noChangeArrowheads="1"/>
              </p:cNvSpPr>
              <p:nvPr/>
            </p:nvSpPr>
            <p:spPr bwMode="auto">
              <a:xfrm>
                <a:off x="2736" y="960"/>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i="1"/>
                  <a:t>y</a:t>
                </a:r>
              </a:p>
            </p:txBody>
          </p:sp>
          <p:sp>
            <p:nvSpPr>
              <p:cNvPr id="53278" name="Line 12">
                <a:extLst>
                  <a:ext uri="{FF2B5EF4-FFF2-40B4-BE49-F238E27FC236}">
                    <a16:creationId xmlns:a16="http://schemas.microsoft.com/office/drawing/2014/main" id="{B0E46775-C51D-41F9-9CF3-06CD4873A616}"/>
                  </a:ext>
                </a:extLst>
              </p:cNvPr>
              <p:cNvSpPr>
                <a:spLocks noChangeShapeType="1"/>
              </p:cNvSpPr>
              <p:nvPr/>
            </p:nvSpPr>
            <p:spPr bwMode="auto">
              <a:xfrm>
                <a:off x="2736" y="2544"/>
                <a:ext cx="288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279" name="Line 22">
                <a:extLst>
                  <a:ext uri="{FF2B5EF4-FFF2-40B4-BE49-F238E27FC236}">
                    <a16:creationId xmlns:a16="http://schemas.microsoft.com/office/drawing/2014/main" id="{273A082E-B5B5-483B-BB41-01A2A2DF7DD0}"/>
                  </a:ext>
                </a:extLst>
              </p:cNvPr>
              <p:cNvSpPr>
                <a:spLocks noChangeShapeType="1"/>
              </p:cNvSpPr>
              <p:nvPr/>
            </p:nvSpPr>
            <p:spPr bwMode="auto">
              <a:xfrm flipV="1">
                <a:off x="2736" y="1584"/>
                <a:ext cx="2352" cy="96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280" name="Text Box 25">
                <a:extLst>
                  <a:ext uri="{FF2B5EF4-FFF2-40B4-BE49-F238E27FC236}">
                    <a16:creationId xmlns:a16="http://schemas.microsoft.com/office/drawing/2014/main" id="{95990579-4E21-4572-8B56-EED656419A3C}"/>
                  </a:ext>
                </a:extLst>
              </p:cNvPr>
              <p:cNvSpPr txBox="1">
                <a:spLocks noChangeArrowheads="1"/>
              </p:cNvSpPr>
              <p:nvPr/>
            </p:nvSpPr>
            <p:spPr bwMode="auto">
              <a:xfrm>
                <a:off x="2592" y="2496"/>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i="1"/>
                  <a:t>O</a:t>
                </a:r>
              </a:p>
            </p:txBody>
          </p:sp>
          <p:sp>
            <p:nvSpPr>
              <p:cNvPr id="53281" name="Text Box 29">
                <a:extLst>
                  <a:ext uri="{FF2B5EF4-FFF2-40B4-BE49-F238E27FC236}">
                    <a16:creationId xmlns:a16="http://schemas.microsoft.com/office/drawing/2014/main" id="{B1787D91-9552-4A26-8E8F-23622D706DAC}"/>
                  </a:ext>
                </a:extLst>
              </p:cNvPr>
              <p:cNvSpPr txBox="1">
                <a:spLocks noChangeArrowheads="1"/>
              </p:cNvSpPr>
              <p:nvPr/>
            </p:nvSpPr>
            <p:spPr bwMode="auto">
              <a:xfrm>
                <a:off x="4752" y="1296"/>
                <a:ext cx="10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i="1"/>
                  <a:t>y=h</a:t>
                </a:r>
                <a:r>
                  <a:rPr lang="en-US" altLang="zh-CN" b="1"/>
                  <a:t>(</a:t>
                </a:r>
                <a:r>
                  <a:rPr lang="en-US" altLang="zh-CN" b="1" i="1"/>
                  <a:t>x</a:t>
                </a:r>
                <a:r>
                  <a:rPr lang="en-US" altLang="zh-CN" b="1"/>
                  <a:t>)</a:t>
                </a:r>
                <a:r>
                  <a:rPr lang="en-US" altLang="zh-CN" b="1" i="1"/>
                  <a:t>=Ex</a:t>
                </a:r>
                <a:endParaRPr lang="en-US" altLang="zh-CN" b="1"/>
              </a:p>
            </p:txBody>
          </p:sp>
          <p:sp>
            <p:nvSpPr>
              <p:cNvPr id="53282" name="Text Box 30">
                <a:extLst>
                  <a:ext uri="{FF2B5EF4-FFF2-40B4-BE49-F238E27FC236}">
                    <a16:creationId xmlns:a16="http://schemas.microsoft.com/office/drawing/2014/main" id="{08CF6C9A-709E-4898-B9BE-09B3928EF79B}"/>
                  </a:ext>
                </a:extLst>
              </p:cNvPr>
              <p:cNvSpPr txBox="1">
                <a:spLocks noChangeArrowheads="1"/>
              </p:cNvSpPr>
              <p:nvPr/>
            </p:nvSpPr>
            <p:spPr bwMode="auto">
              <a:xfrm>
                <a:off x="5472" y="2496"/>
                <a:ext cx="1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i="1"/>
                  <a:t>x</a:t>
                </a:r>
              </a:p>
            </p:txBody>
          </p:sp>
          <p:sp>
            <p:nvSpPr>
              <p:cNvPr id="53283" name="Text Box 31">
                <a:extLst>
                  <a:ext uri="{FF2B5EF4-FFF2-40B4-BE49-F238E27FC236}">
                    <a16:creationId xmlns:a16="http://schemas.microsoft.com/office/drawing/2014/main" id="{6D0164BC-FF30-4245-BC69-1A5F1CA7588E}"/>
                  </a:ext>
                </a:extLst>
              </p:cNvPr>
              <p:cNvSpPr txBox="1">
                <a:spLocks noChangeArrowheads="1"/>
              </p:cNvSpPr>
              <p:nvPr/>
            </p:nvSpPr>
            <p:spPr bwMode="auto">
              <a:xfrm>
                <a:off x="5136" y="2534"/>
                <a:ext cx="38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i="1"/>
                  <a:t>N</a:t>
                </a:r>
              </a:p>
            </p:txBody>
          </p:sp>
          <p:sp>
            <p:nvSpPr>
              <p:cNvPr id="53284" name="Text Box 34">
                <a:extLst>
                  <a:ext uri="{FF2B5EF4-FFF2-40B4-BE49-F238E27FC236}">
                    <a16:creationId xmlns:a16="http://schemas.microsoft.com/office/drawing/2014/main" id="{18C4FBB3-2E40-4A12-AC9A-71F89753E2E1}"/>
                  </a:ext>
                </a:extLst>
              </p:cNvPr>
              <p:cNvSpPr txBox="1">
                <a:spLocks noChangeArrowheads="1"/>
              </p:cNvSpPr>
              <p:nvPr/>
            </p:nvSpPr>
            <p:spPr bwMode="auto">
              <a:xfrm>
                <a:off x="4896" y="1872"/>
                <a:ext cx="6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i="1"/>
                  <a:t>y=f</a:t>
                </a:r>
                <a:r>
                  <a:rPr lang="en-US" altLang="zh-CN" b="1"/>
                  <a:t>(</a:t>
                </a:r>
                <a:r>
                  <a:rPr lang="en-US" altLang="zh-CN" b="1" i="1"/>
                  <a:t>x</a:t>
                </a:r>
                <a:r>
                  <a:rPr lang="en-US" altLang="zh-CN" b="1"/>
                  <a:t>)</a:t>
                </a:r>
              </a:p>
            </p:txBody>
          </p:sp>
        </p:grpSp>
      </p:grpSp>
      <p:sp>
        <p:nvSpPr>
          <p:cNvPr id="25645" name="Text Box 45">
            <a:extLst>
              <a:ext uri="{FF2B5EF4-FFF2-40B4-BE49-F238E27FC236}">
                <a16:creationId xmlns:a16="http://schemas.microsoft.com/office/drawing/2014/main" id="{2C96629F-400E-4F96-A886-D458A23F1132}"/>
              </a:ext>
            </a:extLst>
          </p:cNvPr>
          <p:cNvSpPr txBox="1">
            <a:spLocks noChangeArrowheads="1"/>
          </p:cNvSpPr>
          <p:nvPr/>
        </p:nvSpPr>
        <p:spPr bwMode="auto">
          <a:xfrm>
            <a:off x="5105400" y="4724400"/>
            <a:ext cx="3200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t>P</a:t>
            </a:r>
            <a:r>
              <a:rPr lang="zh-CN" altLang="zh-CN" sz="2800" b="1"/>
              <a:t>的纵坐标 </a:t>
            </a:r>
            <a:r>
              <a:rPr lang="en-US" altLang="zh-CN" sz="2800" b="1" i="1"/>
              <a:t>h</a:t>
            </a:r>
            <a:r>
              <a:rPr lang="en-US" altLang="zh-CN" sz="2800" b="1"/>
              <a:t>~</a:t>
            </a:r>
            <a:r>
              <a:rPr lang="zh-CN" altLang="zh-CN" sz="2800" b="1"/>
              <a:t>产量</a:t>
            </a:r>
            <a:endParaRPr lang="zh-CN" altLang="en-US" sz="2800" b="1"/>
          </a:p>
        </p:txBody>
      </p:sp>
      <p:graphicFrame>
        <p:nvGraphicFramePr>
          <p:cNvPr id="25602" name="Object 2">
            <a:extLst>
              <a:ext uri="{FF2B5EF4-FFF2-40B4-BE49-F238E27FC236}">
                <a16:creationId xmlns:a16="http://schemas.microsoft.com/office/drawing/2014/main" id="{0F23AF11-EAFC-4C2E-8E43-7072F03E2264}"/>
              </a:ext>
            </a:extLst>
          </p:cNvPr>
          <p:cNvGraphicFramePr>
            <a:graphicFrameLocks noChangeAspect="1"/>
          </p:cNvGraphicFramePr>
          <p:nvPr/>
        </p:nvGraphicFramePr>
        <p:xfrm>
          <a:off x="1974850" y="5410200"/>
          <a:ext cx="3968750" cy="533400"/>
        </p:xfrm>
        <a:graphic>
          <a:graphicData uri="http://schemas.openxmlformats.org/presentationml/2006/ole">
            <mc:AlternateContent xmlns:mc="http://schemas.openxmlformats.org/markup-compatibility/2006">
              <mc:Choice xmlns:v="urn:schemas-microsoft-com:vml" Requires="v">
                <p:oleObj spid="_x0000_s53324" name="公式" r:id="rId15" imgW="1968500" imgH="266700" progId="Equation.3">
                  <p:embed/>
                </p:oleObj>
              </mc:Choice>
              <mc:Fallback>
                <p:oleObj name="公式" r:id="rId15" imgW="1968500" imgH="266700" progId="Equation.3">
                  <p:embed/>
                  <p:pic>
                    <p:nvPicPr>
                      <p:cNvPr id="0" name="Object 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974850" y="5410200"/>
                        <a:ext cx="3968750" cy="533400"/>
                      </a:xfrm>
                      <a:prstGeom prst="rect">
                        <a:avLst/>
                      </a:prstGeom>
                      <a:noFill/>
                      <a:ln>
                        <a:noFill/>
                      </a:ln>
                      <a:effectLst/>
                      <a:extLst>
                        <a:ext uri="{909E8E84-426E-40DD-AFC4-6F175D3DCCD1}">
                          <a14:hiddenFill xmlns:a14="http://schemas.microsoft.com/office/drawing/2010/main">
                            <a:solidFill>
                              <a:srgbClr val="00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647" name="Text Box 47">
            <a:extLst>
              <a:ext uri="{FF2B5EF4-FFF2-40B4-BE49-F238E27FC236}">
                <a16:creationId xmlns:a16="http://schemas.microsoft.com/office/drawing/2014/main" id="{97C464E0-43E4-4185-A0BA-1F89D4C1BE5C}"/>
              </a:ext>
            </a:extLst>
          </p:cNvPr>
          <p:cNvSpPr txBox="1">
            <a:spLocks noChangeArrowheads="1"/>
          </p:cNvSpPr>
          <p:nvPr/>
        </p:nvSpPr>
        <p:spPr bwMode="auto">
          <a:xfrm>
            <a:off x="228600" y="5432425"/>
            <a:ext cx="1676400" cy="519113"/>
          </a:xfrm>
          <a:prstGeom prst="rect">
            <a:avLst/>
          </a:prstGeom>
          <a:solidFill>
            <a:srgbClr val="99FF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产量最大</a:t>
            </a:r>
          </a:p>
        </p:txBody>
      </p:sp>
      <p:grpSp>
        <p:nvGrpSpPr>
          <p:cNvPr id="9" name="Group 52">
            <a:extLst>
              <a:ext uri="{FF2B5EF4-FFF2-40B4-BE49-F238E27FC236}">
                <a16:creationId xmlns:a16="http://schemas.microsoft.com/office/drawing/2014/main" id="{80E22632-F62E-47EB-8841-C5FFC304860F}"/>
              </a:ext>
            </a:extLst>
          </p:cNvPr>
          <p:cNvGrpSpPr>
            <a:grpSpLocks/>
          </p:cNvGrpSpPr>
          <p:nvPr/>
        </p:nvGrpSpPr>
        <p:grpSpPr bwMode="auto">
          <a:xfrm>
            <a:off x="1600200" y="3429000"/>
            <a:ext cx="2362200" cy="533400"/>
            <a:chOff x="1008" y="2448"/>
            <a:chExt cx="1488" cy="336"/>
          </a:xfrm>
        </p:grpSpPr>
        <p:sp>
          <p:nvSpPr>
            <p:cNvPr id="53289" name="Text Box 43">
              <a:extLst>
                <a:ext uri="{FF2B5EF4-FFF2-40B4-BE49-F238E27FC236}">
                  <a16:creationId xmlns:a16="http://schemas.microsoft.com/office/drawing/2014/main" id="{C61CBE05-6A6E-4211-AC18-565272316EE2}"/>
                </a:ext>
              </a:extLst>
            </p:cNvPr>
            <p:cNvSpPr txBox="1">
              <a:spLocks noChangeArrowheads="1"/>
            </p:cNvSpPr>
            <p:nvPr/>
          </p:nvSpPr>
          <p:spPr bwMode="auto">
            <a:xfrm>
              <a:off x="1248" y="2448"/>
              <a:ext cx="124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t>f </a:t>
              </a:r>
              <a:r>
                <a:rPr lang="zh-CN" altLang="en-US" sz="2800" b="1"/>
                <a:t>与</a:t>
              </a:r>
              <a:r>
                <a:rPr lang="en-US" altLang="zh-CN" sz="2800" b="1" i="1"/>
                <a:t>h</a:t>
              </a:r>
              <a:r>
                <a:rPr lang="zh-CN" altLang="en-US" sz="2800" b="1"/>
                <a:t>交点</a:t>
              </a:r>
              <a:r>
                <a:rPr lang="en-US" altLang="zh-CN" sz="2800" b="1" i="1"/>
                <a:t>P</a:t>
              </a:r>
            </a:p>
          </p:txBody>
        </p:sp>
        <p:sp>
          <p:nvSpPr>
            <p:cNvPr id="53290" name="AutoShape 50">
              <a:extLst>
                <a:ext uri="{FF2B5EF4-FFF2-40B4-BE49-F238E27FC236}">
                  <a16:creationId xmlns:a16="http://schemas.microsoft.com/office/drawing/2014/main" id="{56A0325B-EC76-4C95-BAB9-C5452AFB4971}"/>
                </a:ext>
              </a:extLst>
            </p:cNvPr>
            <p:cNvSpPr>
              <a:spLocks noChangeArrowheads="1"/>
            </p:cNvSpPr>
            <p:nvPr/>
          </p:nvSpPr>
          <p:spPr bwMode="auto">
            <a:xfrm>
              <a:off x="1008" y="2478"/>
              <a:ext cx="144" cy="306"/>
            </a:xfrm>
            <a:prstGeom prst="rightArrow">
              <a:avLst>
                <a:gd name="adj1" fmla="val 50000"/>
                <a:gd name="adj2" fmla="val 25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aphicFrame>
        <p:nvGraphicFramePr>
          <p:cNvPr id="25660" name="Object 60">
            <a:extLst>
              <a:ext uri="{FF2B5EF4-FFF2-40B4-BE49-F238E27FC236}">
                <a16:creationId xmlns:a16="http://schemas.microsoft.com/office/drawing/2014/main" id="{1124B5FD-FA12-4CF2-A624-FE30B25140A6}"/>
              </a:ext>
            </a:extLst>
          </p:cNvPr>
          <p:cNvGraphicFramePr>
            <a:graphicFrameLocks noChangeAspect="1"/>
          </p:cNvGraphicFramePr>
          <p:nvPr/>
        </p:nvGraphicFramePr>
        <p:xfrm>
          <a:off x="762000" y="4114800"/>
          <a:ext cx="2743200" cy="617538"/>
        </p:xfrm>
        <a:graphic>
          <a:graphicData uri="http://schemas.openxmlformats.org/presentationml/2006/ole">
            <mc:AlternateContent xmlns:mc="http://schemas.openxmlformats.org/markup-compatibility/2006">
              <mc:Choice xmlns:v="urn:schemas-microsoft-com:vml" Requires="v">
                <p:oleObj spid="_x0000_s53325" name="公式" r:id="rId17" imgW="1016000" imgH="228600" progId="Equation.3">
                  <p:embed/>
                </p:oleObj>
              </mc:Choice>
              <mc:Fallback>
                <p:oleObj name="公式" r:id="rId17" imgW="1016000" imgH="228600" progId="Equation.3">
                  <p:embed/>
                  <p:pic>
                    <p:nvPicPr>
                      <p:cNvPr id="0" name="Object 6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62000" y="4114800"/>
                        <a:ext cx="2743200" cy="617538"/>
                      </a:xfrm>
                      <a:prstGeom prst="rect">
                        <a:avLst/>
                      </a:prstGeom>
                      <a:solidFill>
                        <a:srgbClr val="99FF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0" name="Group 71">
            <a:extLst>
              <a:ext uri="{FF2B5EF4-FFF2-40B4-BE49-F238E27FC236}">
                <a16:creationId xmlns:a16="http://schemas.microsoft.com/office/drawing/2014/main" id="{AA88DD6E-24D6-46C3-96CB-C8CF99040F23}"/>
              </a:ext>
            </a:extLst>
          </p:cNvPr>
          <p:cNvGrpSpPr>
            <a:grpSpLocks/>
          </p:cNvGrpSpPr>
          <p:nvPr/>
        </p:nvGrpSpPr>
        <p:grpSpPr bwMode="auto">
          <a:xfrm>
            <a:off x="3886200" y="2374900"/>
            <a:ext cx="3124200" cy="2133600"/>
            <a:chOff x="3600" y="3152"/>
            <a:chExt cx="1968" cy="1344"/>
          </a:xfrm>
        </p:grpSpPr>
        <p:sp>
          <p:nvSpPr>
            <p:cNvPr id="53293" name="Line 13">
              <a:extLst>
                <a:ext uri="{FF2B5EF4-FFF2-40B4-BE49-F238E27FC236}">
                  <a16:creationId xmlns:a16="http://schemas.microsoft.com/office/drawing/2014/main" id="{EFFD5330-4275-480A-AE9C-5275065D23CA}"/>
                </a:ext>
              </a:extLst>
            </p:cNvPr>
            <p:cNvSpPr>
              <a:spLocks noChangeShapeType="1"/>
            </p:cNvSpPr>
            <p:nvPr/>
          </p:nvSpPr>
          <p:spPr bwMode="auto">
            <a:xfrm>
              <a:off x="3888" y="3344"/>
              <a:ext cx="1200" cy="0"/>
            </a:xfrm>
            <a:prstGeom prst="line">
              <a:avLst/>
            </a:prstGeom>
            <a:noFill/>
            <a:ln w="9525">
              <a:solidFill>
                <a:srgbClr val="FF0000"/>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294" name="Line 14">
              <a:extLst>
                <a:ext uri="{FF2B5EF4-FFF2-40B4-BE49-F238E27FC236}">
                  <a16:creationId xmlns:a16="http://schemas.microsoft.com/office/drawing/2014/main" id="{4E8BF079-3C46-4E8C-809A-E516C44B38B2}"/>
                </a:ext>
              </a:extLst>
            </p:cNvPr>
            <p:cNvSpPr>
              <a:spLocks noChangeShapeType="1"/>
            </p:cNvSpPr>
            <p:nvPr/>
          </p:nvSpPr>
          <p:spPr bwMode="auto">
            <a:xfrm>
              <a:off x="5040" y="3344"/>
              <a:ext cx="0" cy="912"/>
            </a:xfrm>
            <a:prstGeom prst="line">
              <a:avLst/>
            </a:prstGeom>
            <a:noFill/>
            <a:ln w="9525">
              <a:solidFill>
                <a:srgbClr val="FF0000"/>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295" name="Text Box 23">
              <a:extLst>
                <a:ext uri="{FF2B5EF4-FFF2-40B4-BE49-F238E27FC236}">
                  <a16:creationId xmlns:a16="http://schemas.microsoft.com/office/drawing/2014/main" id="{0B3878F1-F881-4BD9-B9E4-4B24270E4245}"/>
                </a:ext>
              </a:extLst>
            </p:cNvPr>
            <p:cNvSpPr txBox="1">
              <a:spLocks noChangeArrowheads="1"/>
            </p:cNvSpPr>
            <p:nvPr/>
          </p:nvSpPr>
          <p:spPr bwMode="auto">
            <a:xfrm>
              <a:off x="3600" y="3152"/>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i="1">
                  <a:solidFill>
                    <a:srgbClr val="FF0000"/>
                  </a:solidFill>
                </a:rPr>
                <a:t>h</a:t>
              </a:r>
              <a:r>
                <a:rPr lang="en-US" altLang="zh-CN" b="1" i="1" baseline="-25000">
                  <a:solidFill>
                    <a:srgbClr val="FF0000"/>
                  </a:solidFill>
                </a:rPr>
                <a:t>m</a:t>
              </a:r>
              <a:endParaRPr lang="en-US" altLang="zh-CN" b="1" i="1">
                <a:solidFill>
                  <a:srgbClr val="FF0000"/>
                </a:solidFill>
              </a:endParaRPr>
            </a:p>
          </p:txBody>
        </p:sp>
        <p:sp>
          <p:nvSpPr>
            <p:cNvPr id="53296" name="Text Box 33">
              <a:extLst>
                <a:ext uri="{FF2B5EF4-FFF2-40B4-BE49-F238E27FC236}">
                  <a16:creationId xmlns:a16="http://schemas.microsoft.com/office/drawing/2014/main" id="{B71DAABD-1FCF-4B30-A1BB-81EACDAA1EAF}"/>
                </a:ext>
              </a:extLst>
            </p:cNvPr>
            <p:cNvSpPr txBox="1">
              <a:spLocks noChangeArrowheads="1"/>
            </p:cNvSpPr>
            <p:nvPr/>
          </p:nvSpPr>
          <p:spPr bwMode="auto">
            <a:xfrm>
              <a:off x="4752" y="4208"/>
              <a:ext cx="81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i="1">
                  <a:solidFill>
                    <a:srgbClr val="FF0000"/>
                  </a:solidFill>
                </a:rPr>
                <a:t>x</a:t>
              </a:r>
              <a:r>
                <a:rPr lang="en-US" altLang="zh-CN" b="1" baseline="-25000">
                  <a:solidFill>
                    <a:srgbClr val="FF0000"/>
                  </a:solidFill>
                </a:rPr>
                <a:t>0</a:t>
              </a:r>
              <a:r>
                <a:rPr lang="en-US" altLang="zh-CN" b="1" i="1" baseline="30000">
                  <a:solidFill>
                    <a:srgbClr val="FF0000"/>
                  </a:solidFill>
                </a:rPr>
                <a:t>*</a:t>
              </a:r>
              <a:r>
                <a:rPr lang="en-US" altLang="zh-CN" b="1" i="1">
                  <a:solidFill>
                    <a:srgbClr val="FF0000"/>
                  </a:solidFill>
                </a:rPr>
                <a:t>=</a:t>
              </a:r>
              <a:r>
                <a:rPr lang="en-US" altLang="zh-CN" sz="2000" b="1" i="1">
                  <a:solidFill>
                    <a:srgbClr val="FF0000"/>
                  </a:solidFill>
                </a:rPr>
                <a:t>N</a:t>
              </a:r>
              <a:r>
                <a:rPr lang="en-US" altLang="zh-CN" sz="2000" b="1">
                  <a:solidFill>
                    <a:srgbClr val="FF0000"/>
                  </a:solidFill>
                </a:rPr>
                <a:t>/2</a:t>
              </a:r>
              <a:endParaRPr lang="en-US" altLang="zh-CN" b="1" i="1">
                <a:solidFill>
                  <a:srgbClr val="FF0000"/>
                </a:solidFill>
              </a:endParaRPr>
            </a:p>
          </p:txBody>
        </p:sp>
      </p:grpSp>
      <p:grpSp>
        <p:nvGrpSpPr>
          <p:cNvPr id="11" name="Group 70">
            <a:extLst>
              <a:ext uri="{FF2B5EF4-FFF2-40B4-BE49-F238E27FC236}">
                <a16:creationId xmlns:a16="http://schemas.microsoft.com/office/drawing/2014/main" id="{3736F109-C53B-4856-891C-CCBFA2A85E35}"/>
              </a:ext>
            </a:extLst>
          </p:cNvPr>
          <p:cNvGrpSpPr>
            <a:grpSpLocks/>
          </p:cNvGrpSpPr>
          <p:nvPr/>
        </p:nvGrpSpPr>
        <p:grpSpPr bwMode="auto">
          <a:xfrm>
            <a:off x="4343400" y="1676400"/>
            <a:ext cx="3276600" cy="2362200"/>
            <a:chOff x="2736" y="1056"/>
            <a:chExt cx="2064" cy="1488"/>
          </a:xfrm>
        </p:grpSpPr>
        <p:sp>
          <p:nvSpPr>
            <p:cNvPr id="53298" name="Line 21">
              <a:extLst>
                <a:ext uri="{FF2B5EF4-FFF2-40B4-BE49-F238E27FC236}">
                  <a16:creationId xmlns:a16="http://schemas.microsoft.com/office/drawing/2014/main" id="{5E34694A-CABC-47A1-90C4-82EEF7009C2A}"/>
                </a:ext>
              </a:extLst>
            </p:cNvPr>
            <p:cNvSpPr>
              <a:spLocks noChangeShapeType="1"/>
            </p:cNvSpPr>
            <p:nvPr/>
          </p:nvSpPr>
          <p:spPr bwMode="auto">
            <a:xfrm flipV="1">
              <a:off x="2736" y="1296"/>
              <a:ext cx="1728" cy="1248"/>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299" name="Text Box 27">
              <a:extLst>
                <a:ext uri="{FF2B5EF4-FFF2-40B4-BE49-F238E27FC236}">
                  <a16:creationId xmlns:a16="http://schemas.microsoft.com/office/drawing/2014/main" id="{5D72BA0E-9DC9-4DF9-BCA9-9F84AFB8D169}"/>
                </a:ext>
              </a:extLst>
            </p:cNvPr>
            <p:cNvSpPr txBox="1">
              <a:spLocks noChangeArrowheads="1"/>
            </p:cNvSpPr>
            <p:nvPr/>
          </p:nvSpPr>
          <p:spPr bwMode="auto">
            <a:xfrm>
              <a:off x="3744" y="1478"/>
              <a:ext cx="38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i="1">
                  <a:solidFill>
                    <a:srgbClr val="FF0000"/>
                  </a:solidFill>
                </a:rPr>
                <a:t>P</a:t>
              </a:r>
              <a:r>
                <a:rPr lang="en-US" altLang="zh-CN" sz="2000" b="1" i="1" baseline="30000">
                  <a:solidFill>
                    <a:srgbClr val="FF0000"/>
                  </a:solidFill>
                </a:rPr>
                <a:t>*</a:t>
              </a:r>
              <a:endParaRPr lang="en-US" altLang="zh-CN" sz="2000" b="1" i="1">
                <a:solidFill>
                  <a:srgbClr val="FF0000"/>
                </a:solidFill>
              </a:endParaRPr>
            </a:p>
          </p:txBody>
        </p:sp>
        <p:sp>
          <p:nvSpPr>
            <p:cNvPr id="53300" name="Text Box 69">
              <a:extLst>
                <a:ext uri="{FF2B5EF4-FFF2-40B4-BE49-F238E27FC236}">
                  <a16:creationId xmlns:a16="http://schemas.microsoft.com/office/drawing/2014/main" id="{C6B661F1-38B1-4295-BB46-B3B5CECE1D0E}"/>
                </a:ext>
              </a:extLst>
            </p:cNvPr>
            <p:cNvSpPr txBox="1">
              <a:spLocks noChangeArrowheads="1"/>
            </p:cNvSpPr>
            <p:nvPr/>
          </p:nvSpPr>
          <p:spPr bwMode="auto">
            <a:xfrm>
              <a:off x="4176" y="1056"/>
              <a:ext cx="6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i="1">
                  <a:solidFill>
                    <a:srgbClr val="FF0000"/>
                  </a:solidFill>
                </a:rPr>
                <a:t>y=E</a:t>
              </a:r>
              <a:r>
                <a:rPr lang="en-US" altLang="zh-CN" b="1" i="1" baseline="30000">
                  <a:solidFill>
                    <a:srgbClr val="FF0000"/>
                  </a:solidFill>
                </a:rPr>
                <a:t>*</a:t>
              </a:r>
              <a:r>
                <a:rPr lang="en-US" altLang="zh-CN" b="1" i="1">
                  <a:solidFill>
                    <a:srgbClr val="FF0000"/>
                  </a:solidFill>
                </a:rPr>
                <a:t>x</a:t>
              </a:r>
            </a:p>
          </p:txBody>
        </p:sp>
      </p:grpSp>
      <p:sp>
        <p:nvSpPr>
          <p:cNvPr id="25673" name="Text Box 73">
            <a:extLst>
              <a:ext uri="{FF2B5EF4-FFF2-40B4-BE49-F238E27FC236}">
                <a16:creationId xmlns:a16="http://schemas.microsoft.com/office/drawing/2014/main" id="{E2D73A46-7331-48A5-AE15-815F63746141}"/>
              </a:ext>
            </a:extLst>
          </p:cNvPr>
          <p:cNvSpPr txBox="1">
            <a:spLocks noChangeArrowheads="1"/>
          </p:cNvSpPr>
          <p:nvPr/>
        </p:nvSpPr>
        <p:spPr bwMode="auto">
          <a:xfrm>
            <a:off x="2057400" y="6034088"/>
            <a:ext cx="5257800" cy="519112"/>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控制渔场鱼量为最大鱼量的一半</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5637"/>
                                        </p:tgtEl>
                                        <p:attrNameLst>
                                          <p:attrName>style.visibility</p:attrName>
                                        </p:attrNameLst>
                                      </p:cBhvr>
                                      <p:to>
                                        <p:strVal val="visible"/>
                                      </p:to>
                                    </p:set>
                                    <p:animEffect transition="in" filter="box(in)">
                                      <p:cBhvr>
                                        <p:cTn id="7" dur="1000"/>
                                        <p:tgtEl>
                                          <p:spTgt spid="2563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25638"/>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9" presetClass="entr" presetSubtype="0"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dissolve">
                                      <p:cBhvr>
                                        <p:cTn id="16" dur="1000"/>
                                        <p:tgtEl>
                                          <p:spTgt spid="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9"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dissolve">
                                      <p:cBhvr>
                                        <p:cTn id="21" dur="1000"/>
                                        <p:tgtEl>
                                          <p:spTgt spid="7"/>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5" presetClass="entr" presetSubtype="10" fill="hold" nodeType="clickEffect">
                                  <p:stCondLst>
                                    <p:cond delay="0"/>
                                  </p:stCondLst>
                                  <p:childTnLst>
                                    <p:set>
                                      <p:cBhvr>
                                        <p:cTn id="25" dur="1" fill="hold">
                                          <p:stCondLst>
                                            <p:cond delay="0"/>
                                          </p:stCondLst>
                                        </p:cTn>
                                        <p:tgtEl>
                                          <p:spTgt spid="25642"/>
                                        </p:tgtEl>
                                        <p:attrNameLst>
                                          <p:attrName>style.visibility</p:attrName>
                                        </p:attrNameLst>
                                      </p:cBhvr>
                                      <p:to>
                                        <p:strVal val="visible"/>
                                      </p:to>
                                    </p:set>
                                    <p:animEffect transition="in" filter="checkerboard(across)">
                                      <p:cBhvr>
                                        <p:cTn id="26" dur="1000"/>
                                        <p:tgtEl>
                                          <p:spTgt spid="25642"/>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5" presetClass="entr" presetSubtype="10"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checkerboard(across)">
                                      <p:cBhvr>
                                        <p:cTn id="31" dur="1000"/>
                                        <p:tgtEl>
                                          <p:spTgt spid="9"/>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3" presetClass="entr" presetSubtype="16" fill="hold" nodeType="clickEffect">
                                  <p:stCondLst>
                                    <p:cond delay="0"/>
                                  </p:stCondLst>
                                  <p:childTnLst>
                                    <p:set>
                                      <p:cBhvr>
                                        <p:cTn id="35" dur="1" fill="hold">
                                          <p:stCondLst>
                                            <p:cond delay="0"/>
                                          </p:stCondLst>
                                        </p:cTn>
                                        <p:tgtEl>
                                          <p:spTgt spid="6"/>
                                        </p:tgtEl>
                                        <p:attrNameLst>
                                          <p:attrName>style.visibility</p:attrName>
                                        </p:attrNameLst>
                                      </p:cBhvr>
                                      <p:to>
                                        <p:strVal val="visible"/>
                                      </p:to>
                                    </p:set>
                                    <p:anim calcmode="lin" valueType="num">
                                      <p:cBhvr>
                                        <p:cTn id="36" dur="1000" fill="hold"/>
                                        <p:tgtEl>
                                          <p:spTgt spid="6"/>
                                        </p:tgtEl>
                                        <p:attrNameLst>
                                          <p:attrName>ppt_w</p:attrName>
                                        </p:attrNameLst>
                                      </p:cBhvr>
                                      <p:tavLst>
                                        <p:tav tm="0">
                                          <p:val>
                                            <p:fltVal val="0"/>
                                          </p:val>
                                        </p:tav>
                                        <p:tav tm="100000">
                                          <p:val>
                                            <p:strVal val="#ppt_w"/>
                                          </p:val>
                                        </p:tav>
                                      </p:tavLst>
                                    </p:anim>
                                    <p:anim calcmode="lin" valueType="num">
                                      <p:cBhvr>
                                        <p:cTn id="37" dur="1000" fill="hold"/>
                                        <p:tgtEl>
                                          <p:spTgt spid="6"/>
                                        </p:tgtEl>
                                        <p:attrNameLst>
                                          <p:attrName>ppt_h</p:attrName>
                                        </p:attrNameLst>
                                      </p:cBhvr>
                                      <p:tavLst>
                                        <p:tav tm="0">
                                          <p:val>
                                            <p:fltVal val="0"/>
                                          </p:val>
                                        </p:tav>
                                        <p:tav tm="100000">
                                          <p:val>
                                            <p:strVal val="#ppt_h"/>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5" fill="hold" nodeType="clickEffect">
                                  <p:stCondLst>
                                    <p:cond delay="0"/>
                                  </p:stCondLst>
                                  <p:childTnLst>
                                    <p:set>
                                      <p:cBhvr>
                                        <p:cTn id="41" dur="1" fill="hold">
                                          <p:stCondLst>
                                            <p:cond delay="0"/>
                                          </p:stCondLst>
                                        </p:cTn>
                                        <p:tgtEl>
                                          <p:spTgt spid="25660"/>
                                        </p:tgtEl>
                                        <p:attrNameLst>
                                          <p:attrName>style.visibility</p:attrName>
                                        </p:attrNameLst>
                                      </p:cBhvr>
                                      <p:to>
                                        <p:strVal val="visible"/>
                                      </p:to>
                                    </p:set>
                                    <p:animEffect transition="in" filter="blinds(vertical)">
                                      <p:cBhvr>
                                        <p:cTn id="42" dur="1000"/>
                                        <p:tgtEl>
                                          <p:spTgt spid="25660"/>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4" presetClass="entr" presetSubtype="32" fill="hold" nodeType="clickEffect">
                                  <p:stCondLst>
                                    <p:cond delay="0"/>
                                  </p:stCondLst>
                                  <p:childTnLst>
                                    <p:set>
                                      <p:cBhvr>
                                        <p:cTn id="46" dur="1" fill="hold">
                                          <p:stCondLst>
                                            <p:cond delay="0"/>
                                          </p:stCondLst>
                                        </p:cTn>
                                        <p:tgtEl>
                                          <p:spTgt spid="4"/>
                                        </p:tgtEl>
                                        <p:attrNameLst>
                                          <p:attrName>style.visibility</p:attrName>
                                        </p:attrNameLst>
                                      </p:cBhvr>
                                      <p:to>
                                        <p:strVal val="visible"/>
                                      </p:to>
                                    </p:set>
                                    <p:animEffect transition="in" filter="box(out)">
                                      <p:cBhvr>
                                        <p:cTn id="47" dur="1000"/>
                                        <p:tgtEl>
                                          <p:spTgt spid="4"/>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5" presetClass="entr" presetSubtype="10" fill="hold" grpId="0" nodeType="clickEffect">
                                  <p:stCondLst>
                                    <p:cond delay="0"/>
                                  </p:stCondLst>
                                  <p:childTnLst>
                                    <p:set>
                                      <p:cBhvr>
                                        <p:cTn id="51" dur="1" fill="hold">
                                          <p:stCondLst>
                                            <p:cond delay="0"/>
                                          </p:stCondLst>
                                        </p:cTn>
                                        <p:tgtEl>
                                          <p:spTgt spid="25644"/>
                                        </p:tgtEl>
                                        <p:attrNameLst>
                                          <p:attrName>style.visibility</p:attrName>
                                        </p:attrNameLst>
                                      </p:cBhvr>
                                      <p:to>
                                        <p:strVal val="visible"/>
                                      </p:to>
                                    </p:set>
                                    <p:animEffect transition="in" filter="checkerboard(across)">
                                      <p:cBhvr>
                                        <p:cTn id="52" dur="1000"/>
                                        <p:tgtEl>
                                          <p:spTgt spid="25644"/>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3" presetClass="entr" presetSubtype="16" fill="hold" nodeType="clickEffect">
                                  <p:stCondLst>
                                    <p:cond delay="0"/>
                                  </p:stCondLst>
                                  <p:childTnLst>
                                    <p:set>
                                      <p:cBhvr>
                                        <p:cTn id="56" dur="1" fill="hold">
                                          <p:stCondLst>
                                            <p:cond delay="0"/>
                                          </p:stCondLst>
                                        </p:cTn>
                                        <p:tgtEl>
                                          <p:spTgt spid="5"/>
                                        </p:tgtEl>
                                        <p:attrNameLst>
                                          <p:attrName>style.visibility</p:attrName>
                                        </p:attrNameLst>
                                      </p:cBhvr>
                                      <p:to>
                                        <p:strVal val="visible"/>
                                      </p:to>
                                    </p:set>
                                    <p:anim calcmode="lin" valueType="num">
                                      <p:cBhvr>
                                        <p:cTn id="57" dur="1000" fill="hold"/>
                                        <p:tgtEl>
                                          <p:spTgt spid="5"/>
                                        </p:tgtEl>
                                        <p:attrNameLst>
                                          <p:attrName>ppt_w</p:attrName>
                                        </p:attrNameLst>
                                      </p:cBhvr>
                                      <p:tavLst>
                                        <p:tav tm="0">
                                          <p:val>
                                            <p:fltVal val="0"/>
                                          </p:val>
                                        </p:tav>
                                        <p:tav tm="100000">
                                          <p:val>
                                            <p:strVal val="#ppt_w"/>
                                          </p:val>
                                        </p:tav>
                                      </p:tavLst>
                                    </p:anim>
                                    <p:anim calcmode="lin" valueType="num">
                                      <p:cBhvr>
                                        <p:cTn id="58" dur="1000" fill="hold"/>
                                        <p:tgtEl>
                                          <p:spTgt spid="5"/>
                                        </p:tgtEl>
                                        <p:attrNameLst>
                                          <p:attrName>ppt_h</p:attrName>
                                        </p:attrNameLst>
                                      </p:cBhvr>
                                      <p:tavLst>
                                        <p:tav tm="0">
                                          <p:val>
                                            <p:fltVal val="0"/>
                                          </p:val>
                                        </p:tav>
                                        <p:tav tm="100000">
                                          <p:val>
                                            <p:strVal val="#ppt_h"/>
                                          </p:val>
                                        </p:tav>
                                      </p:tavLst>
                                    </p:anim>
                                  </p:childTnLst>
                                </p:cTn>
                              </p:par>
                            </p:childTnLst>
                          </p:cTn>
                        </p:par>
                      </p:childTnLst>
                    </p:cTn>
                  </p:par>
                  <p:par>
                    <p:cTn id="59" fill="hold" nodeType="clickPar">
                      <p:stCondLst>
                        <p:cond delay="indefinite"/>
                      </p:stCondLst>
                      <p:childTnLst>
                        <p:par>
                          <p:cTn id="60" fill="hold" nodeType="withGroup">
                            <p:stCondLst>
                              <p:cond delay="0"/>
                            </p:stCondLst>
                            <p:childTnLst>
                              <p:par>
                                <p:cTn id="61" presetID="3" presetClass="entr" presetSubtype="5" fill="hold" grpId="0" nodeType="clickEffect">
                                  <p:stCondLst>
                                    <p:cond delay="0"/>
                                  </p:stCondLst>
                                  <p:childTnLst>
                                    <p:set>
                                      <p:cBhvr>
                                        <p:cTn id="62" dur="1" fill="hold">
                                          <p:stCondLst>
                                            <p:cond delay="0"/>
                                          </p:stCondLst>
                                        </p:cTn>
                                        <p:tgtEl>
                                          <p:spTgt spid="25645"/>
                                        </p:tgtEl>
                                        <p:attrNameLst>
                                          <p:attrName>style.visibility</p:attrName>
                                        </p:attrNameLst>
                                      </p:cBhvr>
                                      <p:to>
                                        <p:strVal val="visible"/>
                                      </p:to>
                                    </p:set>
                                    <p:animEffect transition="in" filter="blinds(vertical)">
                                      <p:cBhvr>
                                        <p:cTn id="63" dur="1000"/>
                                        <p:tgtEl>
                                          <p:spTgt spid="25645"/>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3" presetClass="entr" presetSubtype="10" fill="hold" grpId="0" nodeType="clickEffect">
                                  <p:stCondLst>
                                    <p:cond delay="0"/>
                                  </p:stCondLst>
                                  <p:childTnLst>
                                    <p:set>
                                      <p:cBhvr>
                                        <p:cTn id="67" dur="1" fill="hold">
                                          <p:stCondLst>
                                            <p:cond delay="0"/>
                                          </p:stCondLst>
                                        </p:cTn>
                                        <p:tgtEl>
                                          <p:spTgt spid="25647"/>
                                        </p:tgtEl>
                                        <p:attrNameLst>
                                          <p:attrName>style.visibility</p:attrName>
                                        </p:attrNameLst>
                                      </p:cBhvr>
                                      <p:to>
                                        <p:strVal val="visible"/>
                                      </p:to>
                                    </p:set>
                                    <p:animEffect transition="in" filter="blinds(horizontal)">
                                      <p:cBhvr>
                                        <p:cTn id="68" dur="1000"/>
                                        <p:tgtEl>
                                          <p:spTgt spid="25647"/>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18" presetClass="entr" presetSubtype="12" fill="hold" nodeType="clickEffect">
                                  <p:stCondLst>
                                    <p:cond delay="0"/>
                                  </p:stCondLst>
                                  <p:childTnLst>
                                    <p:set>
                                      <p:cBhvr>
                                        <p:cTn id="72" dur="1" fill="hold">
                                          <p:stCondLst>
                                            <p:cond delay="0"/>
                                          </p:stCondLst>
                                        </p:cTn>
                                        <p:tgtEl>
                                          <p:spTgt spid="11"/>
                                        </p:tgtEl>
                                        <p:attrNameLst>
                                          <p:attrName>style.visibility</p:attrName>
                                        </p:attrNameLst>
                                      </p:cBhvr>
                                      <p:to>
                                        <p:strVal val="visible"/>
                                      </p:to>
                                    </p:set>
                                    <p:animEffect transition="in" filter="strips(downLeft)">
                                      <p:cBhvr>
                                        <p:cTn id="73" dur="1000"/>
                                        <p:tgtEl>
                                          <p:spTgt spid="11"/>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9" presetClass="entr" presetSubtype="0" fill="hold" nodeType="clickEffect">
                                  <p:stCondLst>
                                    <p:cond delay="0"/>
                                  </p:stCondLst>
                                  <p:childTnLst>
                                    <p:set>
                                      <p:cBhvr>
                                        <p:cTn id="77" dur="1" fill="hold">
                                          <p:stCondLst>
                                            <p:cond delay="0"/>
                                          </p:stCondLst>
                                        </p:cTn>
                                        <p:tgtEl>
                                          <p:spTgt spid="10"/>
                                        </p:tgtEl>
                                        <p:attrNameLst>
                                          <p:attrName>style.visibility</p:attrName>
                                        </p:attrNameLst>
                                      </p:cBhvr>
                                      <p:to>
                                        <p:strVal val="visible"/>
                                      </p:to>
                                    </p:set>
                                    <p:animEffect transition="in" filter="dissolve">
                                      <p:cBhvr>
                                        <p:cTn id="78" dur="1000"/>
                                        <p:tgtEl>
                                          <p:spTgt spid="10"/>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3" presetClass="entr" presetSubtype="10" fill="hold" nodeType="clickEffect">
                                  <p:stCondLst>
                                    <p:cond delay="0"/>
                                  </p:stCondLst>
                                  <p:childTnLst>
                                    <p:set>
                                      <p:cBhvr>
                                        <p:cTn id="82" dur="1" fill="hold">
                                          <p:stCondLst>
                                            <p:cond delay="0"/>
                                          </p:stCondLst>
                                        </p:cTn>
                                        <p:tgtEl>
                                          <p:spTgt spid="25602"/>
                                        </p:tgtEl>
                                        <p:attrNameLst>
                                          <p:attrName>style.visibility</p:attrName>
                                        </p:attrNameLst>
                                      </p:cBhvr>
                                      <p:to>
                                        <p:strVal val="visible"/>
                                      </p:to>
                                    </p:set>
                                    <p:animEffect transition="in" filter="blinds(horizontal)">
                                      <p:cBhvr>
                                        <p:cTn id="83" dur="1000"/>
                                        <p:tgtEl>
                                          <p:spTgt spid="25602"/>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18" presetClass="entr" presetSubtype="6" fill="hold" nodeType="clickEffect">
                                  <p:stCondLst>
                                    <p:cond delay="0"/>
                                  </p:stCondLst>
                                  <p:childTnLst>
                                    <p:set>
                                      <p:cBhvr>
                                        <p:cTn id="87" dur="1" fill="hold">
                                          <p:stCondLst>
                                            <p:cond delay="0"/>
                                          </p:stCondLst>
                                        </p:cTn>
                                        <p:tgtEl>
                                          <p:spTgt spid="25603"/>
                                        </p:tgtEl>
                                        <p:attrNameLst>
                                          <p:attrName>style.visibility</p:attrName>
                                        </p:attrNameLst>
                                      </p:cBhvr>
                                      <p:to>
                                        <p:strVal val="visible"/>
                                      </p:to>
                                    </p:set>
                                    <p:animEffect transition="in" filter="strips(downRight)">
                                      <p:cBhvr>
                                        <p:cTn id="88" dur="1000"/>
                                        <p:tgtEl>
                                          <p:spTgt spid="25603"/>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2" presetClass="entr" presetSubtype="4" fill="hold" grpId="0" nodeType="clickEffect">
                                  <p:stCondLst>
                                    <p:cond delay="0"/>
                                  </p:stCondLst>
                                  <p:childTnLst>
                                    <p:set>
                                      <p:cBhvr>
                                        <p:cTn id="92" dur="1" fill="hold">
                                          <p:stCondLst>
                                            <p:cond delay="0"/>
                                          </p:stCondLst>
                                        </p:cTn>
                                        <p:tgtEl>
                                          <p:spTgt spid="25673"/>
                                        </p:tgtEl>
                                        <p:attrNameLst>
                                          <p:attrName>style.visibility</p:attrName>
                                        </p:attrNameLst>
                                      </p:cBhvr>
                                      <p:to>
                                        <p:strVal val="visible"/>
                                      </p:to>
                                    </p:set>
                                    <p:anim calcmode="lin" valueType="num">
                                      <p:cBhvr additive="base">
                                        <p:cTn id="93" dur="1000" fill="hold"/>
                                        <p:tgtEl>
                                          <p:spTgt spid="25673"/>
                                        </p:tgtEl>
                                        <p:attrNameLst>
                                          <p:attrName>ppt_x</p:attrName>
                                        </p:attrNameLst>
                                      </p:cBhvr>
                                      <p:tavLst>
                                        <p:tav tm="0">
                                          <p:val>
                                            <p:strVal val="#ppt_x"/>
                                          </p:val>
                                        </p:tav>
                                        <p:tav tm="100000">
                                          <p:val>
                                            <p:strVal val="#ppt_x"/>
                                          </p:val>
                                        </p:tav>
                                      </p:tavLst>
                                    </p:anim>
                                    <p:anim calcmode="lin" valueType="num">
                                      <p:cBhvr additive="base">
                                        <p:cTn id="94" dur="1000" fill="hold"/>
                                        <p:tgtEl>
                                          <p:spTgt spid="2567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37" grpId="0" animBg="1" autoUpdateAnimBg="0"/>
      <p:bldP spid="25638" grpId="0" animBg="1" autoUpdateAnimBg="0"/>
      <p:bldP spid="25644" grpId="0" animBg="1" autoUpdateAnimBg="0"/>
      <p:bldP spid="25645" grpId="0" animBg="1" autoUpdateAnimBg="0"/>
      <p:bldP spid="25647" grpId="0" animBg="1" autoUpdateAnimBg="0"/>
      <p:bldP spid="25673"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626" name="Object 2">
            <a:extLst>
              <a:ext uri="{FF2B5EF4-FFF2-40B4-BE49-F238E27FC236}">
                <a16:creationId xmlns:a16="http://schemas.microsoft.com/office/drawing/2014/main" id="{8982E7F9-6AD3-48C4-8C0A-4F55B4ED267E}"/>
              </a:ext>
            </a:extLst>
          </p:cNvPr>
          <p:cNvGraphicFramePr>
            <a:graphicFrameLocks noChangeAspect="1"/>
          </p:cNvGraphicFramePr>
          <p:nvPr/>
        </p:nvGraphicFramePr>
        <p:xfrm>
          <a:off x="2438400" y="3814763"/>
          <a:ext cx="5867400" cy="833437"/>
        </p:xfrm>
        <a:graphic>
          <a:graphicData uri="http://schemas.openxmlformats.org/presentationml/2006/ole">
            <mc:AlternateContent xmlns:mc="http://schemas.openxmlformats.org/markup-compatibility/2006">
              <mc:Choice xmlns:v="urn:schemas-microsoft-com:vml" Requires="v">
                <p:oleObj spid="_x0000_s54315" name="公式" r:id="rId3" imgW="3035300" imgH="469900" progId="Equation.3">
                  <p:embed/>
                </p:oleObj>
              </mc:Choice>
              <mc:Fallback>
                <p:oleObj name="公式" r:id="rId3" imgW="3035300" imgH="4699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38400" y="3814763"/>
                        <a:ext cx="5867400" cy="833437"/>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29" name="Object 5">
            <a:extLst>
              <a:ext uri="{FF2B5EF4-FFF2-40B4-BE49-F238E27FC236}">
                <a16:creationId xmlns:a16="http://schemas.microsoft.com/office/drawing/2014/main" id="{786B48B9-2881-464F-A1E4-E616D9F7F982}"/>
              </a:ext>
            </a:extLst>
          </p:cNvPr>
          <p:cNvGraphicFramePr>
            <a:graphicFrameLocks noChangeAspect="1"/>
          </p:cNvGraphicFramePr>
          <p:nvPr/>
        </p:nvGraphicFramePr>
        <p:xfrm>
          <a:off x="5791200" y="5454650"/>
          <a:ext cx="3108325" cy="969963"/>
        </p:xfrm>
        <a:graphic>
          <a:graphicData uri="http://schemas.openxmlformats.org/presentationml/2006/ole">
            <mc:AlternateContent xmlns:mc="http://schemas.openxmlformats.org/markup-compatibility/2006">
              <mc:Choice xmlns:v="urn:schemas-microsoft-com:vml" Requires="v">
                <p:oleObj spid="_x0000_s54316" name="公式" r:id="rId5" imgW="1485900" imgH="520700" progId="Equation.3">
                  <p:embed/>
                </p:oleObj>
              </mc:Choice>
              <mc:Fallback>
                <p:oleObj name="公式" r:id="rId5" imgW="1485900" imgH="5207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91200" y="5454650"/>
                        <a:ext cx="3108325" cy="969963"/>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30" name="Object 6">
            <a:extLst>
              <a:ext uri="{FF2B5EF4-FFF2-40B4-BE49-F238E27FC236}">
                <a16:creationId xmlns:a16="http://schemas.microsoft.com/office/drawing/2014/main" id="{6E34427A-4385-4A20-9C74-615F17DE43F9}"/>
              </a:ext>
            </a:extLst>
          </p:cNvPr>
          <p:cNvGraphicFramePr>
            <a:graphicFrameLocks noChangeAspect="1"/>
          </p:cNvGraphicFramePr>
          <p:nvPr/>
        </p:nvGraphicFramePr>
        <p:xfrm>
          <a:off x="3276600" y="2747963"/>
          <a:ext cx="3733800" cy="512762"/>
        </p:xfrm>
        <a:graphic>
          <a:graphicData uri="http://schemas.openxmlformats.org/presentationml/2006/ole">
            <mc:AlternateContent xmlns:mc="http://schemas.openxmlformats.org/markup-compatibility/2006">
              <mc:Choice xmlns:v="urn:schemas-microsoft-com:vml" Requires="v">
                <p:oleObj spid="_x0000_s54317" name="公式" r:id="rId7" imgW="1651000" imgH="241300" progId="Equation.3">
                  <p:embed/>
                </p:oleObj>
              </mc:Choice>
              <mc:Fallback>
                <p:oleObj name="公式" r:id="rId7" imgW="1651000" imgH="241300"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76600" y="2747963"/>
                        <a:ext cx="3733800" cy="512762"/>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4277" name="Text Box 8">
            <a:extLst>
              <a:ext uri="{FF2B5EF4-FFF2-40B4-BE49-F238E27FC236}">
                <a16:creationId xmlns:a16="http://schemas.microsoft.com/office/drawing/2014/main" id="{B671D663-787A-4432-B26F-71EFCBC51F49}"/>
              </a:ext>
            </a:extLst>
          </p:cNvPr>
          <p:cNvSpPr txBox="1">
            <a:spLocks noChangeArrowheads="1"/>
          </p:cNvSpPr>
          <p:nvPr/>
        </p:nvSpPr>
        <p:spPr bwMode="auto">
          <a:xfrm>
            <a:off x="195263" y="533400"/>
            <a:ext cx="2395537" cy="588963"/>
          </a:xfrm>
          <a:prstGeom prst="rect">
            <a:avLst/>
          </a:prstGeom>
          <a:solidFill>
            <a:srgbClr val="FFFF00"/>
          </a:solidFill>
          <a:ln w="9525">
            <a:solidFill>
              <a:srgbClr val="FF0000"/>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3200" b="1">
                <a:solidFill>
                  <a:srgbClr val="3333FF"/>
                </a:solidFill>
                <a:ea typeface="楷体_GB2312" pitchFamily="49" charset="-122"/>
              </a:rPr>
              <a:t>4 </a:t>
            </a:r>
            <a:r>
              <a:rPr lang="zh-CN" altLang="en-US" sz="3200" b="1">
                <a:solidFill>
                  <a:srgbClr val="3333FF"/>
                </a:solidFill>
                <a:ea typeface="楷体_GB2312" pitchFamily="49" charset="-122"/>
              </a:rPr>
              <a:t>效益最大</a:t>
            </a:r>
          </a:p>
        </p:txBody>
      </p:sp>
      <p:sp>
        <p:nvSpPr>
          <p:cNvPr id="26633" name="Text Box 9">
            <a:extLst>
              <a:ext uri="{FF2B5EF4-FFF2-40B4-BE49-F238E27FC236}">
                <a16:creationId xmlns:a16="http://schemas.microsoft.com/office/drawing/2014/main" id="{2D293F14-8EA7-4DC5-80F8-BAE8785E26A4}"/>
              </a:ext>
            </a:extLst>
          </p:cNvPr>
          <p:cNvSpPr txBox="1">
            <a:spLocks noChangeArrowheads="1"/>
          </p:cNvSpPr>
          <p:nvPr/>
        </p:nvSpPr>
        <p:spPr bwMode="auto">
          <a:xfrm>
            <a:off x="457200" y="1614488"/>
            <a:ext cx="990600" cy="519112"/>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假设</a:t>
            </a:r>
          </a:p>
        </p:txBody>
      </p:sp>
      <p:sp>
        <p:nvSpPr>
          <p:cNvPr id="26634" name="Text Box 10">
            <a:extLst>
              <a:ext uri="{FF2B5EF4-FFF2-40B4-BE49-F238E27FC236}">
                <a16:creationId xmlns:a16="http://schemas.microsoft.com/office/drawing/2014/main" id="{0C36C649-C337-42EE-AD65-5AB10D1494F5}"/>
              </a:ext>
            </a:extLst>
          </p:cNvPr>
          <p:cNvSpPr txBox="1">
            <a:spLocks noChangeArrowheads="1"/>
          </p:cNvSpPr>
          <p:nvPr/>
        </p:nvSpPr>
        <p:spPr bwMode="auto">
          <a:xfrm>
            <a:off x="1600200" y="1600200"/>
            <a:ext cx="2590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Char char="•"/>
            </a:pPr>
            <a:r>
              <a:rPr lang="en-US" altLang="zh-CN" sz="2800" b="1"/>
              <a:t> </a:t>
            </a:r>
            <a:r>
              <a:rPr lang="zh-CN" altLang="en-US" sz="2800" b="1"/>
              <a:t>鱼销售价格</a:t>
            </a:r>
            <a:r>
              <a:rPr lang="en-US" altLang="zh-CN" sz="2800" b="1" i="1"/>
              <a:t>p</a:t>
            </a:r>
            <a:endParaRPr lang="en-US" altLang="zh-CN" sz="2800" b="1"/>
          </a:p>
        </p:txBody>
      </p:sp>
      <p:sp>
        <p:nvSpPr>
          <p:cNvPr id="26635" name="Text Box 11">
            <a:extLst>
              <a:ext uri="{FF2B5EF4-FFF2-40B4-BE49-F238E27FC236}">
                <a16:creationId xmlns:a16="http://schemas.microsoft.com/office/drawing/2014/main" id="{76A6BAB6-B5B7-42E7-9701-EF19092BEBD1}"/>
              </a:ext>
            </a:extLst>
          </p:cNvPr>
          <p:cNvSpPr txBox="1">
            <a:spLocks noChangeArrowheads="1"/>
          </p:cNvSpPr>
          <p:nvPr/>
        </p:nvSpPr>
        <p:spPr bwMode="auto">
          <a:xfrm>
            <a:off x="4495800" y="1614488"/>
            <a:ext cx="3505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Char char="•"/>
            </a:pPr>
            <a:r>
              <a:rPr lang="en-US" altLang="zh-CN" sz="2800" b="1"/>
              <a:t> </a:t>
            </a:r>
            <a:r>
              <a:rPr lang="zh-CN" altLang="en-US" sz="2800" b="1"/>
              <a:t>单位捕捞强度费用</a:t>
            </a:r>
            <a:r>
              <a:rPr lang="en-US" altLang="zh-CN" sz="2800" b="1" i="1"/>
              <a:t>c</a:t>
            </a:r>
          </a:p>
        </p:txBody>
      </p:sp>
      <p:sp>
        <p:nvSpPr>
          <p:cNvPr id="26636" name="Text Box 12">
            <a:extLst>
              <a:ext uri="{FF2B5EF4-FFF2-40B4-BE49-F238E27FC236}">
                <a16:creationId xmlns:a16="http://schemas.microsoft.com/office/drawing/2014/main" id="{C68358F4-14FF-4E96-8A14-BD1CED420BAA}"/>
              </a:ext>
            </a:extLst>
          </p:cNvPr>
          <p:cNvSpPr txBox="1">
            <a:spLocks noChangeArrowheads="1"/>
          </p:cNvSpPr>
          <p:nvPr/>
        </p:nvSpPr>
        <p:spPr bwMode="auto">
          <a:xfrm>
            <a:off x="457200" y="2757488"/>
            <a:ext cx="2438400" cy="519112"/>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a:t> </a:t>
            </a:r>
            <a:r>
              <a:rPr lang="zh-CN" altLang="en-US" sz="2800" b="1"/>
              <a:t>单位时间利润</a:t>
            </a:r>
          </a:p>
        </p:txBody>
      </p:sp>
      <p:sp>
        <p:nvSpPr>
          <p:cNvPr id="26638" name="Text Box 14">
            <a:extLst>
              <a:ext uri="{FF2B5EF4-FFF2-40B4-BE49-F238E27FC236}">
                <a16:creationId xmlns:a16="http://schemas.microsoft.com/office/drawing/2014/main" id="{21C6D865-BF0F-444C-A62D-4E004B518BEC}"/>
              </a:ext>
            </a:extLst>
          </p:cNvPr>
          <p:cNvSpPr txBox="1">
            <a:spLocks noChangeArrowheads="1"/>
          </p:cNvSpPr>
          <p:nvPr/>
        </p:nvSpPr>
        <p:spPr bwMode="auto">
          <a:xfrm>
            <a:off x="2895600" y="381000"/>
            <a:ext cx="5581650"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zh-CN" altLang="en-US" sz="2800" b="1"/>
              <a:t>在捕捞量稳定的条件下，控制捕捞强度使</a:t>
            </a:r>
            <a:r>
              <a:rPr lang="zh-CN" altLang="en-US" sz="2800" b="1">
                <a:solidFill>
                  <a:srgbClr val="FF3300"/>
                </a:solidFill>
              </a:rPr>
              <a:t>效益</a:t>
            </a:r>
            <a:r>
              <a:rPr lang="zh-CN" altLang="en-US" sz="2800" b="1"/>
              <a:t>最大</a:t>
            </a:r>
            <a:r>
              <a:rPr lang="en-US" altLang="zh-CN" sz="2800" b="1"/>
              <a:t>.</a:t>
            </a:r>
          </a:p>
        </p:txBody>
      </p:sp>
      <p:grpSp>
        <p:nvGrpSpPr>
          <p:cNvPr id="2" name="Group 23">
            <a:extLst>
              <a:ext uri="{FF2B5EF4-FFF2-40B4-BE49-F238E27FC236}">
                <a16:creationId xmlns:a16="http://schemas.microsoft.com/office/drawing/2014/main" id="{1B450CBD-177D-4E6F-80F5-F5895C48697B}"/>
              </a:ext>
            </a:extLst>
          </p:cNvPr>
          <p:cNvGrpSpPr>
            <a:grpSpLocks/>
          </p:cNvGrpSpPr>
          <p:nvPr/>
        </p:nvGrpSpPr>
        <p:grpSpPr bwMode="auto">
          <a:xfrm>
            <a:off x="250825" y="3357563"/>
            <a:ext cx="6048375" cy="519112"/>
            <a:chOff x="288" y="1968"/>
            <a:chExt cx="3234" cy="337"/>
          </a:xfrm>
        </p:grpSpPr>
        <p:grpSp>
          <p:nvGrpSpPr>
            <p:cNvPr id="54284" name="Group 17">
              <a:extLst>
                <a:ext uri="{FF2B5EF4-FFF2-40B4-BE49-F238E27FC236}">
                  <a16:creationId xmlns:a16="http://schemas.microsoft.com/office/drawing/2014/main" id="{DA62DFC6-94AD-48CA-8BA9-FD1CB7CD478C}"/>
                </a:ext>
              </a:extLst>
            </p:cNvPr>
            <p:cNvGrpSpPr>
              <a:grpSpLocks/>
            </p:cNvGrpSpPr>
            <p:nvPr/>
          </p:nvGrpSpPr>
          <p:grpSpPr bwMode="auto">
            <a:xfrm>
              <a:off x="288" y="1968"/>
              <a:ext cx="2766" cy="337"/>
              <a:chOff x="288" y="1968"/>
              <a:chExt cx="2766" cy="337"/>
            </a:xfrm>
          </p:grpSpPr>
          <p:graphicFrame>
            <p:nvGraphicFramePr>
              <p:cNvPr id="54285" name="Object 13">
                <a:extLst>
                  <a:ext uri="{FF2B5EF4-FFF2-40B4-BE49-F238E27FC236}">
                    <a16:creationId xmlns:a16="http://schemas.microsoft.com/office/drawing/2014/main" id="{927AA37D-E183-4E33-870E-4BB66BD1DD88}"/>
                  </a:ext>
                </a:extLst>
              </p:cNvPr>
              <p:cNvGraphicFramePr>
                <a:graphicFrameLocks noChangeAspect="1"/>
              </p:cNvGraphicFramePr>
              <p:nvPr/>
            </p:nvGraphicFramePr>
            <p:xfrm>
              <a:off x="1440" y="1996"/>
              <a:ext cx="1614" cy="286"/>
            </p:xfrm>
            <a:graphic>
              <a:graphicData uri="http://schemas.openxmlformats.org/presentationml/2006/ole">
                <mc:AlternateContent xmlns:mc="http://schemas.openxmlformats.org/markup-compatibility/2006">
                  <mc:Choice xmlns:v="urn:schemas-microsoft-com:vml" Requires="v">
                    <p:oleObj spid="_x0000_s54318" name="公式" r:id="rId9" imgW="1244600" imgH="254000" progId="Equation.3">
                      <p:embed/>
                    </p:oleObj>
                  </mc:Choice>
                  <mc:Fallback>
                    <p:oleObj name="公式" r:id="rId9" imgW="1244600" imgH="254000" progId="Equation.3">
                      <p:embed/>
                      <p:pic>
                        <p:nvPicPr>
                          <p:cNvPr id="0" name="Object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40" y="1996"/>
                            <a:ext cx="1614" cy="286"/>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4286" name="Text Box 16">
                <a:extLst>
                  <a:ext uri="{FF2B5EF4-FFF2-40B4-BE49-F238E27FC236}">
                    <a16:creationId xmlns:a16="http://schemas.microsoft.com/office/drawing/2014/main" id="{E439223C-B5EC-43BC-AE38-74186DD7C424}"/>
                  </a:ext>
                </a:extLst>
              </p:cNvPr>
              <p:cNvSpPr txBox="1">
                <a:spLocks noChangeArrowheads="1"/>
              </p:cNvSpPr>
              <p:nvPr/>
            </p:nvSpPr>
            <p:spPr bwMode="auto">
              <a:xfrm>
                <a:off x="288" y="1968"/>
                <a:ext cx="1104" cy="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稳定平衡点</a:t>
                </a:r>
              </a:p>
            </p:txBody>
          </p:sp>
        </p:grpSp>
        <p:sp>
          <p:nvSpPr>
            <p:cNvPr id="54287" name="AutoShape 18">
              <a:extLst>
                <a:ext uri="{FF2B5EF4-FFF2-40B4-BE49-F238E27FC236}">
                  <a16:creationId xmlns:a16="http://schemas.microsoft.com/office/drawing/2014/main" id="{6734EB20-8A23-4FEA-AB38-0DC4E904B393}"/>
                </a:ext>
              </a:extLst>
            </p:cNvPr>
            <p:cNvSpPr>
              <a:spLocks noChangeArrowheads="1"/>
            </p:cNvSpPr>
            <p:nvPr/>
          </p:nvSpPr>
          <p:spPr bwMode="auto">
            <a:xfrm>
              <a:off x="3216" y="2016"/>
              <a:ext cx="306" cy="240"/>
            </a:xfrm>
            <a:prstGeom prst="downArrow">
              <a:avLst>
                <a:gd name="adj1" fmla="val 50000"/>
                <a:gd name="adj2" fmla="val 25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26643" name="Text Box 19">
            <a:extLst>
              <a:ext uri="{FF2B5EF4-FFF2-40B4-BE49-F238E27FC236}">
                <a16:creationId xmlns:a16="http://schemas.microsoft.com/office/drawing/2014/main" id="{3D9113E4-B767-411D-B2C8-EDE8DECB73DA}"/>
              </a:ext>
            </a:extLst>
          </p:cNvPr>
          <p:cNvSpPr txBox="1">
            <a:spLocks noChangeArrowheads="1"/>
          </p:cNvSpPr>
          <p:nvPr/>
        </p:nvSpPr>
        <p:spPr bwMode="auto">
          <a:xfrm>
            <a:off x="609600" y="4757738"/>
            <a:ext cx="2667000" cy="519112"/>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求</a:t>
            </a:r>
            <a:r>
              <a:rPr lang="en-US" altLang="zh-CN" sz="2800" b="1" i="1"/>
              <a:t>E</a:t>
            </a:r>
            <a:r>
              <a:rPr lang="zh-CN" altLang="en-US" sz="2800" b="1"/>
              <a:t>使</a:t>
            </a:r>
            <a:r>
              <a:rPr lang="en-US" altLang="zh-CN" sz="2800" b="1" i="1"/>
              <a:t>R</a:t>
            </a:r>
            <a:r>
              <a:rPr lang="en-US" altLang="zh-CN" sz="2800" b="1"/>
              <a:t>(</a:t>
            </a:r>
            <a:r>
              <a:rPr lang="en-US" altLang="zh-CN" sz="2800" b="1" i="1"/>
              <a:t>E</a:t>
            </a:r>
            <a:r>
              <a:rPr lang="en-US" altLang="zh-CN" sz="2800" b="1"/>
              <a:t>)</a:t>
            </a:r>
            <a:r>
              <a:rPr lang="zh-CN" altLang="en-US" sz="2800" b="1"/>
              <a:t>最大</a:t>
            </a:r>
          </a:p>
        </p:txBody>
      </p:sp>
      <p:grpSp>
        <p:nvGrpSpPr>
          <p:cNvPr id="4" name="Group 30">
            <a:extLst>
              <a:ext uri="{FF2B5EF4-FFF2-40B4-BE49-F238E27FC236}">
                <a16:creationId xmlns:a16="http://schemas.microsoft.com/office/drawing/2014/main" id="{A2F12E12-64BE-499A-98FE-817BBB580E6E}"/>
              </a:ext>
            </a:extLst>
          </p:cNvPr>
          <p:cNvGrpSpPr>
            <a:grpSpLocks/>
          </p:cNvGrpSpPr>
          <p:nvPr/>
        </p:nvGrpSpPr>
        <p:grpSpPr bwMode="auto">
          <a:xfrm>
            <a:off x="3505200" y="4625975"/>
            <a:ext cx="3065463" cy="860425"/>
            <a:chOff x="2208" y="2797"/>
            <a:chExt cx="1931" cy="542"/>
          </a:xfrm>
        </p:grpSpPr>
        <p:graphicFrame>
          <p:nvGraphicFramePr>
            <p:cNvPr id="54290" name="Object 3">
              <a:extLst>
                <a:ext uri="{FF2B5EF4-FFF2-40B4-BE49-F238E27FC236}">
                  <a16:creationId xmlns:a16="http://schemas.microsoft.com/office/drawing/2014/main" id="{1781C5AF-8E23-4679-93C2-15A2B009B6F8}"/>
                </a:ext>
              </a:extLst>
            </p:cNvPr>
            <p:cNvGraphicFramePr>
              <a:graphicFrameLocks noChangeAspect="1"/>
            </p:cNvGraphicFramePr>
            <p:nvPr/>
          </p:nvGraphicFramePr>
          <p:xfrm>
            <a:off x="2472" y="2797"/>
            <a:ext cx="1667" cy="542"/>
          </p:xfrm>
          <a:graphic>
            <a:graphicData uri="http://schemas.openxmlformats.org/presentationml/2006/ole">
              <mc:AlternateContent xmlns:mc="http://schemas.openxmlformats.org/markup-compatibility/2006">
                <mc:Choice xmlns:v="urn:schemas-microsoft-com:vml" Requires="v">
                  <p:oleObj spid="_x0000_s54319" name="公式" r:id="rId11" imgW="1040948" imgH="418918" progId="Equation.3">
                    <p:embed/>
                  </p:oleObj>
                </mc:Choice>
                <mc:Fallback>
                  <p:oleObj name="公式" r:id="rId11" imgW="1040948" imgH="418918" progId="Equation.3">
                    <p:embed/>
                    <p:pic>
                      <p:nvPicPr>
                        <p:cNvPr id="0" name="Object 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472" y="2797"/>
                          <a:ext cx="1667" cy="542"/>
                        </a:xfrm>
                        <a:prstGeom prst="rect">
                          <a:avLst/>
                        </a:prstGeom>
                        <a:solidFill>
                          <a:srgbClr val="FF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4291" name="AutoShape 20">
              <a:extLst>
                <a:ext uri="{FF2B5EF4-FFF2-40B4-BE49-F238E27FC236}">
                  <a16:creationId xmlns:a16="http://schemas.microsoft.com/office/drawing/2014/main" id="{804A061F-EE6A-4E3A-8565-14B1666B7AE0}"/>
                </a:ext>
              </a:extLst>
            </p:cNvPr>
            <p:cNvSpPr>
              <a:spLocks noChangeArrowheads="1"/>
            </p:cNvSpPr>
            <p:nvPr/>
          </p:nvSpPr>
          <p:spPr bwMode="auto">
            <a:xfrm>
              <a:off x="2208" y="2880"/>
              <a:ext cx="192" cy="306"/>
            </a:xfrm>
            <a:prstGeom prst="rightArrow">
              <a:avLst>
                <a:gd name="adj1" fmla="val 50000"/>
                <a:gd name="adj2" fmla="val 25000"/>
              </a:avLst>
            </a:prstGeom>
            <a:solidFill>
              <a:srgbClr val="FFCCFF"/>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aphicFrame>
        <p:nvGraphicFramePr>
          <p:cNvPr id="26628" name="Object 4">
            <a:extLst>
              <a:ext uri="{FF2B5EF4-FFF2-40B4-BE49-F238E27FC236}">
                <a16:creationId xmlns:a16="http://schemas.microsoft.com/office/drawing/2014/main" id="{984D120A-E9CA-41E0-A2ED-4AFBE52BC696}"/>
              </a:ext>
            </a:extLst>
          </p:cNvPr>
          <p:cNvGraphicFramePr>
            <a:graphicFrameLocks noChangeAspect="1"/>
          </p:cNvGraphicFramePr>
          <p:nvPr/>
        </p:nvGraphicFramePr>
        <p:xfrm>
          <a:off x="3590925" y="5524500"/>
          <a:ext cx="1887538" cy="920750"/>
        </p:xfrm>
        <a:graphic>
          <a:graphicData uri="http://schemas.openxmlformats.org/presentationml/2006/ole">
            <mc:AlternateContent xmlns:mc="http://schemas.openxmlformats.org/markup-compatibility/2006">
              <mc:Choice xmlns:v="urn:schemas-microsoft-com:vml" Requires="v">
                <p:oleObj spid="_x0000_s54320" name="公式" r:id="rId13" imgW="710891" imgH="418918" progId="Equation.3">
                  <p:embed/>
                </p:oleObj>
              </mc:Choice>
              <mc:Fallback>
                <p:oleObj name="公式" r:id="rId13" imgW="710891" imgH="418918" progId="Equation.3">
                  <p:embed/>
                  <p:pic>
                    <p:nvPicPr>
                      <p:cNvPr id="0" name="Object 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590925" y="5524500"/>
                        <a:ext cx="1887538" cy="92075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5" name="Group 28">
            <a:extLst>
              <a:ext uri="{FF2B5EF4-FFF2-40B4-BE49-F238E27FC236}">
                <a16:creationId xmlns:a16="http://schemas.microsoft.com/office/drawing/2014/main" id="{72216A42-1D9C-4E23-A1A5-95C2CC6AAAC4}"/>
              </a:ext>
            </a:extLst>
          </p:cNvPr>
          <p:cNvGrpSpPr>
            <a:grpSpLocks/>
          </p:cNvGrpSpPr>
          <p:nvPr/>
        </p:nvGrpSpPr>
        <p:grpSpPr bwMode="auto">
          <a:xfrm>
            <a:off x="381000" y="5530850"/>
            <a:ext cx="3276600" cy="946150"/>
            <a:chOff x="240" y="3456"/>
            <a:chExt cx="2064" cy="596"/>
          </a:xfrm>
        </p:grpSpPr>
        <p:graphicFrame>
          <p:nvGraphicFramePr>
            <p:cNvPr id="54294" name="Object 26">
              <a:extLst>
                <a:ext uri="{FF2B5EF4-FFF2-40B4-BE49-F238E27FC236}">
                  <a16:creationId xmlns:a16="http://schemas.microsoft.com/office/drawing/2014/main" id="{FEB322B7-4D6D-4AC8-921B-8ED87AE2B728}"/>
                </a:ext>
              </a:extLst>
            </p:cNvPr>
            <p:cNvGraphicFramePr>
              <a:graphicFrameLocks noChangeAspect="1"/>
            </p:cNvGraphicFramePr>
            <p:nvPr/>
          </p:nvGraphicFramePr>
          <p:xfrm>
            <a:off x="864" y="3456"/>
            <a:ext cx="1440" cy="587"/>
          </p:xfrm>
          <a:graphic>
            <a:graphicData uri="http://schemas.openxmlformats.org/presentationml/2006/ole">
              <mc:AlternateContent xmlns:mc="http://schemas.openxmlformats.org/markup-compatibility/2006">
                <mc:Choice xmlns:v="urn:schemas-microsoft-com:vml" Requires="v">
                  <p:oleObj spid="_x0000_s54321" name="公式" r:id="rId15" imgW="965200" imgH="393700" progId="Equation.3">
                    <p:embed/>
                  </p:oleObj>
                </mc:Choice>
                <mc:Fallback>
                  <p:oleObj name="公式" r:id="rId15" imgW="965200" imgH="393700" progId="Equation.3">
                    <p:embed/>
                    <p:pic>
                      <p:nvPicPr>
                        <p:cNvPr id="0" name="Object 2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864" y="3456"/>
                          <a:ext cx="1440" cy="587"/>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4295" name="Text Box 27">
              <a:extLst>
                <a:ext uri="{FF2B5EF4-FFF2-40B4-BE49-F238E27FC236}">
                  <a16:creationId xmlns:a16="http://schemas.microsoft.com/office/drawing/2014/main" id="{D3EA1F85-587E-4B94-88AE-252155E5852D}"/>
                </a:ext>
              </a:extLst>
            </p:cNvPr>
            <p:cNvSpPr txBox="1">
              <a:spLocks noChangeArrowheads="1"/>
            </p:cNvSpPr>
            <p:nvPr/>
          </p:nvSpPr>
          <p:spPr bwMode="auto">
            <a:xfrm>
              <a:off x="240" y="3456"/>
              <a:ext cx="624" cy="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渔场鱼量</a:t>
              </a:r>
            </a:p>
          </p:txBody>
        </p:sp>
      </p:grpSp>
      <p:graphicFrame>
        <p:nvGraphicFramePr>
          <p:cNvPr id="26653" name="Object 29">
            <a:extLst>
              <a:ext uri="{FF2B5EF4-FFF2-40B4-BE49-F238E27FC236}">
                <a16:creationId xmlns:a16="http://schemas.microsoft.com/office/drawing/2014/main" id="{AAE2700F-25E5-410A-BF46-4C2122BF218E}"/>
              </a:ext>
            </a:extLst>
          </p:cNvPr>
          <p:cNvGraphicFramePr>
            <a:graphicFrameLocks noChangeAspect="1"/>
          </p:cNvGraphicFramePr>
          <p:nvPr/>
        </p:nvGraphicFramePr>
        <p:xfrm>
          <a:off x="6516688" y="4622800"/>
          <a:ext cx="1516062" cy="863600"/>
        </p:xfrm>
        <a:graphic>
          <a:graphicData uri="http://schemas.openxmlformats.org/presentationml/2006/ole">
            <mc:AlternateContent xmlns:mc="http://schemas.openxmlformats.org/markup-compatibility/2006">
              <mc:Choice xmlns:v="urn:schemas-microsoft-com:vml" Requires="v">
                <p:oleObj spid="_x0000_s54322" name="公式" r:id="rId17" imgW="596641" imgH="393529" progId="Equation.3">
                  <p:embed/>
                </p:oleObj>
              </mc:Choice>
              <mc:Fallback>
                <p:oleObj name="公式" r:id="rId17" imgW="596641" imgH="393529" progId="Equation.3">
                  <p:embed/>
                  <p:pic>
                    <p:nvPicPr>
                      <p:cNvPr id="0" name="Object 2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516688" y="4622800"/>
                        <a:ext cx="1516062" cy="863600"/>
                      </a:xfrm>
                      <a:prstGeom prst="rect">
                        <a:avLst/>
                      </a:prstGeom>
                      <a:solidFill>
                        <a:srgbClr val="FF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655" name="Text Box 31">
            <a:extLst>
              <a:ext uri="{FF2B5EF4-FFF2-40B4-BE49-F238E27FC236}">
                <a16:creationId xmlns:a16="http://schemas.microsoft.com/office/drawing/2014/main" id="{0E400C98-77FA-4712-8D58-686FEDBA5DB9}"/>
              </a:ext>
            </a:extLst>
          </p:cNvPr>
          <p:cNvSpPr txBox="1">
            <a:spLocks noChangeArrowheads="1"/>
          </p:cNvSpPr>
          <p:nvPr/>
        </p:nvSpPr>
        <p:spPr bwMode="auto">
          <a:xfrm>
            <a:off x="1600200" y="2138363"/>
            <a:ext cx="3505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收入 </a:t>
            </a:r>
            <a:r>
              <a:rPr lang="en-US" altLang="zh-CN" sz="2800" b="1" i="1"/>
              <a:t>T </a:t>
            </a:r>
            <a:r>
              <a:rPr lang="en-US" altLang="zh-CN" sz="2800" b="1"/>
              <a:t>= </a:t>
            </a:r>
            <a:r>
              <a:rPr lang="en-US" altLang="zh-CN" sz="2800" b="1" i="1"/>
              <a:t>ph</a:t>
            </a:r>
            <a:r>
              <a:rPr lang="en-US" altLang="zh-CN" sz="2800" b="1"/>
              <a:t>(</a:t>
            </a:r>
            <a:r>
              <a:rPr lang="en-US" altLang="zh-CN" sz="2800" b="1" i="1"/>
              <a:t>x</a:t>
            </a:r>
            <a:r>
              <a:rPr lang="en-US" altLang="zh-CN" sz="2800" b="1"/>
              <a:t>) = </a:t>
            </a:r>
            <a:r>
              <a:rPr lang="en-US" altLang="zh-CN" sz="2800" b="1" i="1"/>
              <a:t>pEx</a:t>
            </a:r>
          </a:p>
        </p:txBody>
      </p:sp>
      <p:sp>
        <p:nvSpPr>
          <p:cNvPr id="26656" name="Text Box 32">
            <a:extLst>
              <a:ext uri="{FF2B5EF4-FFF2-40B4-BE49-F238E27FC236}">
                <a16:creationId xmlns:a16="http://schemas.microsoft.com/office/drawing/2014/main" id="{E587F8BB-ED6C-482E-A21C-88C5A999F23B}"/>
              </a:ext>
            </a:extLst>
          </p:cNvPr>
          <p:cNvSpPr txBox="1">
            <a:spLocks noChangeArrowheads="1"/>
          </p:cNvSpPr>
          <p:nvPr/>
        </p:nvSpPr>
        <p:spPr bwMode="auto">
          <a:xfrm>
            <a:off x="5867400" y="2138363"/>
            <a:ext cx="2057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支出 </a:t>
            </a:r>
            <a:r>
              <a:rPr lang="en-US" altLang="zh-CN" sz="2800" b="1" i="1"/>
              <a:t>S </a:t>
            </a:r>
            <a:r>
              <a:rPr lang="en-US" altLang="zh-CN" sz="2800" b="1"/>
              <a:t>= </a:t>
            </a:r>
            <a:r>
              <a:rPr lang="en-US" altLang="zh-CN" sz="2800" b="1" i="1"/>
              <a:t>cE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26638"/>
                                        </p:tgtEl>
                                        <p:attrNameLst>
                                          <p:attrName>style.visibility</p:attrName>
                                        </p:attrNameLst>
                                      </p:cBhvr>
                                      <p:to>
                                        <p:strVal val="visible"/>
                                      </p:to>
                                    </p:set>
                                    <p:animEffect transition="in" filter="strips(downRight)">
                                      <p:cBhvr>
                                        <p:cTn id="7" dur="1000"/>
                                        <p:tgtEl>
                                          <p:spTgt spid="2663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26633"/>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3" presetClass="entr" presetSubtype="5" fill="hold" grpId="0" nodeType="clickEffect">
                                  <p:stCondLst>
                                    <p:cond delay="0"/>
                                  </p:stCondLst>
                                  <p:childTnLst>
                                    <p:set>
                                      <p:cBhvr>
                                        <p:cTn id="15" dur="1" fill="hold">
                                          <p:stCondLst>
                                            <p:cond delay="0"/>
                                          </p:stCondLst>
                                        </p:cTn>
                                        <p:tgtEl>
                                          <p:spTgt spid="26634"/>
                                        </p:tgtEl>
                                        <p:attrNameLst>
                                          <p:attrName>style.visibility</p:attrName>
                                        </p:attrNameLst>
                                      </p:cBhvr>
                                      <p:to>
                                        <p:strVal val="visible"/>
                                      </p:to>
                                    </p:set>
                                    <p:animEffect transition="in" filter="blinds(vertical)">
                                      <p:cBhvr>
                                        <p:cTn id="16" dur="1000"/>
                                        <p:tgtEl>
                                          <p:spTgt spid="2663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4" presetClass="entr" presetSubtype="16" fill="hold" grpId="0" nodeType="clickEffect">
                                  <p:stCondLst>
                                    <p:cond delay="0"/>
                                  </p:stCondLst>
                                  <p:childTnLst>
                                    <p:set>
                                      <p:cBhvr>
                                        <p:cTn id="20" dur="1" fill="hold">
                                          <p:stCondLst>
                                            <p:cond delay="0"/>
                                          </p:stCondLst>
                                        </p:cTn>
                                        <p:tgtEl>
                                          <p:spTgt spid="26635"/>
                                        </p:tgtEl>
                                        <p:attrNameLst>
                                          <p:attrName>style.visibility</p:attrName>
                                        </p:attrNameLst>
                                      </p:cBhvr>
                                      <p:to>
                                        <p:strVal val="visible"/>
                                      </p:to>
                                    </p:set>
                                    <p:animEffect transition="in" filter="box(in)">
                                      <p:cBhvr>
                                        <p:cTn id="21" dur="1000"/>
                                        <p:tgtEl>
                                          <p:spTgt spid="26635"/>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5" presetClass="entr" presetSubtype="10" fill="hold" grpId="0" nodeType="clickEffect">
                                  <p:stCondLst>
                                    <p:cond delay="0"/>
                                  </p:stCondLst>
                                  <p:childTnLst>
                                    <p:set>
                                      <p:cBhvr>
                                        <p:cTn id="25" dur="1" fill="hold">
                                          <p:stCondLst>
                                            <p:cond delay="0"/>
                                          </p:stCondLst>
                                        </p:cTn>
                                        <p:tgtEl>
                                          <p:spTgt spid="26655"/>
                                        </p:tgtEl>
                                        <p:attrNameLst>
                                          <p:attrName>style.visibility</p:attrName>
                                        </p:attrNameLst>
                                      </p:cBhvr>
                                      <p:to>
                                        <p:strVal val="visible"/>
                                      </p:to>
                                    </p:set>
                                    <p:animEffect transition="in" filter="checkerboard(across)">
                                      <p:cBhvr>
                                        <p:cTn id="26" dur="1000"/>
                                        <p:tgtEl>
                                          <p:spTgt spid="26655"/>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5" presetClass="entr" presetSubtype="10" fill="hold" grpId="0" nodeType="clickEffect">
                                  <p:stCondLst>
                                    <p:cond delay="0"/>
                                  </p:stCondLst>
                                  <p:childTnLst>
                                    <p:set>
                                      <p:cBhvr>
                                        <p:cTn id="30" dur="1" fill="hold">
                                          <p:stCondLst>
                                            <p:cond delay="0"/>
                                          </p:stCondLst>
                                        </p:cTn>
                                        <p:tgtEl>
                                          <p:spTgt spid="26656"/>
                                        </p:tgtEl>
                                        <p:attrNameLst>
                                          <p:attrName>style.visibility</p:attrName>
                                        </p:attrNameLst>
                                      </p:cBhvr>
                                      <p:to>
                                        <p:strVal val="visible"/>
                                      </p:to>
                                    </p:set>
                                    <p:animEffect transition="in" filter="checkerboard(across)">
                                      <p:cBhvr>
                                        <p:cTn id="31" dur="1000"/>
                                        <p:tgtEl>
                                          <p:spTgt spid="26656"/>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4" presetClass="entr" presetSubtype="16" fill="hold" grpId="0" nodeType="clickEffect">
                                  <p:stCondLst>
                                    <p:cond delay="0"/>
                                  </p:stCondLst>
                                  <p:childTnLst>
                                    <p:set>
                                      <p:cBhvr>
                                        <p:cTn id="35" dur="1" fill="hold">
                                          <p:stCondLst>
                                            <p:cond delay="0"/>
                                          </p:stCondLst>
                                        </p:cTn>
                                        <p:tgtEl>
                                          <p:spTgt spid="26636"/>
                                        </p:tgtEl>
                                        <p:attrNameLst>
                                          <p:attrName>style.visibility</p:attrName>
                                        </p:attrNameLst>
                                      </p:cBhvr>
                                      <p:to>
                                        <p:strVal val="visible"/>
                                      </p:to>
                                    </p:set>
                                    <p:animEffect transition="in" filter="box(in)">
                                      <p:cBhvr>
                                        <p:cTn id="36" dur="1000"/>
                                        <p:tgtEl>
                                          <p:spTgt spid="26636"/>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5" presetClass="entr" presetSubtype="10" fill="hold" nodeType="clickEffect">
                                  <p:stCondLst>
                                    <p:cond delay="0"/>
                                  </p:stCondLst>
                                  <p:childTnLst>
                                    <p:set>
                                      <p:cBhvr>
                                        <p:cTn id="40" dur="1" fill="hold">
                                          <p:stCondLst>
                                            <p:cond delay="0"/>
                                          </p:stCondLst>
                                        </p:cTn>
                                        <p:tgtEl>
                                          <p:spTgt spid="26630"/>
                                        </p:tgtEl>
                                        <p:attrNameLst>
                                          <p:attrName>style.visibility</p:attrName>
                                        </p:attrNameLst>
                                      </p:cBhvr>
                                      <p:to>
                                        <p:strVal val="visible"/>
                                      </p:to>
                                    </p:set>
                                    <p:animEffect transition="in" filter="checkerboard(across)">
                                      <p:cBhvr>
                                        <p:cTn id="41" dur="1000"/>
                                        <p:tgtEl>
                                          <p:spTgt spid="26630"/>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5" presetClass="entr" presetSubtype="10" fill="hold" nodeType="clickEffect">
                                  <p:stCondLst>
                                    <p:cond delay="0"/>
                                  </p:stCondLst>
                                  <p:childTnLst>
                                    <p:set>
                                      <p:cBhvr>
                                        <p:cTn id="45" dur="1" fill="hold">
                                          <p:stCondLst>
                                            <p:cond delay="0"/>
                                          </p:stCondLst>
                                        </p:cTn>
                                        <p:tgtEl>
                                          <p:spTgt spid="2"/>
                                        </p:tgtEl>
                                        <p:attrNameLst>
                                          <p:attrName>style.visibility</p:attrName>
                                        </p:attrNameLst>
                                      </p:cBhvr>
                                      <p:to>
                                        <p:strVal val="visible"/>
                                      </p:to>
                                    </p:set>
                                    <p:animEffect transition="in" filter="checkerboard(across)">
                                      <p:cBhvr>
                                        <p:cTn id="46" dur="1000"/>
                                        <p:tgtEl>
                                          <p:spTgt spid="2"/>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4" presetClass="entr" presetSubtype="32" fill="hold" nodeType="clickEffect">
                                  <p:stCondLst>
                                    <p:cond delay="0"/>
                                  </p:stCondLst>
                                  <p:childTnLst>
                                    <p:set>
                                      <p:cBhvr>
                                        <p:cTn id="50" dur="1" fill="hold">
                                          <p:stCondLst>
                                            <p:cond delay="0"/>
                                          </p:stCondLst>
                                        </p:cTn>
                                        <p:tgtEl>
                                          <p:spTgt spid="26626"/>
                                        </p:tgtEl>
                                        <p:attrNameLst>
                                          <p:attrName>style.visibility</p:attrName>
                                        </p:attrNameLst>
                                      </p:cBhvr>
                                      <p:to>
                                        <p:strVal val="visible"/>
                                      </p:to>
                                    </p:set>
                                    <p:animEffect transition="in" filter="box(out)">
                                      <p:cBhvr>
                                        <p:cTn id="51" dur="1000"/>
                                        <p:tgtEl>
                                          <p:spTgt spid="26626"/>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26643"/>
                                        </p:tgtEl>
                                        <p:attrNameLst>
                                          <p:attrName>style.visibility</p:attrName>
                                        </p:attrNameLst>
                                      </p:cBhvr>
                                      <p:to>
                                        <p:strVal val="visible"/>
                                      </p:to>
                                    </p:set>
                                    <p:animEffect transition="in" filter="wipe(left)">
                                      <p:cBhvr>
                                        <p:cTn id="56" dur="1000"/>
                                        <p:tgtEl>
                                          <p:spTgt spid="26643"/>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nodeType="clickEffect">
                                  <p:stCondLst>
                                    <p:cond delay="0"/>
                                  </p:stCondLst>
                                  <p:childTnLst>
                                    <p:set>
                                      <p:cBhvr>
                                        <p:cTn id="60" dur="1" fill="hold">
                                          <p:stCondLst>
                                            <p:cond delay="0"/>
                                          </p:stCondLst>
                                        </p:cTn>
                                        <p:tgtEl>
                                          <p:spTgt spid="4"/>
                                        </p:tgtEl>
                                        <p:attrNameLst>
                                          <p:attrName>style.visibility</p:attrName>
                                        </p:attrNameLst>
                                      </p:cBhvr>
                                      <p:to>
                                        <p:strVal val="visible"/>
                                      </p:to>
                                    </p:set>
                                    <p:animEffect transition="in" filter="wipe(left)">
                                      <p:cBhvr>
                                        <p:cTn id="61" dur="1000"/>
                                        <p:tgtEl>
                                          <p:spTgt spid="4"/>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nodeType="clickEffect">
                                  <p:stCondLst>
                                    <p:cond delay="0"/>
                                  </p:stCondLst>
                                  <p:childTnLst>
                                    <p:set>
                                      <p:cBhvr>
                                        <p:cTn id="65" dur="1" fill="hold">
                                          <p:stCondLst>
                                            <p:cond delay="0"/>
                                          </p:stCondLst>
                                        </p:cTn>
                                        <p:tgtEl>
                                          <p:spTgt spid="26653"/>
                                        </p:tgtEl>
                                        <p:attrNameLst>
                                          <p:attrName>style.visibility</p:attrName>
                                        </p:attrNameLst>
                                      </p:cBhvr>
                                      <p:to>
                                        <p:strVal val="visible"/>
                                      </p:to>
                                    </p:set>
                                    <p:animEffect transition="in" filter="wipe(left)">
                                      <p:cBhvr>
                                        <p:cTn id="66" dur="1000"/>
                                        <p:tgtEl>
                                          <p:spTgt spid="26653"/>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17" presetClass="entr" presetSubtype="8" fill="hold" nodeType="clickEffect">
                                  <p:stCondLst>
                                    <p:cond delay="0"/>
                                  </p:stCondLst>
                                  <p:childTnLst>
                                    <p:set>
                                      <p:cBhvr>
                                        <p:cTn id="70" dur="1" fill="hold">
                                          <p:stCondLst>
                                            <p:cond delay="0"/>
                                          </p:stCondLst>
                                        </p:cTn>
                                        <p:tgtEl>
                                          <p:spTgt spid="5"/>
                                        </p:tgtEl>
                                        <p:attrNameLst>
                                          <p:attrName>style.visibility</p:attrName>
                                        </p:attrNameLst>
                                      </p:cBhvr>
                                      <p:to>
                                        <p:strVal val="visible"/>
                                      </p:to>
                                    </p:set>
                                    <p:anim calcmode="lin" valueType="num">
                                      <p:cBhvr>
                                        <p:cTn id="71" dur="1000" fill="hold"/>
                                        <p:tgtEl>
                                          <p:spTgt spid="5"/>
                                        </p:tgtEl>
                                        <p:attrNameLst>
                                          <p:attrName>ppt_x</p:attrName>
                                        </p:attrNameLst>
                                      </p:cBhvr>
                                      <p:tavLst>
                                        <p:tav tm="0">
                                          <p:val>
                                            <p:strVal val="#ppt_x-#ppt_w/2"/>
                                          </p:val>
                                        </p:tav>
                                        <p:tav tm="100000">
                                          <p:val>
                                            <p:strVal val="#ppt_x"/>
                                          </p:val>
                                        </p:tav>
                                      </p:tavLst>
                                    </p:anim>
                                    <p:anim calcmode="lin" valueType="num">
                                      <p:cBhvr>
                                        <p:cTn id="72" dur="1000" fill="hold"/>
                                        <p:tgtEl>
                                          <p:spTgt spid="5"/>
                                        </p:tgtEl>
                                        <p:attrNameLst>
                                          <p:attrName>ppt_y</p:attrName>
                                        </p:attrNameLst>
                                      </p:cBhvr>
                                      <p:tavLst>
                                        <p:tav tm="0">
                                          <p:val>
                                            <p:strVal val="#ppt_y"/>
                                          </p:val>
                                        </p:tav>
                                        <p:tav tm="100000">
                                          <p:val>
                                            <p:strVal val="#ppt_y"/>
                                          </p:val>
                                        </p:tav>
                                      </p:tavLst>
                                    </p:anim>
                                    <p:anim calcmode="lin" valueType="num">
                                      <p:cBhvr>
                                        <p:cTn id="73" dur="1000" fill="hold"/>
                                        <p:tgtEl>
                                          <p:spTgt spid="5"/>
                                        </p:tgtEl>
                                        <p:attrNameLst>
                                          <p:attrName>ppt_w</p:attrName>
                                        </p:attrNameLst>
                                      </p:cBhvr>
                                      <p:tavLst>
                                        <p:tav tm="0">
                                          <p:val>
                                            <p:fltVal val="0"/>
                                          </p:val>
                                        </p:tav>
                                        <p:tav tm="100000">
                                          <p:val>
                                            <p:strVal val="#ppt_w"/>
                                          </p:val>
                                        </p:tav>
                                      </p:tavLst>
                                    </p:anim>
                                    <p:anim calcmode="lin" valueType="num">
                                      <p:cBhvr>
                                        <p:cTn id="74" dur="1000" fill="hold"/>
                                        <p:tgtEl>
                                          <p:spTgt spid="5"/>
                                        </p:tgtEl>
                                        <p:attrNameLst>
                                          <p:attrName>ppt_h</p:attrName>
                                        </p:attrNameLst>
                                      </p:cBhvr>
                                      <p:tavLst>
                                        <p:tav tm="0">
                                          <p:val>
                                            <p:strVal val="#ppt_h"/>
                                          </p:val>
                                        </p:tav>
                                        <p:tav tm="100000">
                                          <p:val>
                                            <p:strVal val="#ppt_h"/>
                                          </p:val>
                                        </p:tav>
                                      </p:tavLst>
                                    </p:anim>
                                  </p:childTnLst>
                                </p:cTn>
                              </p:par>
                            </p:childTnLst>
                          </p:cTn>
                        </p:par>
                      </p:childTnLst>
                    </p:cTn>
                  </p:par>
                  <p:par>
                    <p:cTn id="75" fill="hold" nodeType="clickPar">
                      <p:stCondLst>
                        <p:cond delay="indefinite"/>
                      </p:stCondLst>
                      <p:childTnLst>
                        <p:par>
                          <p:cTn id="76" fill="hold" nodeType="withGroup">
                            <p:stCondLst>
                              <p:cond delay="0"/>
                            </p:stCondLst>
                            <p:childTnLst>
                              <p:par>
                                <p:cTn id="77" presetID="18" presetClass="entr" presetSubtype="12" fill="hold" nodeType="clickEffect">
                                  <p:stCondLst>
                                    <p:cond delay="0"/>
                                  </p:stCondLst>
                                  <p:childTnLst>
                                    <p:set>
                                      <p:cBhvr>
                                        <p:cTn id="78" dur="1" fill="hold">
                                          <p:stCondLst>
                                            <p:cond delay="0"/>
                                          </p:stCondLst>
                                        </p:cTn>
                                        <p:tgtEl>
                                          <p:spTgt spid="26628"/>
                                        </p:tgtEl>
                                        <p:attrNameLst>
                                          <p:attrName>style.visibility</p:attrName>
                                        </p:attrNameLst>
                                      </p:cBhvr>
                                      <p:to>
                                        <p:strVal val="visible"/>
                                      </p:to>
                                    </p:set>
                                    <p:animEffect transition="in" filter="strips(downLeft)">
                                      <p:cBhvr>
                                        <p:cTn id="79" dur="1000"/>
                                        <p:tgtEl>
                                          <p:spTgt spid="26628"/>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9" presetClass="entr" presetSubtype="0" fill="hold" nodeType="clickEffect">
                                  <p:stCondLst>
                                    <p:cond delay="0"/>
                                  </p:stCondLst>
                                  <p:childTnLst>
                                    <p:set>
                                      <p:cBhvr>
                                        <p:cTn id="83" dur="1" fill="hold">
                                          <p:stCondLst>
                                            <p:cond delay="0"/>
                                          </p:stCondLst>
                                        </p:cTn>
                                        <p:tgtEl>
                                          <p:spTgt spid="26629"/>
                                        </p:tgtEl>
                                        <p:attrNameLst>
                                          <p:attrName>style.visibility</p:attrName>
                                        </p:attrNameLst>
                                      </p:cBhvr>
                                      <p:to>
                                        <p:strVal val="visible"/>
                                      </p:to>
                                    </p:set>
                                    <p:animEffect transition="in" filter="dissolve">
                                      <p:cBhvr>
                                        <p:cTn id="84" dur="1000"/>
                                        <p:tgtEl>
                                          <p:spTgt spid="266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33" grpId="0" animBg="1" autoUpdateAnimBg="0"/>
      <p:bldP spid="26634" grpId="0" animBg="1" autoUpdateAnimBg="0"/>
      <p:bldP spid="26635" grpId="0" animBg="1" autoUpdateAnimBg="0"/>
      <p:bldP spid="26636" grpId="0" animBg="1" autoUpdateAnimBg="0"/>
      <p:bldP spid="26638" grpId="0" animBg="1" autoUpdateAnimBg="0"/>
      <p:bldP spid="26643" grpId="0" animBg="1" autoUpdateAnimBg="0"/>
      <p:bldP spid="26655" grpId="0" animBg="1" autoUpdateAnimBg="0"/>
      <p:bldP spid="26656" grpId="0" animBg="1"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62">
            <a:extLst>
              <a:ext uri="{FF2B5EF4-FFF2-40B4-BE49-F238E27FC236}">
                <a16:creationId xmlns:a16="http://schemas.microsoft.com/office/drawing/2014/main" id="{1806C9E6-7589-4C10-8003-C04563B8B405}"/>
              </a:ext>
            </a:extLst>
          </p:cNvPr>
          <p:cNvGrpSpPr>
            <a:grpSpLocks/>
          </p:cNvGrpSpPr>
          <p:nvPr/>
        </p:nvGrpSpPr>
        <p:grpSpPr bwMode="auto">
          <a:xfrm>
            <a:off x="7380288" y="4967288"/>
            <a:ext cx="609600" cy="1225550"/>
            <a:chOff x="4649" y="2976"/>
            <a:chExt cx="384" cy="772"/>
          </a:xfrm>
        </p:grpSpPr>
        <p:sp>
          <p:nvSpPr>
            <p:cNvPr id="55299" name="Line 9">
              <a:extLst>
                <a:ext uri="{FF2B5EF4-FFF2-40B4-BE49-F238E27FC236}">
                  <a16:creationId xmlns:a16="http://schemas.microsoft.com/office/drawing/2014/main" id="{3DC48A13-2913-481B-BF8F-09B6A0E5B27B}"/>
                </a:ext>
              </a:extLst>
            </p:cNvPr>
            <p:cNvSpPr>
              <a:spLocks noChangeShapeType="1"/>
            </p:cNvSpPr>
            <p:nvPr/>
          </p:nvSpPr>
          <p:spPr bwMode="auto">
            <a:xfrm>
              <a:off x="4785" y="2976"/>
              <a:ext cx="0" cy="545"/>
            </a:xfrm>
            <a:prstGeom prst="line">
              <a:avLst/>
            </a:prstGeom>
            <a:noFill/>
            <a:ln w="9525">
              <a:solidFill>
                <a:srgbClr val="FF0000"/>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300" name="Text Box 21">
              <a:extLst>
                <a:ext uri="{FF2B5EF4-FFF2-40B4-BE49-F238E27FC236}">
                  <a16:creationId xmlns:a16="http://schemas.microsoft.com/office/drawing/2014/main" id="{0BF24BD2-7F13-4D4F-945B-577E3E7019A0}"/>
                </a:ext>
              </a:extLst>
            </p:cNvPr>
            <p:cNvSpPr txBox="1">
              <a:spLocks noChangeArrowheads="1"/>
            </p:cNvSpPr>
            <p:nvPr/>
          </p:nvSpPr>
          <p:spPr bwMode="auto">
            <a:xfrm>
              <a:off x="4649" y="3498"/>
              <a:ext cx="38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i="1">
                  <a:solidFill>
                    <a:srgbClr val="FF0000"/>
                  </a:solidFill>
                </a:rPr>
                <a:t>E</a:t>
              </a:r>
              <a:r>
                <a:rPr lang="en-US" altLang="zh-CN" sz="2000" b="1" i="1" baseline="-25000">
                  <a:solidFill>
                    <a:srgbClr val="FF0000"/>
                  </a:solidFill>
                </a:rPr>
                <a:t>s</a:t>
              </a:r>
              <a:endParaRPr lang="en-US" altLang="zh-CN" sz="2000" b="1" i="1">
                <a:solidFill>
                  <a:srgbClr val="FF0000"/>
                </a:solidFill>
              </a:endParaRPr>
            </a:p>
          </p:txBody>
        </p:sp>
      </p:grpSp>
      <p:grpSp>
        <p:nvGrpSpPr>
          <p:cNvPr id="3" name="Group 61">
            <a:extLst>
              <a:ext uri="{FF2B5EF4-FFF2-40B4-BE49-F238E27FC236}">
                <a16:creationId xmlns:a16="http://schemas.microsoft.com/office/drawing/2014/main" id="{BCEB7542-F8DB-4A74-839C-21C0E7E66A92}"/>
              </a:ext>
            </a:extLst>
          </p:cNvPr>
          <p:cNvGrpSpPr>
            <a:grpSpLocks/>
          </p:cNvGrpSpPr>
          <p:nvPr/>
        </p:nvGrpSpPr>
        <p:grpSpPr bwMode="auto">
          <a:xfrm>
            <a:off x="4953000" y="3789363"/>
            <a:ext cx="4191000" cy="2438400"/>
            <a:chOff x="3120" y="2251"/>
            <a:chExt cx="2640" cy="1536"/>
          </a:xfrm>
        </p:grpSpPr>
        <p:sp>
          <p:nvSpPr>
            <p:cNvPr id="55302" name="Line 3">
              <a:extLst>
                <a:ext uri="{FF2B5EF4-FFF2-40B4-BE49-F238E27FC236}">
                  <a16:creationId xmlns:a16="http://schemas.microsoft.com/office/drawing/2014/main" id="{1147CC1A-BB91-4E99-8DFE-8B254165523B}"/>
                </a:ext>
              </a:extLst>
            </p:cNvPr>
            <p:cNvSpPr>
              <a:spLocks noChangeShapeType="1"/>
            </p:cNvSpPr>
            <p:nvPr/>
          </p:nvSpPr>
          <p:spPr bwMode="auto">
            <a:xfrm>
              <a:off x="3264" y="3537"/>
              <a:ext cx="230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303" name="Line 4">
              <a:extLst>
                <a:ext uri="{FF2B5EF4-FFF2-40B4-BE49-F238E27FC236}">
                  <a16:creationId xmlns:a16="http://schemas.microsoft.com/office/drawing/2014/main" id="{2AD7AFED-D2A6-4821-AD1C-CA0917BD35B1}"/>
                </a:ext>
              </a:extLst>
            </p:cNvPr>
            <p:cNvSpPr>
              <a:spLocks noChangeShapeType="1"/>
            </p:cNvSpPr>
            <p:nvPr/>
          </p:nvSpPr>
          <p:spPr bwMode="auto">
            <a:xfrm flipV="1">
              <a:off x="3264" y="2251"/>
              <a:ext cx="0" cy="128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304" name="Arc 5">
              <a:extLst>
                <a:ext uri="{FF2B5EF4-FFF2-40B4-BE49-F238E27FC236}">
                  <a16:creationId xmlns:a16="http://schemas.microsoft.com/office/drawing/2014/main" id="{A146ACBB-8200-4361-91FB-B1D04356F08B}"/>
                </a:ext>
              </a:extLst>
            </p:cNvPr>
            <p:cNvSpPr>
              <a:spLocks/>
            </p:cNvSpPr>
            <p:nvPr/>
          </p:nvSpPr>
          <p:spPr bwMode="auto">
            <a:xfrm rot="360230" flipH="1">
              <a:off x="3317" y="2614"/>
              <a:ext cx="1056" cy="989"/>
            </a:xfrm>
            <a:custGeom>
              <a:avLst/>
              <a:gdLst>
                <a:gd name="T0" fmla="*/ 0 w 21585"/>
                <a:gd name="T1" fmla="*/ 0 h 20896"/>
                <a:gd name="T2" fmla="*/ 0 w 21585"/>
                <a:gd name="T3" fmla="*/ 0 h 20896"/>
                <a:gd name="T4" fmla="*/ 0 w 21585"/>
                <a:gd name="T5" fmla="*/ 0 h 20896"/>
                <a:gd name="T6" fmla="*/ 0 60000 65536"/>
                <a:gd name="T7" fmla="*/ 0 60000 65536"/>
                <a:gd name="T8" fmla="*/ 0 60000 65536"/>
                <a:gd name="T9" fmla="*/ 0 w 21585"/>
                <a:gd name="T10" fmla="*/ 0 h 20896"/>
                <a:gd name="T11" fmla="*/ 21585 w 21585"/>
                <a:gd name="T12" fmla="*/ 20896 h 20896"/>
              </a:gdLst>
              <a:ahLst/>
              <a:cxnLst>
                <a:cxn ang="T6">
                  <a:pos x="T0" y="T1"/>
                </a:cxn>
                <a:cxn ang="T7">
                  <a:pos x="T2" y="T3"/>
                </a:cxn>
                <a:cxn ang="T8">
                  <a:pos x="T4" y="T5"/>
                </a:cxn>
              </a:cxnLst>
              <a:rect l="T9" t="T10" r="T11" b="T12"/>
              <a:pathLst>
                <a:path w="21585" h="20896" fill="none" extrusionOk="0">
                  <a:moveTo>
                    <a:pt x="5469" y="0"/>
                  </a:moveTo>
                  <a:cubicBezTo>
                    <a:pt x="14686" y="2412"/>
                    <a:pt x="21233" y="10577"/>
                    <a:pt x="21585" y="20097"/>
                  </a:cubicBezTo>
                </a:path>
                <a:path w="21585" h="20896" stroke="0" extrusionOk="0">
                  <a:moveTo>
                    <a:pt x="5469" y="0"/>
                  </a:moveTo>
                  <a:cubicBezTo>
                    <a:pt x="14686" y="2412"/>
                    <a:pt x="21233" y="10577"/>
                    <a:pt x="21585" y="20097"/>
                  </a:cubicBezTo>
                  <a:lnTo>
                    <a:pt x="0" y="20896"/>
                  </a:lnTo>
                  <a:lnTo>
                    <a:pt x="5469" y="0"/>
                  </a:lnTo>
                  <a:close/>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5305" name="Arc 6">
              <a:extLst>
                <a:ext uri="{FF2B5EF4-FFF2-40B4-BE49-F238E27FC236}">
                  <a16:creationId xmlns:a16="http://schemas.microsoft.com/office/drawing/2014/main" id="{3FBD46E7-AF22-41C0-83CB-FF7F302B2FCE}"/>
                </a:ext>
              </a:extLst>
            </p:cNvPr>
            <p:cNvSpPr>
              <a:spLocks/>
            </p:cNvSpPr>
            <p:nvPr/>
          </p:nvSpPr>
          <p:spPr bwMode="auto">
            <a:xfrm rot="-360230">
              <a:off x="3930" y="2614"/>
              <a:ext cx="1057" cy="996"/>
            </a:xfrm>
            <a:custGeom>
              <a:avLst/>
              <a:gdLst>
                <a:gd name="T0" fmla="*/ 0 w 21600"/>
                <a:gd name="T1" fmla="*/ 0 h 21058"/>
                <a:gd name="T2" fmla="*/ 0 w 21600"/>
                <a:gd name="T3" fmla="*/ 0 h 21058"/>
                <a:gd name="T4" fmla="*/ 0 w 21600"/>
                <a:gd name="T5" fmla="*/ 0 h 21058"/>
                <a:gd name="T6" fmla="*/ 0 60000 65536"/>
                <a:gd name="T7" fmla="*/ 0 60000 65536"/>
                <a:gd name="T8" fmla="*/ 0 60000 65536"/>
                <a:gd name="T9" fmla="*/ 0 w 21600"/>
                <a:gd name="T10" fmla="*/ 0 h 21058"/>
                <a:gd name="T11" fmla="*/ 21600 w 21600"/>
                <a:gd name="T12" fmla="*/ 21058 h 21058"/>
              </a:gdLst>
              <a:ahLst/>
              <a:cxnLst>
                <a:cxn ang="T6">
                  <a:pos x="T0" y="T1"/>
                </a:cxn>
                <a:cxn ang="T7">
                  <a:pos x="T2" y="T3"/>
                </a:cxn>
                <a:cxn ang="T8">
                  <a:pos x="T4" y="T5"/>
                </a:cxn>
              </a:cxnLst>
              <a:rect l="T9" t="T10" r="T11" b="T12"/>
              <a:pathLst>
                <a:path w="21600" h="21058" fill="none" extrusionOk="0">
                  <a:moveTo>
                    <a:pt x="5396" y="-1"/>
                  </a:moveTo>
                  <a:cubicBezTo>
                    <a:pt x="14934" y="2460"/>
                    <a:pt x="21600" y="11063"/>
                    <a:pt x="21600" y="20915"/>
                  </a:cubicBezTo>
                  <a:cubicBezTo>
                    <a:pt x="21600" y="20962"/>
                    <a:pt x="21599" y="21010"/>
                    <a:pt x="21599" y="21057"/>
                  </a:cubicBezTo>
                </a:path>
                <a:path w="21600" h="21058" stroke="0" extrusionOk="0">
                  <a:moveTo>
                    <a:pt x="5396" y="-1"/>
                  </a:moveTo>
                  <a:cubicBezTo>
                    <a:pt x="14934" y="2460"/>
                    <a:pt x="21600" y="11063"/>
                    <a:pt x="21600" y="20915"/>
                  </a:cubicBezTo>
                  <a:cubicBezTo>
                    <a:pt x="21600" y="20962"/>
                    <a:pt x="21599" y="21010"/>
                    <a:pt x="21599" y="21057"/>
                  </a:cubicBezTo>
                  <a:lnTo>
                    <a:pt x="0" y="20915"/>
                  </a:lnTo>
                  <a:lnTo>
                    <a:pt x="5396" y="-1"/>
                  </a:lnTo>
                  <a:close/>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5306" name="Line 10">
              <a:extLst>
                <a:ext uri="{FF2B5EF4-FFF2-40B4-BE49-F238E27FC236}">
                  <a16:creationId xmlns:a16="http://schemas.microsoft.com/office/drawing/2014/main" id="{58F905D9-0A6B-4941-A7B1-DC5E74136DE3}"/>
                </a:ext>
              </a:extLst>
            </p:cNvPr>
            <p:cNvSpPr>
              <a:spLocks noChangeShapeType="1"/>
            </p:cNvSpPr>
            <p:nvPr/>
          </p:nvSpPr>
          <p:spPr bwMode="auto">
            <a:xfrm flipV="1">
              <a:off x="3243" y="2750"/>
              <a:ext cx="2086" cy="7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307" name="Text Box 16">
              <a:extLst>
                <a:ext uri="{FF2B5EF4-FFF2-40B4-BE49-F238E27FC236}">
                  <a16:creationId xmlns:a16="http://schemas.microsoft.com/office/drawing/2014/main" id="{E73D0018-B645-4B46-A4A0-F914229DAB57}"/>
                </a:ext>
              </a:extLst>
            </p:cNvPr>
            <p:cNvSpPr txBox="1">
              <a:spLocks noChangeArrowheads="1"/>
            </p:cNvSpPr>
            <p:nvPr/>
          </p:nvSpPr>
          <p:spPr bwMode="auto">
            <a:xfrm>
              <a:off x="5136" y="2385"/>
              <a:ext cx="43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i="1"/>
                <a:t>S</a:t>
              </a:r>
              <a:r>
                <a:rPr lang="en-US" altLang="zh-CN" sz="2000" b="1"/>
                <a:t>(</a:t>
              </a:r>
              <a:r>
                <a:rPr lang="en-US" altLang="zh-CN" sz="2000" b="1" i="1"/>
                <a:t>E</a:t>
              </a:r>
              <a:r>
                <a:rPr lang="en-US" altLang="zh-CN" sz="2000" b="1"/>
                <a:t>)</a:t>
              </a:r>
            </a:p>
          </p:txBody>
        </p:sp>
        <p:sp>
          <p:nvSpPr>
            <p:cNvPr id="55308" name="Text Box 17">
              <a:extLst>
                <a:ext uri="{FF2B5EF4-FFF2-40B4-BE49-F238E27FC236}">
                  <a16:creationId xmlns:a16="http://schemas.microsoft.com/office/drawing/2014/main" id="{A6E773A0-AECA-495A-A370-DDA67C140397}"/>
                </a:ext>
              </a:extLst>
            </p:cNvPr>
            <p:cNvSpPr txBox="1">
              <a:spLocks noChangeArrowheads="1"/>
            </p:cNvSpPr>
            <p:nvPr/>
          </p:nvSpPr>
          <p:spPr bwMode="auto">
            <a:xfrm>
              <a:off x="4940" y="3115"/>
              <a:ext cx="48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i="1"/>
                <a:t>T</a:t>
              </a:r>
              <a:r>
                <a:rPr lang="en-US" altLang="zh-CN" sz="2000" b="1"/>
                <a:t>(</a:t>
              </a:r>
              <a:r>
                <a:rPr lang="en-US" altLang="zh-CN" sz="2000" b="1" i="1"/>
                <a:t>E</a:t>
              </a:r>
              <a:r>
                <a:rPr lang="en-US" altLang="zh-CN" sz="2000" b="1"/>
                <a:t>)</a:t>
              </a:r>
            </a:p>
          </p:txBody>
        </p:sp>
        <p:sp>
          <p:nvSpPr>
            <p:cNvPr id="55309" name="Text Box 18">
              <a:extLst>
                <a:ext uri="{FF2B5EF4-FFF2-40B4-BE49-F238E27FC236}">
                  <a16:creationId xmlns:a16="http://schemas.microsoft.com/office/drawing/2014/main" id="{5741708C-55DF-43A5-994C-134A632256C5}"/>
                </a:ext>
              </a:extLst>
            </p:cNvPr>
            <p:cNvSpPr txBox="1">
              <a:spLocks noChangeArrowheads="1"/>
            </p:cNvSpPr>
            <p:nvPr/>
          </p:nvSpPr>
          <p:spPr bwMode="auto">
            <a:xfrm>
              <a:off x="3120" y="3489"/>
              <a:ext cx="3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i="1"/>
                <a:t>O</a:t>
              </a:r>
            </a:p>
          </p:txBody>
        </p:sp>
        <p:sp>
          <p:nvSpPr>
            <p:cNvPr id="55310" name="Text Box 23">
              <a:extLst>
                <a:ext uri="{FF2B5EF4-FFF2-40B4-BE49-F238E27FC236}">
                  <a16:creationId xmlns:a16="http://schemas.microsoft.com/office/drawing/2014/main" id="{AACC36B5-FBF7-45B0-8E8F-4538035A1BF8}"/>
                </a:ext>
              </a:extLst>
            </p:cNvPr>
            <p:cNvSpPr txBox="1">
              <a:spLocks noChangeArrowheads="1"/>
            </p:cNvSpPr>
            <p:nvPr/>
          </p:nvSpPr>
          <p:spPr bwMode="auto">
            <a:xfrm>
              <a:off x="4944" y="3489"/>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i="1"/>
                <a:t>r</a:t>
              </a:r>
            </a:p>
          </p:txBody>
        </p:sp>
        <p:sp>
          <p:nvSpPr>
            <p:cNvPr id="55311" name="Text Box 24">
              <a:extLst>
                <a:ext uri="{FF2B5EF4-FFF2-40B4-BE49-F238E27FC236}">
                  <a16:creationId xmlns:a16="http://schemas.microsoft.com/office/drawing/2014/main" id="{637F0676-14BC-4DC8-95D0-1799E4BC4857}"/>
                </a:ext>
              </a:extLst>
            </p:cNvPr>
            <p:cNvSpPr txBox="1">
              <a:spLocks noChangeArrowheads="1"/>
            </p:cNvSpPr>
            <p:nvPr/>
          </p:nvSpPr>
          <p:spPr bwMode="auto">
            <a:xfrm>
              <a:off x="5472" y="3537"/>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i="1"/>
                <a:t>E</a:t>
              </a:r>
            </a:p>
          </p:txBody>
        </p:sp>
      </p:grpSp>
      <p:sp>
        <p:nvSpPr>
          <p:cNvPr id="55312" name="Text Box 26">
            <a:extLst>
              <a:ext uri="{FF2B5EF4-FFF2-40B4-BE49-F238E27FC236}">
                <a16:creationId xmlns:a16="http://schemas.microsoft.com/office/drawing/2014/main" id="{079A68C9-DE21-49A0-BA57-EE971D0D3FDD}"/>
              </a:ext>
            </a:extLst>
          </p:cNvPr>
          <p:cNvSpPr txBox="1">
            <a:spLocks noChangeArrowheads="1"/>
          </p:cNvSpPr>
          <p:nvPr/>
        </p:nvSpPr>
        <p:spPr bwMode="auto">
          <a:xfrm>
            <a:off x="381000" y="547688"/>
            <a:ext cx="1066800" cy="1076325"/>
          </a:xfrm>
          <a:prstGeom prst="rect">
            <a:avLst/>
          </a:prstGeom>
          <a:solidFill>
            <a:srgbClr val="FFFF00"/>
          </a:solidFill>
          <a:ln w="9525">
            <a:solidFill>
              <a:srgbClr val="FF3300"/>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ea typeface="楷体_GB2312" pitchFamily="49" charset="-122"/>
              </a:rPr>
              <a:t>捕捞过度</a:t>
            </a:r>
          </a:p>
        </p:txBody>
      </p:sp>
      <p:sp>
        <p:nvSpPr>
          <p:cNvPr id="27675" name="Text Box 27">
            <a:extLst>
              <a:ext uri="{FF2B5EF4-FFF2-40B4-BE49-F238E27FC236}">
                <a16:creationId xmlns:a16="http://schemas.microsoft.com/office/drawing/2014/main" id="{E3F7DF2A-0F29-470B-A8BC-CF9226EBB919}"/>
              </a:ext>
            </a:extLst>
          </p:cNvPr>
          <p:cNvSpPr txBox="1">
            <a:spLocks noChangeArrowheads="1"/>
          </p:cNvSpPr>
          <p:nvPr/>
        </p:nvSpPr>
        <p:spPr bwMode="auto">
          <a:xfrm>
            <a:off x="1524000" y="485775"/>
            <a:ext cx="5181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Char char="•"/>
            </a:pPr>
            <a:r>
              <a:rPr lang="en-US" altLang="zh-CN" sz="2800" b="1"/>
              <a:t> </a:t>
            </a:r>
            <a:r>
              <a:rPr lang="zh-CN" altLang="en-US" sz="2800" b="1">
                <a:solidFill>
                  <a:srgbClr val="FF3300"/>
                </a:solidFill>
              </a:rPr>
              <a:t>封闭式捕捞</a:t>
            </a:r>
            <a:r>
              <a:rPr lang="zh-CN" altLang="en-US" sz="2800" b="1"/>
              <a:t>追求利润</a:t>
            </a:r>
            <a:r>
              <a:rPr lang="en-US" altLang="zh-CN" sz="2800" b="1" i="1"/>
              <a:t>R</a:t>
            </a:r>
            <a:r>
              <a:rPr lang="en-US" altLang="zh-CN" sz="2800" b="1"/>
              <a:t>(</a:t>
            </a:r>
            <a:r>
              <a:rPr lang="en-US" altLang="zh-CN" sz="2800" b="1" i="1"/>
              <a:t>E</a:t>
            </a:r>
            <a:r>
              <a:rPr lang="en-US" altLang="zh-CN" sz="2800" b="1"/>
              <a:t>)</a:t>
            </a:r>
            <a:r>
              <a:rPr lang="zh-CN" altLang="en-US" sz="2800" b="1"/>
              <a:t>最大</a:t>
            </a:r>
          </a:p>
        </p:txBody>
      </p:sp>
      <p:sp>
        <p:nvSpPr>
          <p:cNvPr id="27677" name="Text Box 29">
            <a:extLst>
              <a:ext uri="{FF2B5EF4-FFF2-40B4-BE49-F238E27FC236}">
                <a16:creationId xmlns:a16="http://schemas.microsoft.com/office/drawing/2014/main" id="{B8616AAA-2618-4879-88D0-F65A54F494F7}"/>
              </a:ext>
            </a:extLst>
          </p:cNvPr>
          <p:cNvSpPr txBox="1">
            <a:spLocks noChangeArrowheads="1"/>
          </p:cNvSpPr>
          <p:nvPr/>
        </p:nvSpPr>
        <p:spPr bwMode="auto">
          <a:xfrm>
            <a:off x="1524000" y="1157288"/>
            <a:ext cx="49196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Char char="•"/>
            </a:pPr>
            <a:r>
              <a:rPr lang="en-US" altLang="zh-CN" sz="2800" b="1"/>
              <a:t> </a:t>
            </a:r>
            <a:r>
              <a:rPr lang="zh-CN" altLang="en-US" sz="2800" b="1">
                <a:solidFill>
                  <a:srgbClr val="FF3300"/>
                </a:solidFill>
              </a:rPr>
              <a:t>开放式捕捞</a:t>
            </a:r>
            <a:r>
              <a:rPr lang="zh-CN" altLang="en-US" sz="2800" b="1"/>
              <a:t>只求利润</a:t>
            </a:r>
            <a:r>
              <a:rPr lang="en-US" altLang="zh-CN" sz="2800" b="1" i="1"/>
              <a:t>R</a:t>
            </a:r>
            <a:r>
              <a:rPr lang="en-US" altLang="zh-CN" sz="2800" b="1"/>
              <a:t>(</a:t>
            </a:r>
            <a:r>
              <a:rPr lang="en-US" altLang="zh-CN" sz="2800" b="1" i="1"/>
              <a:t>E</a:t>
            </a:r>
            <a:r>
              <a:rPr lang="en-US" altLang="zh-CN" sz="2800" b="1"/>
              <a:t>) &gt; 0</a:t>
            </a:r>
          </a:p>
        </p:txBody>
      </p:sp>
      <p:graphicFrame>
        <p:nvGraphicFramePr>
          <p:cNvPr id="27680" name="Object 32">
            <a:extLst>
              <a:ext uri="{FF2B5EF4-FFF2-40B4-BE49-F238E27FC236}">
                <a16:creationId xmlns:a16="http://schemas.microsoft.com/office/drawing/2014/main" id="{165F8581-C176-4954-B070-7AC6CF185DD1}"/>
              </a:ext>
            </a:extLst>
          </p:cNvPr>
          <p:cNvGraphicFramePr>
            <a:graphicFrameLocks noChangeAspect="1"/>
          </p:cNvGraphicFramePr>
          <p:nvPr/>
        </p:nvGraphicFramePr>
        <p:xfrm>
          <a:off x="381000" y="1847850"/>
          <a:ext cx="5410200" cy="833438"/>
        </p:xfrm>
        <a:graphic>
          <a:graphicData uri="http://schemas.openxmlformats.org/presentationml/2006/ole">
            <mc:AlternateContent xmlns:mc="http://schemas.openxmlformats.org/markup-compatibility/2006">
              <mc:Choice xmlns:v="urn:schemas-microsoft-com:vml" Requires="v">
                <p:oleObj spid="_x0000_s55355" name="公式" r:id="rId3" imgW="3035300" imgH="469900" progId="Equation.3">
                  <p:embed/>
                </p:oleObj>
              </mc:Choice>
              <mc:Fallback>
                <p:oleObj name="公式" r:id="rId3" imgW="3035300" imgH="469900" progId="Equation.3">
                  <p:embed/>
                  <p:pic>
                    <p:nvPicPr>
                      <p:cNvPr id="0" name="Object 3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1847850"/>
                        <a:ext cx="5410200" cy="833438"/>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681" name="Text Box 33">
            <a:extLst>
              <a:ext uri="{FF2B5EF4-FFF2-40B4-BE49-F238E27FC236}">
                <a16:creationId xmlns:a16="http://schemas.microsoft.com/office/drawing/2014/main" id="{43AD8F8F-0AF6-49ED-86B6-5702C1049E6D}"/>
              </a:ext>
            </a:extLst>
          </p:cNvPr>
          <p:cNvSpPr txBox="1">
            <a:spLocks noChangeArrowheads="1"/>
          </p:cNvSpPr>
          <p:nvPr/>
        </p:nvSpPr>
        <p:spPr bwMode="auto">
          <a:xfrm>
            <a:off x="457200" y="2757488"/>
            <a:ext cx="4691063" cy="519112"/>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t>R</a:t>
            </a:r>
            <a:r>
              <a:rPr lang="en-US" altLang="zh-CN" sz="2800" b="1"/>
              <a:t>(</a:t>
            </a:r>
            <a:r>
              <a:rPr lang="en-US" altLang="zh-CN" sz="2800" b="1" i="1"/>
              <a:t>E</a:t>
            </a:r>
            <a:r>
              <a:rPr lang="en-US" altLang="zh-CN" sz="2800" b="1"/>
              <a:t>)=0</a:t>
            </a:r>
            <a:r>
              <a:rPr lang="zh-CN" altLang="en-US" sz="2800" b="1"/>
              <a:t>时的捕捞强度</a:t>
            </a:r>
            <a:r>
              <a:rPr lang="en-US" altLang="zh-CN" sz="2800" b="1" i="1"/>
              <a:t>E</a:t>
            </a:r>
            <a:r>
              <a:rPr lang="en-US" altLang="zh-CN" sz="2800" b="1" i="1" baseline="-25000"/>
              <a:t>s</a:t>
            </a:r>
            <a:r>
              <a:rPr lang="en-US" altLang="zh-CN" sz="2800" b="1"/>
              <a:t>=2</a:t>
            </a:r>
            <a:r>
              <a:rPr lang="en-US" altLang="zh-CN" sz="2800" b="1" i="1"/>
              <a:t>E</a:t>
            </a:r>
            <a:r>
              <a:rPr lang="en-US" altLang="zh-CN" sz="2800" b="1" i="1" baseline="-25000"/>
              <a:t>R</a:t>
            </a:r>
          </a:p>
        </p:txBody>
      </p:sp>
      <p:graphicFrame>
        <p:nvGraphicFramePr>
          <p:cNvPr id="27686" name="Object 38">
            <a:extLst>
              <a:ext uri="{FF2B5EF4-FFF2-40B4-BE49-F238E27FC236}">
                <a16:creationId xmlns:a16="http://schemas.microsoft.com/office/drawing/2014/main" id="{9674BF43-2FB8-4891-9EE8-298599F063A2}"/>
              </a:ext>
            </a:extLst>
          </p:cNvPr>
          <p:cNvGraphicFramePr>
            <a:graphicFrameLocks noChangeAspect="1"/>
          </p:cNvGraphicFramePr>
          <p:nvPr/>
        </p:nvGraphicFramePr>
        <p:xfrm>
          <a:off x="539750" y="4005263"/>
          <a:ext cx="2667000" cy="990600"/>
        </p:xfrm>
        <a:graphic>
          <a:graphicData uri="http://schemas.openxmlformats.org/presentationml/2006/ole">
            <mc:AlternateContent xmlns:mc="http://schemas.openxmlformats.org/markup-compatibility/2006">
              <mc:Choice xmlns:v="urn:schemas-microsoft-com:vml" Requires="v">
                <p:oleObj spid="_x0000_s55356" name="公式" r:id="rId5" imgW="926698" imgH="393529" progId="Equation.3">
                  <p:embed/>
                </p:oleObj>
              </mc:Choice>
              <mc:Fallback>
                <p:oleObj name="公式" r:id="rId5" imgW="926698" imgH="393529" progId="Equation.3">
                  <p:embed/>
                  <p:pic>
                    <p:nvPicPr>
                      <p:cNvPr id="0" name="Object 3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9750" y="4005263"/>
                        <a:ext cx="2667000" cy="990600"/>
                      </a:xfrm>
                      <a:prstGeom prst="rect">
                        <a:avLst/>
                      </a:prstGeom>
                      <a:noFill/>
                      <a:ln>
                        <a:noFill/>
                      </a:ln>
                      <a:effectLst/>
                      <a:extLst>
                        <a:ext uri="{909E8E84-426E-40DD-AFC4-6F175D3DCCD1}">
                          <a14:hiddenFill xmlns:a14="http://schemas.microsoft.com/office/drawing/2010/main">
                            <a:solidFill>
                              <a:srgbClr val="33CC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684" name="Object 36">
            <a:extLst>
              <a:ext uri="{FF2B5EF4-FFF2-40B4-BE49-F238E27FC236}">
                <a16:creationId xmlns:a16="http://schemas.microsoft.com/office/drawing/2014/main" id="{D491B395-C716-442F-9822-65B04E3B9A48}"/>
              </a:ext>
            </a:extLst>
          </p:cNvPr>
          <p:cNvGraphicFramePr>
            <a:graphicFrameLocks noChangeAspect="1"/>
          </p:cNvGraphicFramePr>
          <p:nvPr/>
        </p:nvGraphicFramePr>
        <p:xfrm>
          <a:off x="3200400" y="4005263"/>
          <a:ext cx="725488" cy="990600"/>
        </p:xfrm>
        <a:graphic>
          <a:graphicData uri="http://schemas.openxmlformats.org/presentationml/2006/ole">
            <mc:AlternateContent xmlns:mc="http://schemas.openxmlformats.org/markup-compatibility/2006">
              <mc:Choice xmlns:v="urn:schemas-microsoft-com:vml" Requires="v">
                <p:oleObj spid="_x0000_s55357" name="公式" r:id="rId7" imgW="291973" imgH="418918" progId="Equation.3">
                  <p:embed/>
                </p:oleObj>
              </mc:Choice>
              <mc:Fallback>
                <p:oleObj name="公式" r:id="rId7" imgW="291973" imgH="418918" progId="Equation.3">
                  <p:embed/>
                  <p:pic>
                    <p:nvPicPr>
                      <p:cNvPr id="0" name="Object 3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00400" y="4005263"/>
                        <a:ext cx="725488" cy="990600"/>
                      </a:xfrm>
                      <a:prstGeom prst="rect">
                        <a:avLst/>
                      </a:prstGeom>
                      <a:noFill/>
                      <a:ln>
                        <a:noFill/>
                      </a:ln>
                      <a:effectLst/>
                      <a:extLst>
                        <a:ext uri="{909E8E84-426E-40DD-AFC4-6F175D3DCCD1}">
                          <a14:hiddenFill xmlns:a14="http://schemas.microsoft.com/office/drawing/2010/main">
                            <a:solidFill>
                              <a:srgbClr val="33CC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688" name="Text Box 40">
            <a:extLst>
              <a:ext uri="{FF2B5EF4-FFF2-40B4-BE49-F238E27FC236}">
                <a16:creationId xmlns:a16="http://schemas.microsoft.com/office/drawing/2014/main" id="{F5246D0E-52B7-4956-92A4-CCCD396BEC58}"/>
              </a:ext>
            </a:extLst>
          </p:cNvPr>
          <p:cNvSpPr txBox="1">
            <a:spLocks noChangeArrowheads="1"/>
          </p:cNvSpPr>
          <p:nvPr/>
        </p:nvSpPr>
        <p:spPr bwMode="auto">
          <a:xfrm>
            <a:off x="533400" y="3443288"/>
            <a:ext cx="3886200" cy="519112"/>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临界强度下的渔场鱼量</a:t>
            </a:r>
          </a:p>
        </p:txBody>
      </p:sp>
      <p:graphicFrame>
        <p:nvGraphicFramePr>
          <p:cNvPr id="27693" name="Object 45">
            <a:extLst>
              <a:ext uri="{FF2B5EF4-FFF2-40B4-BE49-F238E27FC236}">
                <a16:creationId xmlns:a16="http://schemas.microsoft.com/office/drawing/2014/main" id="{5FAC6272-F7F1-4A92-9D35-C923E29E9D7F}"/>
              </a:ext>
            </a:extLst>
          </p:cNvPr>
          <p:cNvGraphicFramePr>
            <a:graphicFrameLocks noChangeAspect="1"/>
          </p:cNvGraphicFramePr>
          <p:nvPr/>
        </p:nvGraphicFramePr>
        <p:xfrm>
          <a:off x="468313" y="5734050"/>
          <a:ext cx="1079500" cy="515938"/>
        </p:xfrm>
        <a:graphic>
          <a:graphicData uri="http://schemas.openxmlformats.org/presentationml/2006/ole">
            <mc:AlternateContent xmlns:mc="http://schemas.openxmlformats.org/markup-compatibility/2006">
              <mc:Choice xmlns:v="urn:schemas-microsoft-com:vml" Requires="v">
                <p:oleObj spid="_x0000_s55358" name="Equation" r:id="rId9" imgW="508000" imgH="228600" progId="Equation.3">
                  <p:embed/>
                </p:oleObj>
              </mc:Choice>
              <mc:Fallback>
                <p:oleObj name="Equation" r:id="rId9" imgW="508000" imgH="228600" progId="Equation.3">
                  <p:embed/>
                  <p:pic>
                    <p:nvPicPr>
                      <p:cNvPr id="0" name="Object 4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68313" y="5734050"/>
                        <a:ext cx="1079500" cy="515938"/>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 name="Group 65">
            <a:extLst>
              <a:ext uri="{FF2B5EF4-FFF2-40B4-BE49-F238E27FC236}">
                <a16:creationId xmlns:a16="http://schemas.microsoft.com/office/drawing/2014/main" id="{4EEC055C-BFD2-45F8-8D47-B52AE60AC0B7}"/>
              </a:ext>
            </a:extLst>
          </p:cNvPr>
          <p:cNvGrpSpPr>
            <a:grpSpLocks/>
          </p:cNvGrpSpPr>
          <p:nvPr/>
        </p:nvGrpSpPr>
        <p:grpSpPr bwMode="auto">
          <a:xfrm>
            <a:off x="5292725" y="4176713"/>
            <a:ext cx="1871663" cy="2016125"/>
            <a:chOff x="3334" y="2478"/>
            <a:chExt cx="1179" cy="1270"/>
          </a:xfrm>
        </p:grpSpPr>
        <p:sp>
          <p:nvSpPr>
            <p:cNvPr id="55322" name="Line 47">
              <a:extLst>
                <a:ext uri="{FF2B5EF4-FFF2-40B4-BE49-F238E27FC236}">
                  <a16:creationId xmlns:a16="http://schemas.microsoft.com/office/drawing/2014/main" id="{04B4FC28-45EF-4417-BB00-2F1ECAC355A6}"/>
                </a:ext>
              </a:extLst>
            </p:cNvPr>
            <p:cNvSpPr>
              <a:spLocks noChangeShapeType="1"/>
            </p:cNvSpPr>
            <p:nvPr/>
          </p:nvSpPr>
          <p:spPr bwMode="auto">
            <a:xfrm flipV="1">
              <a:off x="3969" y="2704"/>
              <a:ext cx="0" cy="817"/>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323" name="Line 48">
              <a:extLst>
                <a:ext uri="{FF2B5EF4-FFF2-40B4-BE49-F238E27FC236}">
                  <a16:creationId xmlns:a16="http://schemas.microsoft.com/office/drawing/2014/main" id="{B127BFB7-1350-4A3B-82D3-64B6D9A7A68C}"/>
                </a:ext>
              </a:extLst>
            </p:cNvPr>
            <p:cNvSpPr>
              <a:spLocks noChangeShapeType="1"/>
            </p:cNvSpPr>
            <p:nvPr/>
          </p:nvSpPr>
          <p:spPr bwMode="auto">
            <a:xfrm flipV="1">
              <a:off x="3334" y="2478"/>
              <a:ext cx="1179" cy="408"/>
            </a:xfrm>
            <a:prstGeom prst="line">
              <a:avLst/>
            </a:prstGeom>
            <a:noFill/>
            <a:ln w="9525">
              <a:solidFill>
                <a:schemeClr val="tx1"/>
              </a:solidFill>
              <a:prstDash val="lgDash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324" name="Text Box 49">
              <a:extLst>
                <a:ext uri="{FF2B5EF4-FFF2-40B4-BE49-F238E27FC236}">
                  <a16:creationId xmlns:a16="http://schemas.microsoft.com/office/drawing/2014/main" id="{85E56A5E-6FA8-4FD6-8AC3-781F28505F51}"/>
                </a:ext>
              </a:extLst>
            </p:cNvPr>
            <p:cNvSpPr txBox="1">
              <a:spLocks noChangeArrowheads="1"/>
            </p:cNvSpPr>
            <p:nvPr/>
          </p:nvSpPr>
          <p:spPr bwMode="auto">
            <a:xfrm>
              <a:off x="3814" y="3498"/>
              <a:ext cx="3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i="1"/>
                <a:t>E</a:t>
              </a:r>
              <a:r>
                <a:rPr lang="en-US" altLang="zh-CN" sz="2000" b="1" i="1" baseline="-25000"/>
                <a:t>R</a:t>
              </a:r>
              <a:endParaRPr lang="en-US" altLang="zh-CN" sz="2000" b="1" i="1"/>
            </a:p>
          </p:txBody>
        </p:sp>
      </p:grpSp>
      <p:graphicFrame>
        <p:nvGraphicFramePr>
          <p:cNvPr id="27700" name="Object 52">
            <a:extLst>
              <a:ext uri="{FF2B5EF4-FFF2-40B4-BE49-F238E27FC236}">
                <a16:creationId xmlns:a16="http://schemas.microsoft.com/office/drawing/2014/main" id="{AF6C367E-0F14-4347-8E56-38730B07FA3A}"/>
              </a:ext>
            </a:extLst>
          </p:cNvPr>
          <p:cNvGraphicFramePr>
            <a:graphicFrameLocks noChangeAspect="1"/>
          </p:cNvGraphicFramePr>
          <p:nvPr/>
        </p:nvGraphicFramePr>
        <p:xfrm>
          <a:off x="6696075" y="549275"/>
          <a:ext cx="2447925" cy="935038"/>
        </p:xfrm>
        <a:graphic>
          <a:graphicData uri="http://schemas.openxmlformats.org/presentationml/2006/ole">
            <mc:AlternateContent xmlns:mc="http://schemas.openxmlformats.org/markup-compatibility/2006">
              <mc:Choice xmlns:v="urn:schemas-microsoft-com:vml" Requires="v">
                <p:oleObj spid="_x0000_s55359" name="公式" r:id="rId11" imgW="1028700" imgH="419100" progId="Equation.3">
                  <p:embed/>
                </p:oleObj>
              </mc:Choice>
              <mc:Fallback>
                <p:oleObj name="公式" r:id="rId11" imgW="1028700" imgH="419100" progId="Equation.3">
                  <p:embed/>
                  <p:pic>
                    <p:nvPicPr>
                      <p:cNvPr id="0" name="Object 5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696075" y="549275"/>
                        <a:ext cx="2447925" cy="9350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5" name="Group 64">
            <a:extLst>
              <a:ext uri="{FF2B5EF4-FFF2-40B4-BE49-F238E27FC236}">
                <a16:creationId xmlns:a16="http://schemas.microsoft.com/office/drawing/2014/main" id="{9765DC7F-5F0C-4D94-80B6-135CB48856EB}"/>
              </a:ext>
            </a:extLst>
          </p:cNvPr>
          <p:cNvGrpSpPr>
            <a:grpSpLocks/>
          </p:cNvGrpSpPr>
          <p:nvPr/>
        </p:nvGrpSpPr>
        <p:grpSpPr bwMode="auto">
          <a:xfrm>
            <a:off x="6400800" y="4392613"/>
            <a:ext cx="547688" cy="1836737"/>
            <a:chOff x="4032" y="2614"/>
            <a:chExt cx="345" cy="1157"/>
          </a:xfrm>
        </p:grpSpPr>
        <p:sp>
          <p:nvSpPr>
            <p:cNvPr id="55327" name="Text Box 22">
              <a:extLst>
                <a:ext uri="{FF2B5EF4-FFF2-40B4-BE49-F238E27FC236}">
                  <a16:creationId xmlns:a16="http://schemas.microsoft.com/office/drawing/2014/main" id="{53BFE610-B903-403B-B52C-4266DF0E14F7}"/>
                </a:ext>
              </a:extLst>
            </p:cNvPr>
            <p:cNvSpPr txBox="1">
              <a:spLocks noChangeArrowheads="1"/>
            </p:cNvSpPr>
            <p:nvPr/>
          </p:nvSpPr>
          <p:spPr bwMode="auto">
            <a:xfrm>
              <a:off x="4032" y="3521"/>
              <a:ext cx="34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i="1"/>
                <a:t>E</a:t>
              </a:r>
              <a:r>
                <a:rPr lang="en-US" altLang="zh-CN" sz="2000" b="1" i="1" baseline="30000"/>
                <a:t>*</a:t>
              </a:r>
              <a:endParaRPr lang="en-US" altLang="zh-CN" sz="2000" b="1" i="1"/>
            </a:p>
          </p:txBody>
        </p:sp>
        <p:sp>
          <p:nvSpPr>
            <p:cNvPr id="55328" name="Line 63">
              <a:extLst>
                <a:ext uri="{FF2B5EF4-FFF2-40B4-BE49-F238E27FC236}">
                  <a16:creationId xmlns:a16="http://schemas.microsoft.com/office/drawing/2014/main" id="{359F5036-6EBD-4995-B951-A8B5D1F13F04}"/>
                </a:ext>
              </a:extLst>
            </p:cNvPr>
            <p:cNvSpPr>
              <a:spLocks noChangeShapeType="1"/>
            </p:cNvSpPr>
            <p:nvPr/>
          </p:nvSpPr>
          <p:spPr bwMode="auto">
            <a:xfrm>
              <a:off x="4150" y="2614"/>
              <a:ext cx="0" cy="907"/>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7714" name="Text Box 66">
            <a:extLst>
              <a:ext uri="{FF2B5EF4-FFF2-40B4-BE49-F238E27FC236}">
                <a16:creationId xmlns:a16="http://schemas.microsoft.com/office/drawing/2014/main" id="{952919F9-81A3-492A-A1E4-D3425A6C6006}"/>
              </a:ext>
            </a:extLst>
          </p:cNvPr>
          <p:cNvSpPr txBox="1">
            <a:spLocks noChangeArrowheads="1"/>
          </p:cNvSpPr>
          <p:nvPr/>
        </p:nvSpPr>
        <p:spPr bwMode="auto">
          <a:xfrm>
            <a:off x="5791200" y="1706563"/>
            <a:ext cx="5334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a:t>令</a:t>
            </a:r>
            <a:r>
              <a:rPr lang="en-US" altLang="zh-CN" b="1"/>
              <a:t>=0</a:t>
            </a:r>
          </a:p>
        </p:txBody>
      </p:sp>
      <p:grpSp>
        <p:nvGrpSpPr>
          <p:cNvPr id="6" name="Group 70">
            <a:extLst>
              <a:ext uri="{FF2B5EF4-FFF2-40B4-BE49-F238E27FC236}">
                <a16:creationId xmlns:a16="http://schemas.microsoft.com/office/drawing/2014/main" id="{0BC6A13E-7D54-4D5E-AF57-A758EE67612F}"/>
              </a:ext>
            </a:extLst>
          </p:cNvPr>
          <p:cNvGrpSpPr>
            <a:grpSpLocks/>
          </p:cNvGrpSpPr>
          <p:nvPr/>
        </p:nvGrpSpPr>
        <p:grpSpPr bwMode="auto">
          <a:xfrm>
            <a:off x="6477000" y="1797050"/>
            <a:ext cx="2286000" cy="884238"/>
            <a:chOff x="4080" y="979"/>
            <a:chExt cx="1440" cy="557"/>
          </a:xfrm>
        </p:grpSpPr>
        <p:graphicFrame>
          <p:nvGraphicFramePr>
            <p:cNvPr id="55331" name="Object 2">
              <a:extLst>
                <a:ext uri="{FF2B5EF4-FFF2-40B4-BE49-F238E27FC236}">
                  <a16:creationId xmlns:a16="http://schemas.microsoft.com/office/drawing/2014/main" id="{899AE7FC-3634-447F-B310-A5FFC82288C1}"/>
                </a:ext>
              </a:extLst>
            </p:cNvPr>
            <p:cNvGraphicFramePr>
              <a:graphicFrameLocks noChangeAspect="1"/>
            </p:cNvGraphicFramePr>
            <p:nvPr/>
          </p:nvGraphicFramePr>
          <p:xfrm>
            <a:off x="4272" y="979"/>
            <a:ext cx="1248" cy="557"/>
          </p:xfrm>
          <a:graphic>
            <a:graphicData uri="http://schemas.openxmlformats.org/presentationml/2006/ole">
              <mc:AlternateContent xmlns:mc="http://schemas.openxmlformats.org/markup-compatibility/2006">
                <mc:Choice xmlns:v="urn:schemas-microsoft-com:vml" Requires="v">
                  <p:oleObj spid="_x0000_s55360" name="Equation" r:id="rId13" imgW="952087" imgH="418918" progId="Equation.3">
                    <p:embed/>
                  </p:oleObj>
                </mc:Choice>
                <mc:Fallback>
                  <p:oleObj name="Equation" r:id="rId13" imgW="952087" imgH="418918" progId="Equation.3">
                    <p:embed/>
                    <p:pic>
                      <p:nvPicPr>
                        <p:cNvPr id="0" name="Object 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272" y="979"/>
                          <a:ext cx="1248" cy="557"/>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5332" name="AutoShape 69">
              <a:extLst>
                <a:ext uri="{FF2B5EF4-FFF2-40B4-BE49-F238E27FC236}">
                  <a16:creationId xmlns:a16="http://schemas.microsoft.com/office/drawing/2014/main" id="{05B65654-32B8-4050-B973-11FE44C19E8D}"/>
                </a:ext>
              </a:extLst>
            </p:cNvPr>
            <p:cNvSpPr>
              <a:spLocks noChangeArrowheads="1"/>
            </p:cNvSpPr>
            <p:nvPr/>
          </p:nvSpPr>
          <p:spPr bwMode="auto">
            <a:xfrm>
              <a:off x="4080" y="1104"/>
              <a:ext cx="96" cy="306"/>
            </a:xfrm>
            <a:prstGeom prst="rightArrow">
              <a:avLst>
                <a:gd name="adj1" fmla="val 50000"/>
                <a:gd name="adj2" fmla="val 25000"/>
              </a:avLst>
            </a:prstGeom>
            <a:solidFill>
              <a:srgbClr val="FFFF00"/>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7" name="Group 1064">
            <a:extLst>
              <a:ext uri="{FF2B5EF4-FFF2-40B4-BE49-F238E27FC236}">
                <a16:creationId xmlns:a16="http://schemas.microsoft.com/office/drawing/2014/main" id="{B13D6B0C-1D0C-4A32-808C-0536F1C9BEE1}"/>
              </a:ext>
            </a:extLst>
          </p:cNvPr>
          <p:cNvGrpSpPr>
            <a:grpSpLocks/>
          </p:cNvGrpSpPr>
          <p:nvPr/>
        </p:nvGrpSpPr>
        <p:grpSpPr bwMode="auto">
          <a:xfrm>
            <a:off x="1619250" y="5757863"/>
            <a:ext cx="1512888" cy="519112"/>
            <a:chOff x="1020" y="3627"/>
            <a:chExt cx="953" cy="327"/>
          </a:xfrm>
        </p:grpSpPr>
        <p:graphicFrame>
          <p:nvGraphicFramePr>
            <p:cNvPr id="55334" name="Object 71">
              <a:extLst>
                <a:ext uri="{FF2B5EF4-FFF2-40B4-BE49-F238E27FC236}">
                  <a16:creationId xmlns:a16="http://schemas.microsoft.com/office/drawing/2014/main" id="{BBB5E046-891B-413D-B77B-9341088E7522}"/>
                </a:ext>
              </a:extLst>
            </p:cNvPr>
            <p:cNvGraphicFramePr>
              <a:graphicFrameLocks noChangeAspect="1"/>
            </p:cNvGraphicFramePr>
            <p:nvPr/>
          </p:nvGraphicFramePr>
          <p:xfrm>
            <a:off x="1111" y="3627"/>
            <a:ext cx="862" cy="327"/>
          </p:xfrm>
          <a:graphic>
            <a:graphicData uri="http://schemas.openxmlformats.org/presentationml/2006/ole">
              <mc:AlternateContent xmlns:mc="http://schemas.openxmlformats.org/markup-compatibility/2006">
                <mc:Choice xmlns:v="urn:schemas-microsoft-com:vml" Requires="v">
                  <p:oleObj spid="_x0000_s55361" name="Equation" r:id="rId15" imgW="634725" imgH="241195" progId="Equation.3">
                    <p:embed/>
                  </p:oleObj>
                </mc:Choice>
                <mc:Fallback>
                  <p:oleObj name="Equation" r:id="rId15" imgW="634725" imgH="241195" progId="Equation.3">
                    <p:embed/>
                    <p:pic>
                      <p:nvPicPr>
                        <p:cNvPr id="0" name="Object 7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111" y="3627"/>
                          <a:ext cx="862" cy="327"/>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5335" name="AutoShape 72">
              <a:extLst>
                <a:ext uri="{FF2B5EF4-FFF2-40B4-BE49-F238E27FC236}">
                  <a16:creationId xmlns:a16="http://schemas.microsoft.com/office/drawing/2014/main" id="{85609AB7-4528-42D5-AFD3-5656F7F42F41}"/>
                </a:ext>
              </a:extLst>
            </p:cNvPr>
            <p:cNvSpPr>
              <a:spLocks noChangeArrowheads="1"/>
            </p:cNvSpPr>
            <p:nvPr/>
          </p:nvSpPr>
          <p:spPr bwMode="auto">
            <a:xfrm>
              <a:off x="1020" y="3640"/>
              <a:ext cx="96" cy="306"/>
            </a:xfrm>
            <a:prstGeom prst="rightArrow">
              <a:avLst>
                <a:gd name="adj1" fmla="val 50000"/>
                <a:gd name="adj2" fmla="val 25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77862" name="Text Box 1062">
            <a:extLst>
              <a:ext uri="{FF2B5EF4-FFF2-40B4-BE49-F238E27FC236}">
                <a16:creationId xmlns:a16="http://schemas.microsoft.com/office/drawing/2014/main" id="{1CD3B827-CC4B-4788-A8F6-92345C503731}"/>
              </a:ext>
            </a:extLst>
          </p:cNvPr>
          <p:cNvSpPr txBox="1">
            <a:spLocks noChangeArrowheads="1"/>
          </p:cNvSpPr>
          <p:nvPr/>
        </p:nvSpPr>
        <p:spPr bwMode="auto">
          <a:xfrm>
            <a:off x="539750" y="5084763"/>
            <a:ext cx="36718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t>x</a:t>
            </a:r>
            <a:r>
              <a:rPr lang="en-US" altLang="zh-CN" sz="2800" b="1" i="1" baseline="-25000"/>
              <a:t>s</a:t>
            </a:r>
            <a:r>
              <a:rPr lang="zh-CN" altLang="en-US" sz="2800" b="1"/>
              <a:t>由成本</a:t>
            </a:r>
            <a:r>
              <a:rPr lang="en-US" altLang="zh-CN" sz="2800" b="1"/>
              <a:t>—</a:t>
            </a:r>
            <a:r>
              <a:rPr lang="zh-CN" altLang="en-US" sz="2800" b="1"/>
              <a:t>价格比决定</a:t>
            </a:r>
          </a:p>
        </p:txBody>
      </p:sp>
      <p:grpSp>
        <p:nvGrpSpPr>
          <p:cNvPr id="8" name="Group 1065">
            <a:extLst>
              <a:ext uri="{FF2B5EF4-FFF2-40B4-BE49-F238E27FC236}">
                <a16:creationId xmlns:a16="http://schemas.microsoft.com/office/drawing/2014/main" id="{ADB60262-16A1-4CBA-9C5B-D7135DE0957C}"/>
              </a:ext>
            </a:extLst>
          </p:cNvPr>
          <p:cNvGrpSpPr>
            <a:grpSpLocks/>
          </p:cNvGrpSpPr>
          <p:nvPr/>
        </p:nvGrpSpPr>
        <p:grpSpPr bwMode="auto">
          <a:xfrm>
            <a:off x="3132138" y="5734050"/>
            <a:ext cx="1871662" cy="557213"/>
            <a:chOff x="1973" y="3612"/>
            <a:chExt cx="1179" cy="351"/>
          </a:xfrm>
        </p:grpSpPr>
        <p:sp>
          <p:nvSpPr>
            <p:cNvPr id="55338" name="Text Box 46">
              <a:extLst>
                <a:ext uri="{FF2B5EF4-FFF2-40B4-BE49-F238E27FC236}">
                  <a16:creationId xmlns:a16="http://schemas.microsoft.com/office/drawing/2014/main" id="{9A2C74C6-9812-4C02-AADC-25E730A41B4D}"/>
                </a:ext>
              </a:extLst>
            </p:cNvPr>
            <p:cNvSpPr txBox="1">
              <a:spLocks noChangeArrowheads="1"/>
            </p:cNvSpPr>
            <p:nvPr/>
          </p:nvSpPr>
          <p:spPr bwMode="auto">
            <a:xfrm>
              <a:off x="2064" y="3612"/>
              <a:ext cx="108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solidFill>
                    <a:srgbClr val="FF3300"/>
                  </a:solidFill>
                </a:rPr>
                <a:t>捕捞过度</a:t>
              </a:r>
            </a:p>
          </p:txBody>
        </p:sp>
        <p:sp>
          <p:nvSpPr>
            <p:cNvPr id="55339" name="AutoShape 1063">
              <a:extLst>
                <a:ext uri="{FF2B5EF4-FFF2-40B4-BE49-F238E27FC236}">
                  <a16:creationId xmlns:a16="http://schemas.microsoft.com/office/drawing/2014/main" id="{7FD5958C-2552-4650-A69C-185EF0C7F00F}"/>
                </a:ext>
              </a:extLst>
            </p:cNvPr>
            <p:cNvSpPr>
              <a:spLocks noChangeArrowheads="1"/>
            </p:cNvSpPr>
            <p:nvPr/>
          </p:nvSpPr>
          <p:spPr bwMode="auto">
            <a:xfrm>
              <a:off x="1973" y="3657"/>
              <a:ext cx="96" cy="306"/>
            </a:xfrm>
            <a:prstGeom prst="rightArrow">
              <a:avLst>
                <a:gd name="adj1" fmla="val 50000"/>
                <a:gd name="adj2" fmla="val 25000"/>
              </a:avLst>
            </a:prstGeom>
            <a:noFill/>
            <a:ln w="9525">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77867" name="Rectangle 1067">
            <a:extLst>
              <a:ext uri="{FF2B5EF4-FFF2-40B4-BE49-F238E27FC236}">
                <a16:creationId xmlns:a16="http://schemas.microsoft.com/office/drawing/2014/main" id="{554ED792-39C2-45F9-A54C-DD345ECB5082}"/>
              </a:ext>
            </a:extLst>
          </p:cNvPr>
          <p:cNvSpPr>
            <a:spLocks noChangeArrowheads="1"/>
          </p:cNvSpPr>
          <p:nvPr/>
        </p:nvSpPr>
        <p:spPr bwMode="auto">
          <a:xfrm>
            <a:off x="5292725" y="2781300"/>
            <a:ext cx="20875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a:t>~ </a:t>
            </a:r>
            <a:r>
              <a:rPr lang="zh-CN" altLang="en-US" sz="2800" b="1">
                <a:solidFill>
                  <a:srgbClr val="FF3300"/>
                </a:solidFill>
              </a:rPr>
              <a:t>临界强度</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7675"/>
                                        </p:tgtEl>
                                        <p:attrNameLst>
                                          <p:attrName>style.visibility</p:attrName>
                                        </p:attrNameLst>
                                      </p:cBhvr>
                                      <p:to>
                                        <p:strVal val="visible"/>
                                      </p:to>
                                    </p:set>
                                    <p:animEffect transition="in" filter="wipe(left)">
                                      <p:cBhvr>
                                        <p:cTn id="7" dur="1000"/>
                                        <p:tgtEl>
                                          <p:spTgt spid="2767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7677"/>
                                        </p:tgtEl>
                                        <p:attrNameLst>
                                          <p:attrName>style.visibility</p:attrName>
                                        </p:attrNameLst>
                                      </p:cBhvr>
                                      <p:to>
                                        <p:strVal val="visible"/>
                                      </p:to>
                                    </p:set>
                                    <p:animEffect transition="in" filter="wipe(left)">
                                      <p:cBhvr>
                                        <p:cTn id="12" dur="1000"/>
                                        <p:tgtEl>
                                          <p:spTgt spid="2767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499"/>
                                          </p:stCondLst>
                                        </p:cTn>
                                        <p:tgtEl>
                                          <p:spTgt spid="27700"/>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4" presetClass="entr" presetSubtype="32" fill="hold" nodeType="clickEffect">
                                  <p:stCondLst>
                                    <p:cond delay="0"/>
                                  </p:stCondLst>
                                  <p:childTnLst>
                                    <p:set>
                                      <p:cBhvr>
                                        <p:cTn id="20" dur="1" fill="hold">
                                          <p:stCondLst>
                                            <p:cond delay="0"/>
                                          </p:stCondLst>
                                        </p:cTn>
                                        <p:tgtEl>
                                          <p:spTgt spid="27680"/>
                                        </p:tgtEl>
                                        <p:attrNameLst>
                                          <p:attrName>style.visibility</p:attrName>
                                        </p:attrNameLst>
                                      </p:cBhvr>
                                      <p:to>
                                        <p:strVal val="visible"/>
                                      </p:to>
                                    </p:set>
                                    <p:animEffect transition="in" filter="box(out)">
                                      <p:cBhvr>
                                        <p:cTn id="21" dur="1000"/>
                                        <p:tgtEl>
                                          <p:spTgt spid="27680"/>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3" presetClass="entr" presetSubtype="16" fill="hold" nodeType="clickEffect">
                                  <p:stCondLst>
                                    <p:cond delay="0"/>
                                  </p:stCondLst>
                                  <p:childTnLst>
                                    <p:set>
                                      <p:cBhvr>
                                        <p:cTn id="25" dur="1" fill="hold">
                                          <p:stCondLst>
                                            <p:cond delay="0"/>
                                          </p:stCondLst>
                                        </p:cTn>
                                        <p:tgtEl>
                                          <p:spTgt spid="3"/>
                                        </p:tgtEl>
                                        <p:attrNameLst>
                                          <p:attrName>style.visibility</p:attrName>
                                        </p:attrNameLst>
                                      </p:cBhvr>
                                      <p:to>
                                        <p:strVal val="visible"/>
                                      </p:to>
                                    </p:set>
                                    <p:anim calcmode="lin" valueType="num">
                                      <p:cBhvr>
                                        <p:cTn id="26" dur="1000" fill="hold"/>
                                        <p:tgtEl>
                                          <p:spTgt spid="3"/>
                                        </p:tgtEl>
                                        <p:attrNameLst>
                                          <p:attrName>ppt_w</p:attrName>
                                        </p:attrNameLst>
                                      </p:cBhvr>
                                      <p:tavLst>
                                        <p:tav tm="0">
                                          <p:val>
                                            <p:fltVal val="0"/>
                                          </p:val>
                                        </p:tav>
                                        <p:tav tm="100000">
                                          <p:val>
                                            <p:strVal val="#ppt_w"/>
                                          </p:val>
                                        </p:tav>
                                      </p:tavLst>
                                    </p:anim>
                                    <p:anim calcmode="lin" valueType="num">
                                      <p:cBhvr>
                                        <p:cTn id="27" dur="1000" fill="hold"/>
                                        <p:tgtEl>
                                          <p:spTgt spid="3"/>
                                        </p:tgtEl>
                                        <p:attrNameLst>
                                          <p:attrName>ppt_h</p:attrName>
                                        </p:attrNameLst>
                                      </p:cBhvr>
                                      <p:tavLst>
                                        <p:tav tm="0">
                                          <p:val>
                                            <p:fltVal val="0"/>
                                          </p:val>
                                        </p:tav>
                                        <p:tav tm="100000">
                                          <p:val>
                                            <p:strVal val="#ppt_h"/>
                                          </p:val>
                                        </p:tav>
                                      </p:tavLst>
                                    </p:anim>
                                  </p:childTnLst>
                                </p:cTn>
                              </p:par>
                            </p:childTnLst>
                          </p:cTn>
                        </p:par>
                      </p:childTnLst>
                    </p:cTn>
                  </p:par>
                  <p:par>
                    <p:cTn id="28" fill="hold" nodeType="clickPar">
                      <p:stCondLst>
                        <p:cond delay="indefinite"/>
                      </p:stCondLst>
                      <p:childTnLst>
                        <p:par>
                          <p:cTn id="29" fill="hold" nodeType="withGroup">
                            <p:stCondLst>
                              <p:cond delay="0"/>
                            </p:stCondLst>
                            <p:childTnLst>
                              <p:par>
                                <p:cTn id="30" presetID="23" presetClass="entr" presetSubtype="16" fill="hold" grpId="0" nodeType="clickEffect">
                                  <p:stCondLst>
                                    <p:cond delay="0"/>
                                  </p:stCondLst>
                                  <p:childTnLst>
                                    <p:set>
                                      <p:cBhvr>
                                        <p:cTn id="31" dur="1" fill="hold">
                                          <p:stCondLst>
                                            <p:cond delay="0"/>
                                          </p:stCondLst>
                                        </p:cTn>
                                        <p:tgtEl>
                                          <p:spTgt spid="27714"/>
                                        </p:tgtEl>
                                        <p:attrNameLst>
                                          <p:attrName>style.visibility</p:attrName>
                                        </p:attrNameLst>
                                      </p:cBhvr>
                                      <p:to>
                                        <p:strVal val="visible"/>
                                      </p:to>
                                    </p:set>
                                    <p:anim calcmode="lin" valueType="num">
                                      <p:cBhvr>
                                        <p:cTn id="32" dur="1000" fill="hold"/>
                                        <p:tgtEl>
                                          <p:spTgt spid="27714"/>
                                        </p:tgtEl>
                                        <p:attrNameLst>
                                          <p:attrName>ppt_w</p:attrName>
                                        </p:attrNameLst>
                                      </p:cBhvr>
                                      <p:tavLst>
                                        <p:tav tm="0">
                                          <p:val>
                                            <p:fltVal val="0"/>
                                          </p:val>
                                        </p:tav>
                                        <p:tav tm="100000">
                                          <p:val>
                                            <p:strVal val="#ppt_w"/>
                                          </p:val>
                                        </p:tav>
                                      </p:tavLst>
                                    </p:anim>
                                    <p:anim calcmode="lin" valueType="num">
                                      <p:cBhvr>
                                        <p:cTn id="33" dur="1000" fill="hold"/>
                                        <p:tgtEl>
                                          <p:spTgt spid="27714"/>
                                        </p:tgtEl>
                                        <p:attrNameLst>
                                          <p:attrName>ppt_h</p:attrName>
                                        </p:attrNameLst>
                                      </p:cBhvr>
                                      <p:tavLst>
                                        <p:tav tm="0">
                                          <p:val>
                                            <p:fltVal val="0"/>
                                          </p:val>
                                        </p:tav>
                                        <p:tav tm="100000">
                                          <p:val>
                                            <p:strVal val="#ppt_h"/>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18" presetClass="entr" presetSubtype="6" fill="hold" nodeType="clickEffect">
                                  <p:stCondLst>
                                    <p:cond delay="0"/>
                                  </p:stCondLst>
                                  <p:childTnLst>
                                    <p:set>
                                      <p:cBhvr>
                                        <p:cTn id="37" dur="1" fill="hold">
                                          <p:stCondLst>
                                            <p:cond delay="0"/>
                                          </p:stCondLst>
                                        </p:cTn>
                                        <p:tgtEl>
                                          <p:spTgt spid="2"/>
                                        </p:tgtEl>
                                        <p:attrNameLst>
                                          <p:attrName>style.visibility</p:attrName>
                                        </p:attrNameLst>
                                      </p:cBhvr>
                                      <p:to>
                                        <p:strVal val="visible"/>
                                      </p:to>
                                    </p:set>
                                    <p:animEffect transition="in" filter="strips(downRight)">
                                      <p:cBhvr>
                                        <p:cTn id="38" dur="1000"/>
                                        <p:tgtEl>
                                          <p:spTgt spid="2"/>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4" presetClass="entr" presetSubtype="32" fill="hold" nodeType="clickEffect">
                                  <p:stCondLst>
                                    <p:cond delay="0"/>
                                  </p:stCondLst>
                                  <p:childTnLst>
                                    <p:set>
                                      <p:cBhvr>
                                        <p:cTn id="42" dur="1" fill="hold">
                                          <p:stCondLst>
                                            <p:cond delay="0"/>
                                          </p:stCondLst>
                                        </p:cTn>
                                        <p:tgtEl>
                                          <p:spTgt spid="6"/>
                                        </p:tgtEl>
                                        <p:attrNameLst>
                                          <p:attrName>style.visibility</p:attrName>
                                        </p:attrNameLst>
                                      </p:cBhvr>
                                      <p:to>
                                        <p:strVal val="visible"/>
                                      </p:to>
                                    </p:set>
                                    <p:animEffect transition="in" filter="box(out)">
                                      <p:cBhvr>
                                        <p:cTn id="43" dur="1000"/>
                                        <p:tgtEl>
                                          <p:spTgt spid="6"/>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16" presetClass="entr" presetSubtype="42" fill="hold" grpId="0" nodeType="clickEffect">
                                  <p:stCondLst>
                                    <p:cond delay="0"/>
                                  </p:stCondLst>
                                  <p:childTnLst>
                                    <p:set>
                                      <p:cBhvr>
                                        <p:cTn id="47" dur="1" fill="hold">
                                          <p:stCondLst>
                                            <p:cond delay="0"/>
                                          </p:stCondLst>
                                        </p:cTn>
                                        <p:tgtEl>
                                          <p:spTgt spid="27681"/>
                                        </p:tgtEl>
                                        <p:attrNameLst>
                                          <p:attrName>style.visibility</p:attrName>
                                        </p:attrNameLst>
                                      </p:cBhvr>
                                      <p:to>
                                        <p:strVal val="visible"/>
                                      </p:to>
                                    </p:set>
                                    <p:animEffect transition="in" filter="barn(outHorizontal)">
                                      <p:cBhvr>
                                        <p:cTn id="48" dur="1000"/>
                                        <p:tgtEl>
                                          <p:spTgt spid="27681"/>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9" presetClass="entr" presetSubtype="0" fill="hold" grpId="0" nodeType="clickEffect">
                                  <p:stCondLst>
                                    <p:cond delay="0"/>
                                  </p:stCondLst>
                                  <p:childTnLst>
                                    <p:set>
                                      <p:cBhvr>
                                        <p:cTn id="52" dur="1" fill="hold">
                                          <p:stCondLst>
                                            <p:cond delay="0"/>
                                          </p:stCondLst>
                                        </p:cTn>
                                        <p:tgtEl>
                                          <p:spTgt spid="77867"/>
                                        </p:tgtEl>
                                        <p:attrNameLst>
                                          <p:attrName>style.visibility</p:attrName>
                                        </p:attrNameLst>
                                      </p:cBhvr>
                                      <p:to>
                                        <p:strVal val="visible"/>
                                      </p:to>
                                    </p:set>
                                    <p:animEffect transition="in" filter="dissolve">
                                      <p:cBhvr>
                                        <p:cTn id="53" dur="1000"/>
                                        <p:tgtEl>
                                          <p:spTgt spid="77867"/>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3" presetClass="entr" presetSubtype="10" fill="hold" nodeType="clickEffect">
                                  <p:stCondLst>
                                    <p:cond delay="0"/>
                                  </p:stCondLst>
                                  <p:childTnLst>
                                    <p:set>
                                      <p:cBhvr>
                                        <p:cTn id="57" dur="1" fill="hold">
                                          <p:stCondLst>
                                            <p:cond delay="0"/>
                                          </p:stCondLst>
                                        </p:cTn>
                                        <p:tgtEl>
                                          <p:spTgt spid="4"/>
                                        </p:tgtEl>
                                        <p:attrNameLst>
                                          <p:attrName>style.visibility</p:attrName>
                                        </p:attrNameLst>
                                      </p:cBhvr>
                                      <p:to>
                                        <p:strVal val="visible"/>
                                      </p:to>
                                    </p:set>
                                    <p:animEffect transition="in" filter="blinds(horizontal)">
                                      <p:cBhvr>
                                        <p:cTn id="58" dur="1000"/>
                                        <p:tgtEl>
                                          <p:spTgt spid="4"/>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5" presetClass="entr" presetSubtype="10" fill="hold" nodeType="clickEffect">
                                  <p:stCondLst>
                                    <p:cond delay="0"/>
                                  </p:stCondLst>
                                  <p:childTnLst>
                                    <p:set>
                                      <p:cBhvr>
                                        <p:cTn id="62" dur="1" fill="hold">
                                          <p:stCondLst>
                                            <p:cond delay="0"/>
                                          </p:stCondLst>
                                        </p:cTn>
                                        <p:tgtEl>
                                          <p:spTgt spid="5"/>
                                        </p:tgtEl>
                                        <p:attrNameLst>
                                          <p:attrName>style.visibility</p:attrName>
                                        </p:attrNameLst>
                                      </p:cBhvr>
                                      <p:to>
                                        <p:strVal val="visible"/>
                                      </p:to>
                                    </p:set>
                                    <p:animEffect transition="in" filter="checkerboard(across)">
                                      <p:cBhvr>
                                        <p:cTn id="63" dur="1000"/>
                                        <p:tgtEl>
                                          <p:spTgt spid="5"/>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5" presetClass="entr" presetSubtype="10" fill="hold" grpId="0" nodeType="clickEffect">
                                  <p:stCondLst>
                                    <p:cond delay="0"/>
                                  </p:stCondLst>
                                  <p:childTnLst>
                                    <p:set>
                                      <p:cBhvr>
                                        <p:cTn id="67" dur="1" fill="hold">
                                          <p:stCondLst>
                                            <p:cond delay="0"/>
                                          </p:stCondLst>
                                        </p:cTn>
                                        <p:tgtEl>
                                          <p:spTgt spid="27688"/>
                                        </p:tgtEl>
                                        <p:attrNameLst>
                                          <p:attrName>style.visibility</p:attrName>
                                        </p:attrNameLst>
                                      </p:cBhvr>
                                      <p:to>
                                        <p:strVal val="visible"/>
                                      </p:to>
                                    </p:set>
                                    <p:animEffect transition="in" filter="checkerboard(across)">
                                      <p:cBhvr>
                                        <p:cTn id="68" dur="1000"/>
                                        <p:tgtEl>
                                          <p:spTgt spid="27688"/>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3" presetClass="entr" presetSubtype="10" fill="hold" nodeType="clickEffect">
                                  <p:stCondLst>
                                    <p:cond delay="0"/>
                                  </p:stCondLst>
                                  <p:childTnLst>
                                    <p:set>
                                      <p:cBhvr>
                                        <p:cTn id="72" dur="1" fill="hold">
                                          <p:stCondLst>
                                            <p:cond delay="0"/>
                                          </p:stCondLst>
                                        </p:cTn>
                                        <p:tgtEl>
                                          <p:spTgt spid="27686"/>
                                        </p:tgtEl>
                                        <p:attrNameLst>
                                          <p:attrName>style.visibility</p:attrName>
                                        </p:attrNameLst>
                                      </p:cBhvr>
                                      <p:to>
                                        <p:strVal val="visible"/>
                                      </p:to>
                                    </p:set>
                                    <p:animEffect transition="in" filter="blinds(horizontal)">
                                      <p:cBhvr>
                                        <p:cTn id="73" dur="1000"/>
                                        <p:tgtEl>
                                          <p:spTgt spid="27686"/>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5" presetClass="entr" presetSubtype="10" fill="hold" nodeType="clickEffect">
                                  <p:stCondLst>
                                    <p:cond delay="0"/>
                                  </p:stCondLst>
                                  <p:childTnLst>
                                    <p:set>
                                      <p:cBhvr>
                                        <p:cTn id="77" dur="1" fill="hold">
                                          <p:stCondLst>
                                            <p:cond delay="0"/>
                                          </p:stCondLst>
                                        </p:cTn>
                                        <p:tgtEl>
                                          <p:spTgt spid="27684"/>
                                        </p:tgtEl>
                                        <p:attrNameLst>
                                          <p:attrName>style.visibility</p:attrName>
                                        </p:attrNameLst>
                                      </p:cBhvr>
                                      <p:to>
                                        <p:strVal val="visible"/>
                                      </p:to>
                                    </p:set>
                                    <p:animEffect transition="in" filter="checkerboard(across)">
                                      <p:cBhvr>
                                        <p:cTn id="78" dur="1000"/>
                                        <p:tgtEl>
                                          <p:spTgt spid="27684"/>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5" presetClass="entr" presetSubtype="10" fill="hold" grpId="0" nodeType="clickEffect">
                                  <p:stCondLst>
                                    <p:cond delay="0"/>
                                  </p:stCondLst>
                                  <p:childTnLst>
                                    <p:set>
                                      <p:cBhvr>
                                        <p:cTn id="82" dur="1" fill="hold">
                                          <p:stCondLst>
                                            <p:cond delay="0"/>
                                          </p:stCondLst>
                                        </p:cTn>
                                        <p:tgtEl>
                                          <p:spTgt spid="77862"/>
                                        </p:tgtEl>
                                        <p:attrNameLst>
                                          <p:attrName>style.visibility</p:attrName>
                                        </p:attrNameLst>
                                      </p:cBhvr>
                                      <p:to>
                                        <p:strVal val="visible"/>
                                      </p:to>
                                    </p:set>
                                    <p:animEffect transition="in" filter="checkerboard(across)">
                                      <p:cBhvr>
                                        <p:cTn id="83" dur="1000"/>
                                        <p:tgtEl>
                                          <p:spTgt spid="77862"/>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5" presetClass="entr" presetSubtype="5" fill="hold" nodeType="clickEffect">
                                  <p:stCondLst>
                                    <p:cond delay="0"/>
                                  </p:stCondLst>
                                  <p:childTnLst>
                                    <p:set>
                                      <p:cBhvr>
                                        <p:cTn id="87" dur="1" fill="hold">
                                          <p:stCondLst>
                                            <p:cond delay="0"/>
                                          </p:stCondLst>
                                        </p:cTn>
                                        <p:tgtEl>
                                          <p:spTgt spid="27693"/>
                                        </p:tgtEl>
                                        <p:attrNameLst>
                                          <p:attrName>style.visibility</p:attrName>
                                        </p:attrNameLst>
                                      </p:cBhvr>
                                      <p:to>
                                        <p:strVal val="visible"/>
                                      </p:to>
                                    </p:set>
                                    <p:animEffect transition="in" filter="checkerboard(down)">
                                      <p:cBhvr>
                                        <p:cTn id="88" dur="1000"/>
                                        <p:tgtEl>
                                          <p:spTgt spid="27693"/>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5" presetClass="entr" presetSubtype="10" fill="hold" nodeType="clickEffect">
                                  <p:stCondLst>
                                    <p:cond delay="0"/>
                                  </p:stCondLst>
                                  <p:childTnLst>
                                    <p:set>
                                      <p:cBhvr>
                                        <p:cTn id="92" dur="1" fill="hold">
                                          <p:stCondLst>
                                            <p:cond delay="0"/>
                                          </p:stCondLst>
                                        </p:cTn>
                                        <p:tgtEl>
                                          <p:spTgt spid="7"/>
                                        </p:tgtEl>
                                        <p:attrNameLst>
                                          <p:attrName>style.visibility</p:attrName>
                                        </p:attrNameLst>
                                      </p:cBhvr>
                                      <p:to>
                                        <p:strVal val="visible"/>
                                      </p:to>
                                    </p:set>
                                    <p:animEffect transition="in" filter="checkerboard(across)">
                                      <p:cBhvr>
                                        <p:cTn id="93" dur="1000"/>
                                        <p:tgtEl>
                                          <p:spTgt spid="7"/>
                                        </p:tgtEl>
                                      </p:cBhvr>
                                    </p:animEffect>
                                  </p:childTnLst>
                                </p:cTn>
                              </p:par>
                            </p:childTnLst>
                          </p:cTn>
                        </p:par>
                      </p:childTnLst>
                    </p:cTn>
                  </p:par>
                  <p:par>
                    <p:cTn id="94" fill="hold" nodeType="clickPar">
                      <p:stCondLst>
                        <p:cond delay="indefinite"/>
                      </p:stCondLst>
                      <p:childTnLst>
                        <p:par>
                          <p:cTn id="95" fill="hold" nodeType="withGroup">
                            <p:stCondLst>
                              <p:cond delay="0"/>
                            </p:stCondLst>
                            <p:childTnLst>
                              <p:par>
                                <p:cTn id="96" presetID="12" presetClass="entr" presetSubtype="4" fill="hold" nodeType="clickEffect">
                                  <p:stCondLst>
                                    <p:cond delay="0"/>
                                  </p:stCondLst>
                                  <p:childTnLst>
                                    <p:set>
                                      <p:cBhvr>
                                        <p:cTn id="97" dur="1" fill="hold">
                                          <p:stCondLst>
                                            <p:cond delay="0"/>
                                          </p:stCondLst>
                                        </p:cTn>
                                        <p:tgtEl>
                                          <p:spTgt spid="8"/>
                                        </p:tgtEl>
                                        <p:attrNameLst>
                                          <p:attrName>style.visibility</p:attrName>
                                        </p:attrNameLst>
                                      </p:cBhvr>
                                      <p:to>
                                        <p:strVal val="visible"/>
                                      </p:to>
                                    </p:set>
                                    <p:animEffect transition="in" filter="slide(fromBottom)">
                                      <p:cBhvr>
                                        <p:cTn id="98"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75" grpId="0" autoUpdateAnimBg="0"/>
      <p:bldP spid="27677" grpId="0" autoUpdateAnimBg="0"/>
      <p:bldP spid="27681" grpId="0" animBg="1" autoUpdateAnimBg="0"/>
      <p:bldP spid="27688" grpId="0" animBg="1" autoUpdateAnimBg="0"/>
      <p:bldP spid="27714" grpId="0" autoUpdateAnimBg="0"/>
      <p:bldP spid="77862" grpId="0"/>
      <p:bldP spid="77867"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ext Box 4">
            <a:extLst>
              <a:ext uri="{FF2B5EF4-FFF2-40B4-BE49-F238E27FC236}">
                <a16:creationId xmlns:a16="http://schemas.microsoft.com/office/drawing/2014/main" id="{2A5E14C5-1497-41F6-857E-71A2C0497604}"/>
              </a:ext>
            </a:extLst>
          </p:cNvPr>
          <p:cNvSpPr txBox="1">
            <a:spLocks noChangeArrowheads="1"/>
          </p:cNvSpPr>
          <p:nvPr/>
        </p:nvSpPr>
        <p:spPr bwMode="auto">
          <a:xfrm>
            <a:off x="250825" y="476250"/>
            <a:ext cx="1066800" cy="106680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ea typeface="楷体_GB2312" pitchFamily="49" charset="-122"/>
              </a:rPr>
              <a:t>捕捞过度</a:t>
            </a:r>
          </a:p>
        </p:txBody>
      </p:sp>
      <p:grpSp>
        <p:nvGrpSpPr>
          <p:cNvPr id="2" name="Group 41">
            <a:extLst>
              <a:ext uri="{FF2B5EF4-FFF2-40B4-BE49-F238E27FC236}">
                <a16:creationId xmlns:a16="http://schemas.microsoft.com/office/drawing/2014/main" id="{506A77AD-8851-48D7-90F6-BF649E4401DC}"/>
              </a:ext>
            </a:extLst>
          </p:cNvPr>
          <p:cNvGrpSpPr>
            <a:grpSpLocks/>
          </p:cNvGrpSpPr>
          <p:nvPr/>
        </p:nvGrpSpPr>
        <p:grpSpPr bwMode="auto">
          <a:xfrm>
            <a:off x="5060950" y="2133600"/>
            <a:ext cx="4191000" cy="2246313"/>
            <a:chOff x="3120" y="2478"/>
            <a:chExt cx="2640" cy="1415"/>
          </a:xfrm>
        </p:grpSpPr>
        <p:sp>
          <p:nvSpPr>
            <p:cNvPr id="56324" name="Line 6">
              <a:extLst>
                <a:ext uri="{FF2B5EF4-FFF2-40B4-BE49-F238E27FC236}">
                  <a16:creationId xmlns:a16="http://schemas.microsoft.com/office/drawing/2014/main" id="{B8AD728F-3026-40BE-83E9-40DA70257A51}"/>
                </a:ext>
              </a:extLst>
            </p:cNvPr>
            <p:cNvSpPr>
              <a:spLocks noChangeShapeType="1"/>
            </p:cNvSpPr>
            <p:nvPr/>
          </p:nvSpPr>
          <p:spPr bwMode="auto">
            <a:xfrm>
              <a:off x="3264" y="3643"/>
              <a:ext cx="230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325" name="Line 7">
              <a:extLst>
                <a:ext uri="{FF2B5EF4-FFF2-40B4-BE49-F238E27FC236}">
                  <a16:creationId xmlns:a16="http://schemas.microsoft.com/office/drawing/2014/main" id="{69DA0941-D015-44AF-BCC6-EB892709E094}"/>
                </a:ext>
              </a:extLst>
            </p:cNvPr>
            <p:cNvSpPr>
              <a:spLocks noChangeShapeType="1"/>
            </p:cNvSpPr>
            <p:nvPr/>
          </p:nvSpPr>
          <p:spPr bwMode="auto">
            <a:xfrm flipV="1">
              <a:off x="3264" y="2478"/>
              <a:ext cx="0" cy="116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326" name="Arc 8">
              <a:extLst>
                <a:ext uri="{FF2B5EF4-FFF2-40B4-BE49-F238E27FC236}">
                  <a16:creationId xmlns:a16="http://schemas.microsoft.com/office/drawing/2014/main" id="{D2DA18DB-4024-4B48-92C2-749BDEC50766}"/>
                </a:ext>
              </a:extLst>
            </p:cNvPr>
            <p:cNvSpPr>
              <a:spLocks/>
            </p:cNvSpPr>
            <p:nvPr/>
          </p:nvSpPr>
          <p:spPr bwMode="auto">
            <a:xfrm rot="360230" flipH="1">
              <a:off x="3317" y="2852"/>
              <a:ext cx="1056" cy="896"/>
            </a:xfrm>
            <a:custGeom>
              <a:avLst/>
              <a:gdLst>
                <a:gd name="T0" fmla="*/ 0 w 21585"/>
                <a:gd name="T1" fmla="*/ 0 h 20896"/>
                <a:gd name="T2" fmla="*/ 0 w 21585"/>
                <a:gd name="T3" fmla="*/ 0 h 20896"/>
                <a:gd name="T4" fmla="*/ 0 w 21585"/>
                <a:gd name="T5" fmla="*/ 0 h 20896"/>
                <a:gd name="T6" fmla="*/ 0 60000 65536"/>
                <a:gd name="T7" fmla="*/ 0 60000 65536"/>
                <a:gd name="T8" fmla="*/ 0 60000 65536"/>
                <a:gd name="T9" fmla="*/ 0 w 21585"/>
                <a:gd name="T10" fmla="*/ 0 h 20896"/>
                <a:gd name="T11" fmla="*/ 21585 w 21585"/>
                <a:gd name="T12" fmla="*/ 20896 h 20896"/>
              </a:gdLst>
              <a:ahLst/>
              <a:cxnLst>
                <a:cxn ang="T6">
                  <a:pos x="T0" y="T1"/>
                </a:cxn>
                <a:cxn ang="T7">
                  <a:pos x="T2" y="T3"/>
                </a:cxn>
                <a:cxn ang="T8">
                  <a:pos x="T4" y="T5"/>
                </a:cxn>
              </a:cxnLst>
              <a:rect l="T9" t="T10" r="T11" b="T12"/>
              <a:pathLst>
                <a:path w="21585" h="20896" fill="none" extrusionOk="0">
                  <a:moveTo>
                    <a:pt x="5469" y="0"/>
                  </a:moveTo>
                  <a:cubicBezTo>
                    <a:pt x="14686" y="2412"/>
                    <a:pt x="21233" y="10577"/>
                    <a:pt x="21585" y="20097"/>
                  </a:cubicBezTo>
                </a:path>
                <a:path w="21585" h="20896" stroke="0" extrusionOk="0">
                  <a:moveTo>
                    <a:pt x="5469" y="0"/>
                  </a:moveTo>
                  <a:cubicBezTo>
                    <a:pt x="14686" y="2412"/>
                    <a:pt x="21233" y="10577"/>
                    <a:pt x="21585" y="20097"/>
                  </a:cubicBezTo>
                  <a:lnTo>
                    <a:pt x="0" y="20896"/>
                  </a:lnTo>
                  <a:lnTo>
                    <a:pt x="5469" y="0"/>
                  </a:lnTo>
                  <a:close/>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6327" name="Arc 9">
              <a:extLst>
                <a:ext uri="{FF2B5EF4-FFF2-40B4-BE49-F238E27FC236}">
                  <a16:creationId xmlns:a16="http://schemas.microsoft.com/office/drawing/2014/main" id="{BD72BECA-61CE-456C-900C-606795024FC5}"/>
                </a:ext>
              </a:extLst>
            </p:cNvPr>
            <p:cNvSpPr>
              <a:spLocks/>
            </p:cNvSpPr>
            <p:nvPr/>
          </p:nvSpPr>
          <p:spPr bwMode="auto">
            <a:xfrm rot="-360230">
              <a:off x="3920" y="2845"/>
              <a:ext cx="1057" cy="856"/>
            </a:xfrm>
            <a:custGeom>
              <a:avLst/>
              <a:gdLst>
                <a:gd name="T0" fmla="*/ 0 w 21600"/>
                <a:gd name="T1" fmla="*/ 0 h 21058"/>
                <a:gd name="T2" fmla="*/ 0 w 21600"/>
                <a:gd name="T3" fmla="*/ 0 h 21058"/>
                <a:gd name="T4" fmla="*/ 0 w 21600"/>
                <a:gd name="T5" fmla="*/ 0 h 21058"/>
                <a:gd name="T6" fmla="*/ 0 60000 65536"/>
                <a:gd name="T7" fmla="*/ 0 60000 65536"/>
                <a:gd name="T8" fmla="*/ 0 60000 65536"/>
                <a:gd name="T9" fmla="*/ 0 w 21600"/>
                <a:gd name="T10" fmla="*/ 0 h 21058"/>
                <a:gd name="T11" fmla="*/ 21600 w 21600"/>
                <a:gd name="T12" fmla="*/ 21058 h 21058"/>
              </a:gdLst>
              <a:ahLst/>
              <a:cxnLst>
                <a:cxn ang="T6">
                  <a:pos x="T0" y="T1"/>
                </a:cxn>
                <a:cxn ang="T7">
                  <a:pos x="T2" y="T3"/>
                </a:cxn>
                <a:cxn ang="T8">
                  <a:pos x="T4" y="T5"/>
                </a:cxn>
              </a:cxnLst>
              <a:rect l="T9" t="T10" r="T11" b="T12"/>
              <a:pathLst>
                <a:path w="21600" h="21058" fill="none" extrusionOk="0">
                  <a:moveTo>
                    <a:pt x="5396" y="-1"/>
                  </a:moveTo>
                  <a:cubicBezTo>
                    <a:pt x="14934" y="2460"/>
                    <a:pt x="21600" y="11063"/>
                    <a:pt x="21600" y="20915"/>
                  </a:cubicBezTo>
                  <a:cubicBezTo>
                    <a:pt x="21600" y="20962"/>
                    <a:pt x="21599" y="21010"/>
                    <a:pt x="21599" y="21057"/>
                  </a:cubicBezTo>
                </a:path>
                <a:path w="21600" h="21058" stroke="0" extrusionOk="0">
                  <a:moveTo>
                    <a:pt x="5396" y="-1"/>
                  </a:moveTo>
                  <a:cubicBezTo>
                    <a:pt x="14934" y="2460"/>
                    <a:pt x="21600" y="11063"/>
                    <a:pt x="21600" y="20915"/>
                  </a:cubicBezTo>
                  <a:cubicBezTo>
                    <a:pt x="21600" y="20962"/>
                    <a:pt x="21599" y="21010"/>
                    <a:pt x="21599" y="21057"/>
                  </a:cubicBezTo>
                  <a:lnTo>
                    <a:pt x="0" y="20915"/>
                  </a:lnTo>
                  <a:lnTo>
                    <a:pt x="5396" y="-1"/>
                  </a:lnTo>
                  <a:close/>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6328" name="Text Box 12">
              <a:extLst>
                <a:ext uri="{FF2B5EF4-FFF2-40B4-BE49-F238E27FC236}">
                  <a16:creationId xmlns:a16="http://schemas.microsoft.com/office/drawing/2014/main" id="{67FE2E5C-2270-41BF-9DA6-D3E35E1A464E}"/>
                </a:ext>
              </a:extLst>
            </p:cNvPr>
            <p:cNvSpPr txBox="1">
              <a:spLocks noChangeArrowheads="1"/>
            </p:cNvSpPr>
            <p:nvPr/>
          </p:nvSpPr>
          <p:spPr bwMode="auto">
            <a:xfrm>
              <a:off x="4940" y="3261"/>
              <a:ext cx="48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i="1"/>
                <a:t>T</a:t>
              </a:r>
              <a:r>
                <a:rPr lang="en-US" altLang="zh-CN" sz="2000" b="1"/>
                <a:t>(</a:t>
              </a:r>
              <a:r>
                <a:rPr lang="en-US" altLang="zh-CN" sz="2000" b="1" i="1"/>
                <a:t>E</a:t>
              </a:r>
              <a:r>
                <a:rPr lang="en-US" altLang="zh-CN" sz="2000" b="1"/>
                <a:t>)</a:t>
              </a:r>
            </a:p>
          </p:txBody>
        </p:sp>
        <p:sp>
          <p:nvSpPr>
            <p:cNvPr id="56329" name="Text Box 13">
              <a:extLst>
                <a:ext uri="{FF2B5EF4-FFF2-40B4-BE49-F238E27FC236}">
                  <a16:creationId xmlns:a16="http://schemas.microsoft.com/office/drawing/2014/main" id="{D4A0185A-ED87-4E81-8CF2-BE1EE8EBB37D}"/>
                </a:ext>
              </a:extLst>
            </p:cNvPr>
            <p:cNvSpPr txBox="1">
              <a:spLocks noChangeArrowheads="1"/>
            </p:cNvSpPr>
            <p:nvPr/>
          </p:nvSpPr>
          <p:spPr bwMode="auto">
            <a:xfrm>
              <a:off x="3120" y="3599"/>
              <a:ext cx="3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i="1"/>
                <a:t>O</a:t>
              </a:r>
            </a:p>
          </p:txBody>
        </p:sp>
        <p:sp>
          <p:nvSpPr>
            <p:cNvPr id="56330" name="Text Box 14">
              <a:extLst>
                <a:ext uri="{FF2B5EF4-FFF2-40B4-BE49-F238E27FC236}">
                  <a16:creationId xmlns:a16="http://schemas.microsoft.com/office/drawing/2014/main" id="{E9ABFD18-4BBC-4B59-AF8D-CF918B6DCC06}"/>
                </a:ext>
              </a:extLst>
            </p:cNvPr>
            <p:cNvSpPr txBox="1">
              <a:spLocks noChangeArrowheads="1"/>
            </p:cNvSpPr>
            <p:nvPr/>
          </p:nvSpPr>
          <p:spPr bwMode="auto">
            <a:xfrm>
              <a:off x="4944" y="3599"/>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i="1"/>
                <a:t>r</a:t>
              </a:r>
            </a:p>
          </p:txBody>
        </p:sp>
        <p:sp>
          <p:nvSpPr>
            <p:cNvPr id="56331" name="Text Box 15">
              <a:extLst>
                <a:ext uri="{FF2B5EF4-FFF2-40B4-BE49-F238E27FC236}">
                  <a16:creationId xmlns:a16="http://schemas.microsoft.com/office/drawing/2014/main" id="{2D5631AF-0424-4A69-B12E-C9ACCCA868C6}"/>
                </a:ext>
              </a:extLst>
            </p:cNvPr>
            <p:cNvSpPr txBox="1">
              <a:spLocks noChangeArrowheads="1"/>
            </p:cNvSpPr>
            <p:nvPr/>
          </p:nvSpPr>
          <p:spPr bwMode="auto">
            <a:xfrm>
              <a:off x="5472" y="3643"/>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i="1"/>
                <a:t>E</a:t>
              </a:r>
            </a:p>
          </p:txBody>
        </p:sp>
      </p:grpSp>
      <p:grpSp>
        <p:nvGrpSpPr>
          <p:cNvPr id="3" name="Group 36">
            <a:extLst>
              <a:ext uri="{FF2B5EF4-FFF2-40B4-BE49-F238E27FC236}">
                <a16:creationId xmlns:a16="http://schemas.microsoft.com/office/drawing/2014/main" id="{DD518B6F-801C-4F48-AF8A-37540E7097A5}"/>
              </a:ext>
            </a:extLst>
          </p:cNvPr>
          <p:cNvGrpSpPr>
            <a:grpSpLocks/>
          </p:cNvGrpSpPr>
          <p:nvPr/>
        </p:nvGrpSpPr>
        <p:grpSpPr bwMode="auto">
          <a:xfrm>
            <a:off x="5256213" y="2465388"/>
            <a:ext cx="3095625" cy="1900237"/>
            <a:chOff x="3243" y="2704"/>
            <a:chExt cx="2065" cy="1197"/>
          </a:xfrm>
        </p:grpSpPr>
        <p:sp>
          <p:nvSpPr>
            <p:cNvPr id="56333" name="Text Box 11">
              <a:extLst>
                <a:ext uri="{FF2B5EF4-FFF2-40B4-BE49-F238E27FC236}">
                  <a16:creationId xmlns:a16="http://schemas.microsoft.com/office/drawing/2014/main" id="{8432BC1D-1367-46C9-B800-B6D828EAFF7D}"/>
                </a:ext>
              </a:extLst>
            </p:cNvPr>
            <p:cNvSpPr txBox="1">
              <a:spLocks noChangeArrowheads="1"/>
            </p:cNvSpPr>
            <p:nvPr/>
          </p:nvSpPr>
          <p:spPr bwMode="auto">
            <a:xfrm>
              <a:off x="4876" y="2704"/>
              <a:ext cx="43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i="1">
                  <a:solidFill>
                    <a:srgbClr val="FF3300"/>
                  </a:solidFill>
                </a:rPr>
                <a:t>S</a:t>
              </a:r>
              <a:r>
                <a:rPr lang="en-US" altLang="zh-CN" sz="2000" b="1">
                  <a:solidFill>
                    <a:srgbClr val="FF3300"/>
                  </a:solidFill>
                </a:rPr>
                <a:t>(</a:t>
              </a:r>
              <a:r>
                <a:rPr lang="en-US" altLang="zh-CN" sz="2000" b="1" i="1">
                  <a:solidFill>
                    <a:srgbClr val="FF3300"/>
                  </a:solidFill>
                </a:rPr>
                <a:t>E</a:t>
              </a:r>
              <a:r>
                <a:rPr lang="en-US" altLang="zh-CN" sz="2000" b="1">
                  <a:solidFill>
                    <a:srgbClr val="FF3300"/>
                  </a:solidFill>
                </a:rPr>
                <a:t>)</a:t>
              </a:r>
            </a:p>
          </p:txBody>
        </p:sp>
        <p:sp>
          <p:nvSpPr>
            <p:cNvPr id="56334" name="Line 10">
              <a:extLst>
                <a:ext uri="{FF2B5EF4-FFF2-40B4-BE49-F238E27FC236}">
                  <a16:creationId xmlns:a16="http://schemas.microsoft.com/office/drawing/2014/main" id="{8BF2E946-06B0-49C5-942E-1E4A74E924F9}"/>
                </a:ext>
              </a:extLst>
            </p:cNvPr>
            <p:cNvSpPr>
              <a:spLocks noChangeShapeType="1"/>
            </p:cNvSpPr>
            <p:nvPr/>
          </p:nvSpPr>
          <p:spPr bwMode="auto">
            <a:xfrm flipV="1">
              <a:off x="3243" y="2931"/>
              <a:ext cx="1905" cy="742"/>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335" name="Line 20">
              <a:extLst>
                <a:ext uri="{FF2B5EF4-FFF2-40B4-BE49-F238E27FC236}">
                  <a16:creationId xmlns:a16="http://schemas.microsoft.com/office/drawing/2014/main" id="{4025A5B7-7351-48A6-941B-75037A5039EB}"/>
                </a:ext>
              </a:extLst>
            </p:cNvPr>
            <p:cNvSpPr>
              <a:spLocks noChangeShapeType="1"/>
            </p:cNvSpPr>
            <p:nvPr/>
          </p:nvSpPr>
          <p:spPr bwMode="auto">
            <a:xfrm>
              <a:off x="4785" y="3129"/>
              <a:ext cx="0" cy="545"/>
            </a:xfrm>
            <a:prstGeom prst="line">
              <a:avLst/>
            </a:prstGeom>
            <a:noFill/>
            <a:ln w="9525">
              <a:solidFill>
                <a:srgbClr val="FF0000"/>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336" name="Text Box 21">
              <a:extLst>
                <a:ext uri="{FF2B5EF4-FFF2-40B4-BE49-F238E27FC236}">
                  <a16:creationId xmlns:a16="http://schemas.microsoft.com/office/drawing/2014/main" id="{9630F3D2-CA73-4889-B3E1-7F8FB2395C7B}"/>
                </a:ext>
              </a:extLst>
            </p:cNvPr>
            <p:cNvSpPr txBox="1">
              <a:spLocks noChangeArrowheads="1"/>
            </p:cNvSpPr>
            <p:nvPr/>
          </p:nvSpPr>
          <p:spPr bwMode="auto">
            <a:xfrm>
              <a:off x="4649" y="3651"/>
              <a:ext cx="38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i="1">
                  <a:solidFill>
                    <a:srgbClr val="FF0000"/>
                  </a:solidFill>
                </a:rPr>
                <a:t>E</a:t>
              </a:r>
              <a:r>
                <a:rPr lang="en-US" altLang="zh-CN" sz="2000" b="1" i="1" baseline="-25000">
                  <a:solidFill>
                    <a:srgbClr val="FF0000"/>
                  </a:solidFill>
                </a:rPr>
                <a:t>s</a:t>
              </a:r>
              <a:r>
                <a:rPr lang="en-US" altLang="zh-CN" sz="2000" b="1" baseline="-25000">
                  <a:solidFill>
                    <a:srgbClr val="FF0000"/>
                  </a:solidFill>
                </a:rPr>
                <a:t>2</a:t>
              </a:r>
              <a:endParaRPr lang="en-US" altLang="zh-CN" sz="2000" b="1">
                <a:solidFill>
                  <a:srgbClr val="FF0000"/>
                </a:solidFill>
              </a:endParaRPr>
            </a:p>
          </p:txBody>
        </p:sp>
      </p:grpSp>
      <p:grpSp>
        <p:nvGrpSpPr>
          <p:cNvPr id="4" name="Group 35">
            <a:extLst>
              <a:ext uri="{FF2B5EF4-FFF2-40B4-BE49-F238E27FC236}">
                <a16:creationId xmlns:a16="http://schemas.microsoft.com/office/drawing/2014/main" id="{4056D5D1-DCC5-4043-9A74-1A88ECD82849}"/>
              </a:ext>
            </a:extLst>
          </p:cNvPr>
          <p:cNvGrpSpPr>
            <a:grpSpLocks/>
          </p:cNvGrpSpPr>
          <p:nvPr/>
        </p:nvGrpSpPr>
        <p:grpSpPr bwMode="auto">
          <a:xfrm>
            <a:off x="5327650" y="1989138"/>
            <a:ext cx="1439863" cy="2381250"/>
            <a:chOff x="3243" y="2296"/>
            <a:chExt cx="862" cy="1606"/>
          </a:xfrm>
        </p:grpSpPr>
        <p:sp>
          <p:nvSpPr>
            <p:cNvPr id="56338" name="Line 27">
              <a:extLst>
                <a:ext uri="{FF2B5EF4-FFF2-40B4-BE49-F238E27FC236}">
                  <a16:creationId xmlns:a16="http://schemas.microsoft.com/office/drawing/2014/main" id="{9FA555C1-CC09-4EF7-9386-4613BEFB2C7B}"/>
                </a:ext>
              </a:extLst>
            </p:cNvPr>
            <p:cNvSpPr>
              <a:spLocks noChangeShapeType="1"/>
            </p:cNvSpPr>
            <p:nvPr/>
          </p:nvSpPr>
          <p:spPr bwMode="auto">
            <a:xfrm flipV="1">
              <a:off x="3243" y="2387"/>
              <a:ext cx="862" cy="127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339" name="Line 28">
              <a:extLst>
                <a:ext uri="{FF2B5EF4-FFF2-40B4-BE49-F238E27FC236}">
                  <a16:creationId xmlns:a16="http://schemas.microsoft.com/office/drawing/2014/main" id="{A3F44B10-D031-40F7-9845-9A8FBD2EF637}"/>
                </a:ext>
              </a:extLst>
            </p:cNvPr>
            <p:cNvSpPr>
              <a:spLocks noChangeShapeType="1"/>
            </p:cNvSpPr>
            <p:nvPr/>
          </p:nvSpPr>
          <p:spPr bwMode="auto">
            <a:xfrm>
              <a:off x="3742" y="2931"/>
              <a:ext cx="0" cy="726"/>
            </a:xfrm>
            <a:prstGeom prst="line">
              <a:avLst/>
            </a:prstGeom>
            <a:noFill/>
            <a:ln w="9525">
              <a:solidFill>
                <a:srgbClr val="FF0000"/>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340" name="Text Box 29">
              <a:extLst>
                <a:ext uri="{FF2B5EF4-FFF2-40B4-BE49-F238E27FC236}">
                  <a16:creationId xmlns:a16="http://schemas.microsoft.com/office/drawing/2014/main" id="{04D4B61A-C273-454A-A6DE-AC22C85CC04F}"/>
                </a:ext>
              </a:extLst>
            </p:cNvPr>
            <p:cNvSpPr txBox="1">
              <a:spLocks noChangeArrowheads="1"/>
            </p:cNvSpPr>
            <p:nvPr/>
          </p:nvSpPr>
          <p:spPr bwMode="auto">
            <a:xfrm>
              <a:off x="3585" y="3635"/>
              <a:ext cx="384" cy="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i="1">
                  <a:solidFill>
                    <a:srgbClr val="FF0000"/>
                  </a:solidFill>
                </a:rPr>
                <a:t>E</a:t>
              </a:r>
              <a:r>
                <a:rPr lang="en-US" altLang="zh-CN" sz="2000" b="1" i="1" baseline="-25000">
                  <a:solidFill>
                    <a:srgbClr val="FF0000"/>
                  </a:solidFill>
                </a:rPr>
                <a:t>s</a:t>
              </a:r>
              <a:r>
                <a:rPr lang="en-US" altLang="zh-CN" sz="2000" b="1" baseline="-25000">
                  <a:solidFill>
                    <a:srgbClr val="FF0000"/>
                  </a:solidFill>
                </a:rPr>
                <a:t>1</a:t>
              </a:r>
              <a:endParaRPr lang="en-US" altLang="zh-CN" sz="2000" b="1">
                <a:solidFill>
                  <a:srgbClr val="FF0000"/>
                </a:solidFill>
              </a:endParaRPr>
            </a:p>
          </p:txBody>
        </p:sp>
        <p:sp>
          <p:nvSpPr>
            <p:cNvPr id="56341" name="Text Box 30">
              <a:extLst>
                <a:ext uri="{FF2B5EF4-FFF2-40B4-BE49-F238E27FC236}">
                  <a16:creationId xmlns:a16="http://schemas.microsoft.com/office/drawing/2014/main" id="{9FDEF4FB-92AB-4570-97EE-F79E0AC9805B}"/>
                </a:ext>
              </a:extLst>
            </p:cNvPr>
            <p:cNvSpPr txBox="1">
              <a:spLocks noChangeArrowheads="1"/>
            </p:cNvSpPr>
            <p:nvPr/>
          </p:nvSpPr>
          <p:spPr bwMode="auto">
            <a:xfrm>
              <a:off x="3673" y="2296"/>
              <a:ext cx="432"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i="1">
                  <a:solidFill>
                    <a:srgbClr val="FF3300"/>
                  </a:solidFill>
                </a:rPr>
                <a:t>S</a:t>
              </a:r>
              <a:r>
                <a:rPr lang="en-US" altLang="zh-CN" sz="2000" b="1">
                  <a:solidFill>
                    <a:srgbClr val="FF3300"/>
                  </a:solidFill>
                </a:rPr>
                <a:t>(</a:t>
              </a:r>
              <a:r>
                <a:rPr lang="en-US" altLang="zh-CN" sz="2000" b="1" i="1">
                  <a:solidFill>
                    <a:srgbClr val="FF3300"/>
                  </a:solidFill>
                </a:rPr>
                <a:t>E</a:t>
              </a:r>
              <a:r>
                <a:rPr lang="en-US" altLang="zh-CN" sz="2000" b="1">
                  <a:solidFill>
                    <a:srgbClr val="FF3300"/>
                  </a:solidFill>
                </a:rPr>
                <a:t>)</a:t>
              </a:r>
            </a:p>
          </p:txBody>
        </p:sp>
      </p:grpSp>
      <p:grpSp>
        <p:nvGrpSpPr>
          <p:cNvPr id="5" name="Group 42">
            <a:extLst>
              <a:ext uri="{FF2B5EF4-FFF2-40B4-BE49-F238E27FC236}">
                <a16:creationId xmlns:a16="http://schemas.microsoft.com/office/drawing/2014/main" id="{3776C57D-753B-4EF2-8967-6AFF449B5671}"/>
              </a:ext>
            </a:extLst>
          </p:cNvPr>
          <p:cNvGrpSpPr>
            <a:grpSpLocks/>
          </p:cNvGrpSpPr>
          <p:nvPr/>
        </p:nvGrpSpPr>
        <p:grpSpPr bwMode="auto">
          <a:xfrm>
            <a:off x="5327650" y="1916113"/>
            <a:ext cx="877888" cy="2017712"/>
            <a:chOff x="3288" y="2341"/>
            <a:chExt cx="553" cy="1271"/>
          </a:xfrm>
        </p:grpSpPr>
        <p:sp>
          <p:nvSpPr>
            <p:cNvPr id="56343" name="Line 25">
              <a:extLst>
                <a:ext uri="{FF2B5EF4-FFF2-40B4-BE49-F238E27FC236}">
                  <a16:creationId xmlns:a16="http://schemas.microsoft.com/office/drawing/2014/main" id="{0C67E4B1-5A54-4FA7-8C8A-3EAF890063D3}"/>
                </a:ext>
              </a:extLst>
            </p:cNvPr>
            <p:cNvSpPr>
              <a:spLocks noChangeShapeType="1"/>
            </p:cNvSpPr>
            <p:nvPr/>
          </p:nvSpPr>
          <p:spPr bwMode="auto">
            <a:xfrm flipV="1">
              <a:off x="3288" y="2568"/>
              <a:ext cx="182" cy="10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344" name="Text Box 31">
              <a:extLst>
                <a:ext uri="{FF2B5EF4-FFF2-40B4-BE49-F238E27FC236}">
                  <a16:creationId xmlns:a16="http://schemas.microsoft.com/office/drawing/2014/main" id="{F99C6F3F-0F88-470B-A86B-71B947D7FB0F}"/>
                </a:ext>
              </a:extLst>
            </p:cNvPr>
            <p:cNvSpPr txBox="1">
              <a:spLocks noChangeArrowheads="1"/>
            </p:cNvSpPr>
            <p:nvPr/>
          </p:nvSpPr>
          <p:spPr bwMode="auto">
            <a:xfrm>
              <a:off x="3334" y="2341"/>
              <a:ext cx="50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i="1"/>
                <a:t>pNE</a:t>
              </a:r>
            </a:p>
          </p:txBody>
        </p:sp>
      </p:grpSp>
      <p:grpSp>
        <p:nvGrpSpPr>
          <p:cNvPr id="6" name="Group 43">
            <a:extLst>
              <a:ext uri="{FF2B5EF4-FFF2-40B4-BE49-F238E27FC236}">
                <a16:creationId xmlns:a16="http://schemas.microsoft.com/office/drawing/2014/main" id="{7240AEFC-559D-4E15-A4CC-D36960993A00}"/>
              </a:ext>
            </a:extLst>
          </p:cNvPr>
          <p:cNvGrpSpPr>
            <a:grpSpLocks/>
          </p:cNvGrpSpPr>
          <p:nvPr/>
        </p:nvGrpSpPr>
        <p:grpSpPr bwMode="auto">
          <a:xfrm>
            <a:off x="5327650" y="1916113"/>
            <a:ext cx="2808288" cy="2414587"/>
            <a:chOff x="3288" y="2341"/>
            <a:chExt cx="1769" cy="1521"/>
          </a:xfrm>
        </p:grpSpPr>
        <p:sp>
          <p:nvSpPr>
            <p:cNvPr id="56346" name="Text Box 17">
              <a:extLst>
                <a:ext uri="{FF2B5EF4-FFF2-40B4-BE49-F238E27FC236}">
                  <a16:creationId xmlns:a16="http://schemas.microsoft.com/office/drawing/2014/main" id="{6673D094-6408-4A09-B75E-FC8A6D561DD1}"/>
                </a:ext>
              </a:extLst>
            </p:cNvPr>
            <p:cNvSpPr txBox="1">
              <a:spLocks noChangeArrowheads="1"/>
            </p:cNvSpPr>
            <p:nvPr/>
          </p:nvSpPr>
          <p:spPr bwMode="auto">
            <a:xfrm>
              <a:off x="4032" y="3612"/>
              <a:ext cx="34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i="1"/>
                <a:t>E</a:t>
              </a:r>
              <a:r>
                <a:rPr lang="en-US" altLang="zh-CN" sz="2000" b="1" i="1" baseline="30000"/>
                <a:t>*</a:t>
              </a:r>
              <a:endParaRPr lang="en-US" altLang="zh-CN" sz="2000" b="1" i="1"/>
            </a:p>
          </p:txBody>
        </p:sp>
        <p:sp>
          <p:nvSpPr>
            <p:cNvPr id="56347" name="Line 18">
              <a:extLst>
                <a:ext uri="{FF2B5EF4-FFF2-40B4-BE49-F238E27FC236}">
                  <a16:creationId xmlns:a16="http://schemas.microsoft.com/office/drawing/2014/main" id="{2DE07860-DEF6-426D-A409-E0FF478F9FE5}"/>
                </a:ext>
              </a:extLst>
            </p:cNvPr>
            <p:cNvSpPr>
              <a:spLocks noChangeShapeType="1"/>
            </p:cNvSpPr>
            <p:nvPr/>
          </p:nvSpPr>
          <p:spPr bwMode="auto">
            <a:xfrm>
              <a:off x="4150" y="2872"/>
              <a:ext cx="0" cy="74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348" name="Line 26">
              <a:extLst>
                <a:ext uri="{FF2B5EF4-FFF2-40B4-BE49-F238E27FC236}">
                  <a16:creationId xmlns:a16="http://schemas.microsoft.com/office/drawing/2014/main" id="{3E37B52E-99EA-42FC-A732-608C0B751F7B}"/>
                </a:ext>
              </a:extLst>
            </p:cNvPr>
            <p:cNvSpPr>
              <a:spLocks noChangeShapeType="1"/>
            </p:cNvSpPr>
            <p:nvPr/>
          </p:nvSpPr>
          <p:spPr bwMode="auto">
            <a:xfrm flipV="1">
              <a:off x="3288" y="2568"/>
              <a:ext cx="1225" cy="108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349" name="Text Box 32">
              <a:extLst>
                <a:ext uri="{FF2B5EF4-FFF2-40B4-BE49-F238E27FC236}">
                  <a16:creationId xmlns:a16="http://schemas.microsoft.com/office/drawing/2014/main" id="{E4B9B4BA-3880-45F8-B175-4495396BC1B9}"/>
                </a:ext>
              </a:extLst>
            </p:cNvPr>
            <p:cNvSpPr txBox="1">
              <a:spLocks noChangeArrowheads="1"/>
            </p:cNvSpPr>
            <p:nvPr/>
          </p:nvSpPr>
          <p:spPr bwMode="auto">
            <a:xfrm>
              <a:off x="4513" y="2341"/>
              <a:ext cx="54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i="1"/>
                <a:t>pNE</a:t>
              </a:r>
              <a:r>
                <a:rPr lang="en-US" altLang="zh-CN" sz="2000" b="1"/>
                <a:t>/2</a:t>
              </a:r>
            </a:p>
          </p:txBody>
        </p:sp>
      </p:grpSp>
      <p:graphicFrame>
        <p:nvGraphicFramePr>
          <p:cNvPr id="122927" name="Object 47">
            <a:extLst>
              <a:ext uri="{FF2B5EF4-FFF2-40B4-BE49-F238E27FC236}">
                <a16:creationId xmlns:a16="http://schemas.microsoft.com/office/drawing/2014/main" id="{AC9ECF75-F1BE-4D04-9FE6-91D69055829F}"/>
              </a:ext>
            </a:extLst>
          </p:cNvPr>
          <p:cNvGraphicFramePr>
            <a:graphicFrameLocks noGrp="1" noChangeAspect="1"/>
          </p:cNvGraphicFramePr>
          <p:nvPr>
            <p:ph sz="half" idx="4294967295"/>
          </p:nvPr>
        </p:nvGraphicFramePr>
        <p:xfrm>
          <a:off x="5940425" y="560388"/>
          <a:ext cx="2586038" cy="414337"/>
        </p:xfrm>
        <a:graphic>
          <a:graphicData uri="http://schemas.openxmlformats.org/presentationml/2006/ole">
            <mc:AlternateContent xmlns:mc="http://schemas.openxmlformats.org/markup-compatibility/2006">
              <mc:Choice xmlns:v="urn:schemas-microsoft-com:vml" Requires="v">
                <p:oleObj spid="_x0000_s56395" name="公式" r:id="rId3" imgW="1269449" imgH="203112" progId="Equation.3">
                  <p:embed/>
                </p:oleObj>
              </mc:Choice>
              <mc:Fallback>
                <p:oleObj name="公式" r:id="rId3" imgW="1269449" imgH="203112" progId="Equation.3">
                  <p:embed/>
                  <p:pic>
                    <p:nvPicPr>
                      <p:cNvPr id="0" name="Object 47"/>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40425" y="560388"/>
                        <a:ext cx="2586038" cy="414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2939" name="Object 59">
            <a:extLst>
              <a:ext uri="{FF2B5EF4-FFF2-40B4-BE49-F238E27FC236}">
                <a16:creationId xmlns:a16="http://schemas.microsoft.com/office/drawing/2014/main" id="{024D9FD6-23BB-44D3-8D7C-6B12B84F9E5E}"/>
              </a:ext>
            </a:extLst>
          </p:cNvPr>
          <p:cNvGraphicFramePr>
            <a:graphicFrameLocks noGrp="1" noChangeAspect="1"/>
          </p:cNvGraphicFramePr>
          <p:nvPr>
            <p:ph sz="quarter" idx="4294967295"/>
          </p:nvPr>
        </p:nvGraphicFramePr>
        <p:xfrm>
          <a:off x="250825" y="1989138"/>
          <a:ext cx="2303463" cy="460375"/>
        </p:xfrm>
        <a:graphic>
          <a:graphicData uri="http://schemas.openxmlformats.org/presentationml/2006/ole">
            <mc:AlternateContent xmlns:mc="http://schemas.openxmlformats.org/markup-compatibility/2006">
              <mc:Choice xmlns:v="urn:schemas-microsoft-com:vml" Requires="v">
                <p:oleObj spid="_x0000_s56396" name="公式" r:id="rId5" imgW="1016000" imgH="203200" progId="Equation.3">
                  <p:embed/>
                </p:oleObj>
              </mc:Choice>
              <mc:Fallback>
                <p:oleObj name="公式" r:id="rId5" imgW="1016000" imgH="203200" progId="Equation.3">
                  <p:embed/>
                  <p:pic>
                    <p:nvPicPr>
                      <p:cNvPr id="0" name="Object 59"/>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0825" y="1989138"/>
                        <a:ext cx="2303463"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7" name="Group 87">
            <a:extLst>
              <a:ext uri="{FF2B5EF4-FFF2-40B4-BE49-F238E27FC236}">
                <a16:creationId xmlns:a16="http://schemas.microsoft.com/office/drawing/2014/main" id="{B477F83C-1EE6-4B82-AAFC-6079A2751D36}"/>
              </a:ext>
            </a:extLst>
          </p:cNvPr>
          <p:cNvGrpSpPr>
            <a:grpSpLocks/>
          </p:cNvGrpSpPr>
          <p:nvPr/>
        </p:nvGrpSpPr>
        <p:grpSpPr bwMode="auto">
          <a:xfrm>
            <a:off x="1403350" y="476250"/>
            <a:ext cx="3290888" cy="771525"/>
            <a:chOff x="884" y="300"/>
            <a:chExt cx="2073" cy="486"/>
          </a:xfrm>
        </p:grpSpPr>
        <p:graphicFrame>
          <p:nvGraphicFramePr>
            <p:cNvPr id="56353" name="Object 24">
              <a:extLst>
                <a:ext uri="{FF2B5EF4-FFF2-40B4-BE49-F238E27FC236}">
                  <a16:creationId xmlns:a16="http://schemas.microsoft.com/office/drawing/2014/main" id="{018BFC36-BEEB-427B-8672-36ADFDF55C80}"/>
                </a:ext>
              </a:extLst>
            </p:cNvPr>
            <p:cNvGraphicFramePr>
              <a:graphicFrameLocks noChangeAspect="1"/>
            </p:cNvGraphicFramePr>
            <p:nvPr/>
          </p:nvGraphicFramePr>
          <p:xfrm>
            <a:off x="1429" y="300"/>
            <a:ext cx="1528" cy="486"/>
          </p:xfrm>
          <a:graphic>
            <a:graphicData uri="http://schemas.openxmlformats.org/presentationml/2006/ole">
              <mc:AlternateContent xmlns:mc="http://schemas.openxmlformats.org/markup-compatibility/2006">
                <mc:Choice xmlns:v="urn:schemas-microsoft-com:vml" Requires="v">
                  <p:oleObj spid="_x0000_s56397" name="公式" r:id="rId7" imgW="1231366" imgH="393529" progId="Equation.3">
                    <p:embed/>
                  </p:oleObj>
                </mc:Choice>
                <mc:Fallback>
                  <p:oleObj name="公式" r:id="rId7" imgW="1231366" imgH="393529" progId="Equation.3">
                    <p:embed/>
                    <p:pic>
                      <p:nvPicPr>
                        <p:cNvPr id="0" name="Object 2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29" y="300"/>
                          <a:ext cx="1528" cy="486"/>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6354" name="Rectangle 50">
              <a:extLst>
                <a:ext uri="{FF2B5EF4-FFF2-40B4-BE49-F238E27FC236}">
                  <a16:creationId xmlns:a16="http://schemas.microsoft.com/office/drawing/2014/main" id="{B99E96BA-F945-4B5F-9661-37374CDD0157}"/>
                </a:ext>
              </a:extLst>
            </p:cNvPr>
            <p:cNvSpPr>
              <a:spLocks noChangeArrowheads="1"/>
            </p:cNvSpPr>
            <p:nvPr/>
          </p:nvSpPr>
          <p:spPr bwMode="auto">
            <a:xfrm>
              <a:off x="884" y="346"/>
              <a:ext cx="56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t>收入</a:t>
              </a:r>
            </a:p>
          </p:txBody>
        </p:sp>
      </p:grpSp>
      <p:grpSp>
        <p:nvGrpSpPr>
          <p:cNvPr id="8" name="Group 88">
            <a:extLst>
              <a:ext uri="{FF2B5EF4-FFF2-40B4-BE49-F238E27FC236}">
                <a16:creationId xmlns:a16="http://schemas.microsoft.com/office/drawing/2014/main" id="{2FF448A0-66E4-4C24-A313-7F68FB820E3E}"/>
              </a:ext>
            </a:extLst>
          </p:cNvPr>
          <p:cNvGrpSpPr>
            <a:grpSpLocks/>
          </p:cNvGrpSpPr>
          <p:nvPr/>
        </p:nvGrpSpPr>
        <p:grpSpPr bwMode="auto">
          <a:xfrm>
            <a:off x="1403350" y="1196975"/>
            <a:ext cx="2305050" cy="519113"/>
            <a:chOff x="884" y="754"/>
            <a:chExt cx="1452" cy="327"/>
          </a:xfrm>
        </p:grpSpPr>
        <p:graphicFrame>
          <p:nvGraphicFramePr>
            <p:cNvPr id="56356" name="Object 46">
              <a:extLst>
                <a:ext uri="{FF2B5EF4-FFF2-40B4-BE49-F238E27FC236}">
                  <a16:creationId xmlns:a16="http://schemas.microsoft.com/office/drawing/2014/main" id="{B289769B-9A63-4605-B37F-83DFA116C18B}"/>
                </a:ext>
              </a:extLst>
            </p:cNvPr>
            <p:cNvGraphicFramePr>
              <a:graphicFrameLocks noChangeAspect="1"/>
            </p:cNvGraphicFramePr>
            <p:nvPr/>
          </p:nvGraphicFramePr>
          <p:xfrm>
            <a:off x="1429" y="799"/>
            <a:ext cx="907" cy="272"/>
          </p:xfrm>
          <a:graphic>
            <a:graphicData uri="http://schemas.openxmlformats.org/presentationml/2006/ole">
              <mc:AlternateContent xmlns:mc="http://schemas.openxmlformats.org/markup-compatibility/2006">
                <mc:Choice xmlns:v="urn:schemas-microsoft-com:vml" Requires="v">
                  <p:oleObj spid="_x0000_s56398" name="公式" r:id="rId9" imgW="672808" imgH="203112" progId="Equation.3">
                    <p:embed/>
                  </p:oleObj>
                </mc:Choice>
                <mc:Fallback>
                  <p:oleObj name="公式" r:id="rId9" imgW="672808" imgH="203112" progId="Equation.3">
                    <p:embed/>
                    <p:pic>
                      <p:nvPicPr>
                        <p:cNvPr id="0" name="Object 4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29" y="799"/>
                          <a:ext cx="907" cy="272"/>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6357" name="Rectangle 52">
              <a:extLst>
                <a:ext uri="{FF2B5EF4-FFF2-40B4-BE49-F238E27FC236}">
                  <a16:creationId xmlns:a16="http://schemas.microsoft.com/office/drawing/2014/main" id="{EB5F8FF2-AC25-4D01-B703-07AA6F00F499}"/>
                </a:ext>
              </a:extLst>
            </p:cNvPr>
            <p:cNvSpPr>
              <a:spLocks noChangeArrowheads="1"/>
            </p:cNvSpPr>
            <p:nvPr/>
          </p:nvSpPr>
          <p:spPr bwMode="auto">
            <a:xfrm>
              <a:off x="884" y="754"/>
              <a:ext cx="56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t>支出</a:t>
              </a:r>
            </a:p>
          </p:txBody>
        </p:sp>
      </p:grpSp>
      <p:sp>
        <p:nvSpPr>
          <p:cNvPr id="122934" name="Rectangle 54">
            <a:extLst>
              <a:ext uri="{FF2B5EF4-FFF2-40B4-BE49-F238E27FC236}">
                <a16:creationId xmlns:a16="http://schemas.microsoft.com/office/drawing/2014/main" id="{F02A35BD-7108-408A-A3A7-7546BAE2AC5E}"/>
              </a:ext>
            </a:extLst>
          </p:cNvPr>
          <p:cNvSpPr>
            <a:spLocks noChangeArrowheads="1"/>
          </p:cNvSpPr>
          <p:nvPr/>
        </p:nvSpPr>
        <p:spPr bwMode="auto">
          <a:xfrm>
            <a:off x="5003800" y="476250"/>
            <a:ext cx="8953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t>利润</a:t>
            </a:r>
          </a:p>
        </p:txBody>
      </p:sp>
      <p:grpSp>
        <p:nvGrpSpPr>
          <p:cNvPr id="9" name="Group 90">
            <a:extLst>
              <a:ext uri="{FF2B5EF4-FFF2-40B4-BE49-F238E27FC236}">
                <a16:creationId xmlns:a16="http://schemas.microsoft.com/office/drawing/2014/main" id="{9E3AFB06-032C-4311-A15E-2414DD83E919}"/>
              </a:ext>
            </a:extLst>
          </p:cNvPr>
          <p:cNvGrpSpPr>
            <a:grpSpLocks/>
          </p:cNvGrpSpPr>
          <p:nvPr/>
        </p:nvGrpSpPr>
        <p:grpSpPr bwMode="auto">
          <a:xfrm>
            <a:off x="6011863" y="1052513"/>
            <a:ext cx="2728912" cy="519112"/>
            <a:chOff x="3787" y="663"/>
            <a:chExt cx="1719" cy="327"/>
          </a:xfrm>
        </p:grpSpPr>
        <p:sp>
          <p:nvSpPr>
            <p:cNvPr id="56360" name="Rectangle 56">
              <a:extLst>
                <a:ext uri="{FF2B5EF4-FFF2-40B4-BE49-F238E27FC236}">
                  <a16:creationId xmlns:a16="http://schemas.microsoft.com/office/drawing/2014/main" id="{C0B4D1DA-E26C-46FB-B366-8F016CD27977}"/>
                </a:ext>
              </a:extLst>
            </p:cNvPr>
            <p:cNvSpPr>
              <a:spLocks noChangeArrowheads="1"/>
            </p:cNvSpPr>
            <p:nvPr/>
          </p:nvSpPr>
          <p:spPr bwMode="auto">
            <a:xfrm>
              <a:off x="4286" y="663"/>
              <a:ext cx="122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t>临界强度</a:t>
              </a:r>
              <a:r>
                <a:rPr lang="en-US" altLang="zh-CN" sz="2800" b="1" i="1"/>
                <a:t>E</a:t>
              </a:r>
              <a:r>
                <a:rPr lang="en-US" altLang="zh-CN" sz="2800" b="1" i="1" baseline="-25000"/>
                <a:t>s</a:t>
              </a:r>
            </a:p>
          </p:txBody>
        </p:sp>
        <p:sp>
          <p:nvSpPr>
            <p:cNvPr id="56361" name="Text Box 57">
              <a:extLst>
                <a:ext uri="{FF2B5EF4-FFF2-40B4-BE49-F238E27FC236}">
                  <a16:creationId xmlns:a16="http://schemas.microsoft.com/office/drawing/2014/main" id="{D0578E23-619A-4FD7-A04C-8F147177A4D2}"/>
                </a:ext>
              </a:extLst>
            </p:cNvPr>
            <p:cNvSpPr txBox="1">
              <a:spLocks noChangeArrowheads="1"/>
            </p:cNvSpPr>
            <p:nvPr/>
          </p:nvSpPr>
          <p:spPr bwMode="auto">
            <a:xfrm>
              <a:off x="3787" y="663"/>
              <a:ext cx="45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a:t>=0</a:t>
              </a:r>
            </a:p>
          </p:txBody>
        </p:sp>
        <p:sp>
          <p:nvSpPr>
            <p:cNvPr id="56362" name="AutoShape 58">
              <a:extLst>
                <a:ext uri="{FF2B5EF4-FFF2-40B4-BE49-F238E27FC236}">
                  <a16:creationId xmlns:a16="http://schemas.microsoft.com/office/drawing/2014/main" id="{44D8429C-ACDE-44A7-880C-BEE46B70B856}"/>
                </a:ext>
              </a:extLst>
            </p:cNvPr>
            <p:cNvSpPr>
              <a:spLocks noChangeArrowheads="1"/>
            </p:cNvSpPr>
            <p:nvPr/>
          </p:nvSpPr>
          <p:spPr bwMode="auto">
            <a:xfrm>
              <a:off x="4195" y="663"/>
              <a:ext cx="91" cy="306"/>
            </a:xfrm>
            <a:prstGeom prst="rightArrow">
              <a:avLst>
                <a:gd name="adj1" fmla="val 50000"/>
                <a:gd name="adj2" fmla="val 25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aphicFrame>
        <p:nvGraphicFramePr>
          <p:cNvPr id="122945" name="Object 65">
            <a:extLst>
              <a:ext uri="{FF2B5EF4-FFF2-40B4-BE49-F238E27FC236}">
                <a16:creationId xmlns:a16="http://schemas.microsoft.com/office/drawing/2014/main" id="{5BBE984D-25A6-4B6D-B023-11B2CC3C4417}"/>
              </a:ext>
            </a:extLst>
          </p:cNvPr>
          <p:cNvGraphicFramePr>
            <a:graphicFrameLocks noChangeAspect="1"/>
          </p:cNvGraphicFramePr>
          <p:nvPr/>
        </p:nvGraphicFramePr>
        <p:xfrm>
          <a:off x="2627313" y="1989138"/>
          <a:ext cx="2227262" cy="449262"/>
        </p:xfrm>
        <a:graphic>
          <a:graphicData uri="http://schemas.openxmlformats.org/presentationml/2006/ole">
            <mc:AlternateContent xmlns:mc="http://schemas.openxmlformats.org/markup-compatibility/2006">
              <mc:Choice xmlns:v="urn:schemas-microsoft-com:vml" Requires="v">
                <p:oleObj spid="_x0000_s56399" name="公式" r:id="rId11" imgW="1206500" imgH="203200" progId="Equation.3">
                  <p:embed/>
                </p:oleObj>
              </mc:Choice>
              <mc:Fallback>
                <p:oleObj name="公式" r:id="rId11" imgW="1206500" imgH="203200" progId="Equation.3">
                  <p:embed/>
                  <p:pic>
                    <p:nvPicPr>
                      <p:cNvPr id="0" name="Object 6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627313" y="1989138"/>
                        <a:ext cx="2227262" cy="449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2955" name="Rectangle 75">
            <a:extLst>
              <a:ext uri="{FF2B5EF4-FFF2-40B4-BE49-F238E27FC236}">
                <a16:creationId xmlns:a16="http://schemas.microsoft.com/office/drawing/2014/main" id="{DDA9B7BA-0C96-4480-8A19-30D474EC9F48}"/>
              </a:ext>
            </a:extLst>
          </p:cNvPr>
          <p:cNvSpPr>
            <a:spLocks noChangeArrowheads="1"/>
          </p:cNvSpPr>
          <p:nvPr/>
        </p:nvSpPr>
        <p:spPr bwMode="auto">
          <a:xfrm>
            <a:off x="2195513" y="2636838"/>
            <a:ext cx="27622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a:solidFill>
                  <a:srgbClr val="FF3300"/>
                </a:solidFill>
              </a:rPr>
              <a:t> </a:t>
            </a:r>
            <a:r>
              <a:rPr lang="zh-CN" altLang="en-US" sz="2800" b="1">
                <a:solidFill>
                  <a:srgbClr val="FF3300"/>
                </a:solidFill>
              </a:rPr>
              <a:t>经济学捕捞过度</a:t>
            </a:r>
          </a:p>
        </p:txBody>
      </p:sp>
      <p:grpSp>
        <p:nvGrpSpPr>
          <p:cNvPr id="10" name="Group 92">
            <a:extLst>
              <a:ext uri="{FF2B5EF4-FFF2-40B4-BE49-F238E27FC236}">
                <a16:creationId xmlns:a16="http://schemas.microsoft.com/office/drawing/2014/main" id="{426E9CC4-5758-4773-BAD9-83675C93E854}"/>
              </a:ext>
            </a:extLst>
          </p:cNvPr>
          <p:cNvGrpSpPr>
            <a:grpSpLocks/>
          </p:cNvGrpSpPr>
          <p:nvPr/>
        </p:nvGrpSpPr>
        <p:grpSpPr bwMode="auto">
          <a:xfrm>
            <a:off x="395288" y="2636838"/>
            <a:ext cx="1944687" cy="490537"/>
            <a:chOff x="975" y="2840"/>
            <a:chExt cx="1225" cy="309"/>
          </a:xfrm>
        </p:grpSpPr>
        <p:graphicFrame>
          <p:nvGraphicFramePr>
            <p:cNvPr id="56366" name="Object 72">
              <a:extLst>
                <a:ext uri="{FF2B5EF4-FFF2-40B4-BE49-F238E27FC236}">
                  <a16:creationId xmlns:a16="http://schemas.microsoft.com/office/drawing/2014/main" id="{66DD86B8-5917-4FEA-9B9E-29241C917E0A}"/>
                </a:ext>
              </a:extLst>
            </p:cNvPr>
            <p:cNvGraphicFramePr>
              <a:graphicFrameLocks noChangeAspect="1"/>
            </p:cNvGraphicFramePr>
            <p:nvPr/>
          </p:nvGraphicFramePr>
          <p:xfrm>
            <a:off x="1111" y="2840"/>
            <a:ext cx="1089" cy="309"/>
          </p:xfrm>
          <a:graphic>
            <a:graphicData uri="http://schemas.openxmlformats.org/presentationml/2006/ole">
              <mc:AlternateContent xmlns:mc="http://schemas.openxmlformats.org/markup-compatibility/2006">
                <mc:Choice xmlns:v="urn:schemas-microsoft-com:vml" Requires="v">
                  <p:oleObj spid="_x0000_s56400" name="公式" r:id="rId13" imgW="850531" imgH="241195" progId="Equation.3">
                    <p:embed/>
                  </p:oleObj>
                </mc:Choice>
                <mc:Fallback>
                  <p:oleObj name="公式" r:id="rId13" imgW="850531" imgH="241195" progId="Equation.3">
                    <p:embed/>
                    <p:pic>
                      <p:nvPicPr>
                        <p:cNvPr id="0" name="Object 7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111" y="2840"/>
                          <a:ext cx="1089"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6367" name="AutoShape 73">
              <a:extLst>
                <a:ext uri="{FF2B5EF4-FFF2-40B4-BE49-F238E27FC236}">
                  <a16:creationId xmlns:a16="http://schemas.microsoft.com/office/drawing/2014/main" id="{D0173BCA-906B-4B2C-8005-840920BC0BAC}"/>
                </a:ext>
              </a:extLst>
            </p:cNvPr>
            <p:cNvSpPr>
              <a:spLocks noChangeArrowheads="1"/>
            </p:cNvSpPr>
            <p:nvPr/>
          </p:nvSpPr>
          <p:spPr bwMode="auto">
            <a:xfrm>
              <a:off x="975" y="2840"/>
              <a:ext cx="91" cy="306"/>
            </a:xfrm>
            <a:prstGeom prst="rightArrow">
              <a:avLst>
                <a:gd name="adj1" fmla="val 50000"/>
                <a:gd name="adj2" fmla="val 25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aphicFrame>
        <p:nvGraphicFramePr>
          <p:cNvPr id="122959" name="Object 79">
            <a:extLst>
              <a:ext uri="{FF2B5EF4-FFF2-40B4-BE49-F238E27FC236}">
                <a16:creationId xmlns:a16="http://schemas.microsoft.com/office/drawing/2014/main" id="{E74F8BF7-875F-4603-8CCC-FAC6EE64C4DB}"/>
              </a:ext>
            </a:extLst>
          </p:cNvPr>
          <p:cNvGraphicFramePr>
            <a:graphicFrameLocks noChangeAspect="1"/>
          </p:cNvGraphicFramePr>
          <p:nvPr/>
        </p:nvGraphicFramePr>
        <p:xfrm>
          <a:off x="395288" y="3357563"/>
          <a:ext cx="1468437" cy="460375"/>
        </p:xfrm>
        <a:graphic>
          <a:graphicData uri="http://schemas.openxmlformats.org/presentationml/2006/ole">
            <mc:AlternateContent xmlns:mc="http://schemas.openxmlformats.org/markup-compatibility/2006">
              <mc:Choice xmlns:v="urn:schemas-microsoft-com:vml" Requires="v">
                <p:oleObj spid="_x0000_s56401" name="公式" r:id="rId15" imgW="647419" imgH="203112" progId="Equation.3">
                  <p:embed/>
                </p:oleObj>
              </mc:Choice>
              <mc:Fallback>
                <p:oleObj name="公式" r:id="rId15" imgW="647419" imgH="203112" progId="Equation.3">
                  <p:embed/>
                  <p:pic>
                    <p:nvPicPr>
                      <p:cNvPr id="0" name="Object 7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95288" y="3357563"/>
                        <a:ext cx="14684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2963" name="Object 83">
            <a:extLst>
              <a:ext uri="{FF2B5EF4-FFF2-40B4-BE49-F238E27FC236}">
                <a16:creationId xmlns:a16="http://schemas.microsoft.com/office/drawing/2014/main" id="{300DA20A-0794-4973-8DAD-1CC753B8CDF0}"/>
              </a:ext>
            </a:extLst>
          </p:cNvPr>
          <p:cNvGraphicFramePr>
            <a:graphicFrameLocks noChangeAspect="1"/>
          </p:cNvGraphicFramePr>
          <p:nvPr/>
        </p:nvGraphicFramePr>
        <p:xfrm>
          <a:off x="2051050" y="3357563"/>
          <a:ext cx="1430338" cy="449262"/>
        </p:xfrm>
        <a:graphic>
          <a:graphicData uri="http://schemas.openxmlformats.org/presentationml/2006/ole">
            <mc:AlternateContent xmlns:mc="http://schemas.openxmlformats.org/markup-compatibility/2006">
              <mc:Choice xmlns:v="urn:schemas-microsoft-com:vml" Requires="v">
                <p:oleObj spid="_x0000_s56402" name="公式" r:id="rId17" imgW="774364" imgH="203112" progId="Equation.3">
                  <p:embed/>
                </p:oleObj>
              </mc:Choice>
              <mc:Fallback>
                <p:oleObj name="公式" r:id="rId17" imgW="774364" imgH="203112" progId="Equation.3">
                  <p:embed/>
                  <p:pic>
                    <p:nvPicPr>
                      <p:cNvPr id="0" name="Object 8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051050" y="3357563"/>
                        <a:ext cx="1430338" cy="449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1" name="Group 93">
            <a:extLst>
              <a:ext uri="{FF2B5EF4-FFF2-40B4-BE49-F238E27FC236}">
                <a16:creationId xmlns:a16="http://schemas.microsoft.com/office/drawing/2014/main" id="{627B754A-55A7-4CBD-8F4D-8B8619CE04AC}"/>
              </a:ext>
            </a:extLst>
          </p:cNvPr>
          <p:cNvGrpSpPr>
            <a:grpSpLocks/>
          </p:cNvGrpSpPr>
          <p:nvPr/>
        </p:nvGrpSpPr>
        <p:grpSpPr bwMode="auto">
          <a:xfrm>
            <a:off x="395288" y="3933825"/>
            <a:ext cx="1958975" cy="525463"/>
            <a:chOff x="249" y="2478"/>
            <a:chExt cx="1234" cy="331"/>
          </a:xfrm>
        </p:grpSpPr>
        <p:graphicFrame>
          <p:nvGraphicFramePr>
            <p:cNvPr id="56371" name="Object 84">
              <a:extLst>
                <a:ext uri="{FF2B5EF4-FFF2-40B4-BE49-F238E27FC236}">
                  <a16:creationId xmlns:a16="http://schemas.microsoft.com/office/drawing/2014/main" id="{001CCCA5-6CA8-4E3A-B246-9B96159B1AE0}"/>
                </a:ext>
              </a:extLst>
            </p:cNvPr>
            <p:cNvGraphicFramePr>
              <a:graphicFrameLocks noChangeAspect="1"/>
            </p:cNvGraphicFramePr>
            <p:nvPr/>
          </p:nvGraphicFramePr>
          <p:xfrm>
            <a:off x="340" y="2490"/>
            <a:ext cx="1143" cy="319"/>
          </p:xfrm>
          <a:graphic>
            <a:graphicData uri="http://schemas.openxmlformats.org/presentationml/2006/ole">
              <mc:AlternateContent xmlns:mc="http://schemas.openxmlformats.org/markup-compatibility/2006">
                <mc:Choice xmlns:v="urn:schemas-microsoft-com:vml" Requires="v">
                  <p:oleObj spid="_x0000_s56403" name="公式" r:id="rId19" imgW="863225" imgH="241195" progId="Equation.3">
                    <p:embed/>
                  </p:oleObj>
                </mc:Choice>
                <mc:Fallback>
                  <p:oleObj name="公式" r:id="rId19" imgW="863225" imgH="241195" progId="Equation.3">
                    <p:embed/>
                    <p:pic>
                      <p:nvPicPr>
                        <p:cNvPr id="0" name="Object 84"/>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40" y="2490"/>
                          <a:ext cx="1143" cy="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6372" name="AutoShape 85">
              <a:extLst>
                <a:ext uri="{FF2B5EF4-FFF2-40B4-BE49-F238E27FC236}">
                  <a16:creationId xmlns:a16="http://schemas.microsoft.com/office/drawing/2014/main" id="{3757CD5A-3F25-47B8-B46E-8933C44FF47D}"/>
                </a:ext>
              </a:extLst>
            </p:cNvPr>
            <p:cNvSpPr>
              <a:spLocks noChangeArrowheads="1"/>
            </p:cNvSpPr>
            <p:nvPr/>
          </p:nvSpPr>
          <p:spPr bwMode="auto">
            <a:xfrm>
              <a:off x="249" y="2478"/>
              <a:ext cx="91" cy="306"/>
            </a:xfrm>
            <a:prstGeom prst="rightArrow">
              <a:avLst>
                <a:gd name="adj1" fmla="val 50000"/>
                <a:gd name="adj2" fmla="val 25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122966" name="Rectangle 86">
            <a:extLst>
              <a:ext uri="{FF2B5EF4-FFF2-40B4-BE49-F238E27FC236}">
                <a16:creationId xmlns:a16="http://schemas.microsoft.com/office/drawing/2014/main" id="{CFBB4AA0-AC2E-49DF-9EB8-2BF9CA9FDC8B}"/>
              </a:ext>
            </a:extLst>
          </p:cNvPr>
          <p:cNvSpPr>
            <a:spLocks noChangeArrowheads="1"/>
          </p:cNvSpPr>
          <p:nvPr/>
        </p:nvSpPr>
        <p:spPr bwMode="auto">
          <a:xfrm>
            <a:off x="2195513" y="3933825"/>
            <a:ext cx="27622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a:solidFill>
                  <a:srgbClr val="FF3300"/>
                </a:solidFill>
              </a:rPr>
              <a:t> </a:t>
            </a:r>
            <a:r>
              <a:rPr lang="zh-CN" altLang="en-US" sz="2800" b="1">
                <a:solidFill>
                  <a:srgbClr val="FF3300"/>
                </a:solidFill>
              </a:rPr>
              <a:t>生态学捕捞过度</a:t>
            </a:r>
          </a:p>
        </p:txBody>
      </p:sp>
      <p:sp>
        <p:nvSpPr>
          <p:cNvPr id="122974" name="Text Box 94">
            <a:extLst>
              <a:ext uri="{FF2B5EF4-FFF2-40B4-BE49-F238E27FC236}">
                <a16:creationId xmlns:a16="http://schemas.microsoft.com/office/drawing/2014/main" id="{4535FBA4-01BE-49E2-ABB4-D536650D7AE8}"/>
              </a:ext>
            </a:extLst>
          </p:cNvPr>
          <p:cNvSpPr txBox="1">
            <a:spLocks noChangeArrowheads="1"/>
          </p:cNvSpPr>
          <p:nvPr/>
        </p:nvSpPr>
        <p:spPr bwMode="auto">
          <a:xfrm>
            <a:off x="179388" y="4738688"/>
            <a:ext cx="1871662" cy="106680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latin typeface="楷体_GB2312" pitchFamily="49" charset="-122"/>
                <a:ea typeface="楷体_GB2312" pitchFamily="49" charset="-122"/>
              </a:rPr>
              <a:t>捕鱼业的持续收获</a:t>
            </a:r>
          </a:p>
        </p:txBody>
      </p:sp>
      <p:sp>
        <p:nvSpPr>
          <p:cNvPr id="122975" name="Text Box 95">
            <a:extLst>
              <a:ext uri="{FF2B5EF4-FFF2-40B4-BE49-F238E27FC236}">
                <a16:creationId xmlns:a16="http://schemas.microsoft.com/office/drawing/2014/main" id="{1527AF8D-DA34-4FC3-BB89-2F6A19CBC132}"/>
              </a:ext>
            </a:extLst>
          </p:cNvPr>
          <p:cNvSpPr txBox="1">
            <a:spLocks noChangeArrowheads="1"/>
          </p:cNvSpPr>
          <p:nvPr/>
        </p:nvSpPr>
        <p:spPr bwMode="auto">
          <a:xfrm>
            <a:off x="2124075" y="4652963"/>
            <a:ext cx="6840538" cy="604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zh-CN" altLang="en-US" sz="2800" b="1"/>
              <a:t>在自然增长和捕捞情况的合理假设下建模</a:t>
            </a:r>
            <a:r>
              <a:rPr lang="en-US" altLang="zh-CN" sz="2800" b="1"/>
              <a:t>.</a:t>
            </a:r>
          </a:p>
        </p:txBody>
      </p:sp>
      <p:sp>
        <p:nvSpPr>
          <p:cNvPr id="122976" name="Text Box 96">
            <a:extLst>
              <a:ext uri="{FF2B5EF4-FFF2-40B4-BE49-F238E27FC236}">
                <a16:creationId xmlns:a16="http://schemas.microsoft.com/office/drawing/2014/main" id="{0F3B4388-FFC9-4433-9245-9ADB7622B0FB}"/>
              </a:ext>
            </a:extLst>
          </p:cNvPr>
          <p:cNvSpPr txBox="1">
            <a:spLocks noChangeArrowheads="1"/>
          </p:cNvSpPr>
          <p:nvPr/>
        </p:nvSpPr>
        <p:spPr bwMode="auto">
          <a:xfrm>
            <a:off x="2051050" y="5300663"/>
            <a:ext cx="7200900"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zh-CN" altLang="en-US" sz="2800" b="1"/>
              <a:t>用平衡点稳定性分析确定渔场鱼量稳定条件</a:t>
            </a:r>
            <a:r>
              <a:rPr lang="en-US" altLang="zh-CN" sz="2800" b="1"/>
              <a:t>,</a:t>
            </a:r>
            <a:r>
              <a:rPr lang="zh-CN" altLang="en-US" sz="2800" b="1"/>
              <a:t>讨论产量、效益和捕捞过度</a:t>
            </a:r>
            <a:r>
              <a:rPr lang="en-US" altLang="zh-CN" sz="2800" b="1"/>
              <a:t>3</a:t>
            </a:r>
            <a:r>
              <a:rPr lang="zh-CN" altLang="en-US" sz="2800" b="1"/>
              <a:t>个模型</a:t>
            </a:r>
            <a:r>
              <a:rPr lang="en-US" altLang="zh-CN" sz="2800" b="1"/>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1000"/>
                                        <p:tgtEl>
                                          <p:spTgt spid="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10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dissolve">
                                      <p:cBhvr>
                                        <p:cTn id="17" dur="1000"/>
                                        <p:tgtEl>
                                          <p:spTgt spid="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dissolve">
                                      <p:cBhvr>
                                        <p:cTn id="22" dur="1000"/>
                                        <p:tgtEl>
                                          <p:spTgt spid="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blinds(horizontal)">
                                      <p:cBhvr>
                                        <p:cTn id="27" dur="1000"/>
                                        <p:tgtEl>
                                          <p:spTgt spid="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22934"/>
                                        </p:tgtEl>
                                        <p:attrNameLst>
                                          <p:attrName>style.visibility</p:attrName>
                                        </p:attrNameLst>
                                      </p:cBhvr>
                                      <p:to>
                                        <p:strVal val="visible"/>
                                      </p:to>
                                    </p:set>
                                    <p:animEffect transition="in" filter="blinds(horizontal)">
                                      <p:cBhvr>
                                        <p:cTn id="32" dur="1000"/>
                                        <p:tgtEl>
                                          <p:spTgt spid="122934"/>
                                        </p:tgtEl>
                                      </p:cBhvr>
                                    </p:animEffect>
                                  </p:childTnLst>
                                </p:cTn>
                              </p:par>
                              <p:par>
                                <p:cTn id="33" presetID="3" presetClass="entr" presetSubtype="10" fill="hold" nodeType="withEffect">
                                  <p:stCondLst>
                                    <p:cond delay="0"/>
                                  </p:stCondLst>
                                  <p:childTnLst>
                                    <p:set>
                                      <p:cBhvr>
                                        <p:cTn id="34" dur="1" fill="hold">
                                          <p:stCondLst>
                                            <p:cond delay="0"/>
                                          </p:stCondLst>
                                        </p:cTn>
                                        <p:tgtEl>
                                          <p:spTgt spid="122927"/>
                                        </p:tgtEl>
                                        <p:attrNameLst>
                                          <p:attrName>style.visibility</p:attrName>
                                        </p:attrNameLst>
                                      </p:cBhvr>
                                      <p:to>
                                        <p:strVal val="visible"/>
                                      </p:to>
                                    </p:set>
                                    <p:animEffect transition="in" filter="blinds(horizontal)">
                                      <p:cBhvr>
                                        <p:cTn id="35" dur="1000"/>
                                        <p:tgtEl>
                                          <p:spTgt spid="122927"/>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5" presetClass="entr" presetSubtype="10" fill="hold" nodeType="click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checkerboard(across)">
                                      <p:cBhvr>
                                        <p:cTn id="40" dur="1000"/>
                                        <p:tgtEl>
                                          <p:spTgt spid="9"/>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3" presetClass="entr" presetSubtype="10" fill="hold" nodeType="clickEffect">
                                  <p:stCondLst>
                                    <p:cond delay="0"/>
                                  </p:stCondLst>
                                  <p:childTnLst>
                                    <p:set>
                                      <p:cBhvr>
                                        <p:cTn id="44" dur="1" fill="hold">
                                          <p:stCondLst>
                                            <p:cond delay="0"/>
                                          </p:stCondLst>
                                        </p:cTn>
                                        <p:tgtEl>
                                          <p:spTgt spid="122939"/>
                                        </p:tgtEl>
                                        <p:attrNameLst>
                                          <p:attrName>style.visibility</p:attrName>
                                        </p:attrNameLst>
                                      </p:cBhvr>
                                      <p:to>
                                        <p:strVal val="visible"/>
                                      </p:to>
                                    </p:set>
                                    <p:animEffect transition="in" filter="blinds(horizontal)">
                                      <p:cBhvr>
                                        <p:cTn id="45" dur="1000"/>
                                        <p:tgtEl>
                                          <p:spTgt spid="122939"/>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3" presetClass="entr" presetSubtype="10" fill="hold" nodeType="clickEffect">
                                  <p:stCondLst>
                                    <p:cond delay="0"/>
                                  </p:stCondLst>
                                  <p:childTnLst>
                                    <p:set>
                                      <p:cBhvr>
                                        <p:cTn id="49" dur="1" fill="hold">
                                          <p:stCondLst>
                                            <p:cond delay="0"/>
                                          </p:stCondLst>
                                        </p:cTn>
                                        <p:tgtEl>
                                          <p:spTgt spid="122945"/>
                                        </p:tgtEl>
                                        <p:attrNameLst>
                                          <p:attrName>style.visibility</p:attrName>
                                        </p:attrNameLst>
                                      </p:cBhvr>
                                      <p:to>
                                        <p:strVal val="visible"/>
                                      </p:to>
                                    </p:set>
                                    <p:animEffect transition="in" filter="blinds(horizontal)">
                                      <p:cBhvr>
                                        <p:cTn id="50" dur="1000"/>
                                        <p:tgtEl>
                                          <p:spTgt spid="122945"/>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9" presetClass="entr" presetSubtype="0" fill="hold" nodeType="clickEffect">
                                  <p:stCondLst>
                                    <p:cond delay="0"/>
                                  </p:stCondLst>
                                  <p:childTnLst>
                                    <p:set>
                                      <p:cBhvr>
                                        <p:cTn id="54" dur="1" fill="hold">
                                          <p:stCondLst>
                                            <p:cond delay="0"/>
                                          </p:stCondLst>
                                        </p:cTn>
                                        <p:tgtEl>
                                          <p:spTgt spid="4"/>
                                        </p:tgtEl>
                                        <p:attrNameLst>
                                          <p:attrName>style.visibility</p:attrName>
                                        </p:attrNameLst>
                                      </p:cBhvr>
                                      <p:to>
                                        <p:strVal val="visible"/>
                                      </p:to>
                                    </p:set>
                                    <p:animEffect transition="in" filter="dissolve">
                                      <p:cBhvr>
                                        <p:cTn id="55" dur="1000"/>
                                        <p:tgtEl>
                                          <p:spTgt spid="4"/>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nodeType="clickEffect">
                                  <p:stCondLst>
                                    <p:cond delay="0"/>
                                  </p:stCondLst>
                                  <p:childTnLst>
                                    <p:set>
                                      <p:cBhvr>
                                        <p:cTn id="59" dur="1" fill="hold">
                                          <p:stCondLst>
                                            <p:cond delay="0"/>
                                          </p:stCondLst>
                                        </p:cTn>
                                        <p:tgtEl>
                                          <p:spTgt spid="10"/>
                                        </p:tgtEl>
                                        <p:attrNameLst>
                                          <p:attrName>style.visibility</p:attrName>
                                        </p:attrNameLst>
                                      </p:cBhvr>
                                      <p:to>
                                        <p:strVal val="visible"/>
                                      </p:to>
                                    </p:set>
                                    <p:animEffect transition="in" filter="wipe(left)">
                                      <p:cBhvr>
                                        <p:cTn id="60" dur="1000"/>
                                        <p:tgtEl>
                                          <p:spTgt spid="10"/>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122955"/>
                                        </p:tgtEl>
                                        <p:attrNameLst>
                                          <p:attrName>style.visibility</p:attrName>
                                        </p:attrNameLst>
                                      </p:cBhvr>
                                      <p:to>
                                        <p:strVal val="visible"/>
                                      </p:to>
                                    </p:set>
                                    <p:animEffect transition="in" filter="wipe(left)">
                                      <p:cBhvr>
                                        <p:cTn id="65" dur="1000"/>
                                        <p:tgtEl>
                                          <p:spTgt spid="122955"/>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8" fill="hold" nodeType="clickEffect">
                                  <p:stCondLst>
                                    <p:cond delay="0"/>
                                  </p:stCondLst>
                                  <p:childTnLst>
                                    <p:set>
                                      <p:cBhvr>
                                        <p:cTn id="69" dur="1" fill="hold">
                                          <p:stCondLst>
                                            <p:cond delay="0"/>
                                          </p:stCondLst>
                                        </p:cTn>
                                        <p:tgtEl>
                                          <p:spTgt spid="122959"/>
                                        </p:tgtEl>
                                        <p:attrNameLst>
                                          <p:attrName>style.visibility</p:attrName>
                                        </p:attrNameLst>
                                      </p:cBhvr>
                                      <p:to>
                                        <p:strVal val="visible"/>
                                      </p:to>
                                    </p:set>
                                    <p:animEffect transition="in" filter="wipe(left)">
                                      <p:cBhvr>
                                        <p:cTn id="70" dur="1000"/>
                                        <p:tgtEl>
                                          <p:spTgt spid="122959"/>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8" fill="hold" nodeType="clickEffect">
                                  <p:stCondLst>
                                    <p:cond delay="0"/>
                                  </p:stCondLst>
                                  <p:childTnLst>
                                    <p:set>
                                      <p:cBhvr>
                                        <p:cTn id="74" dur="1" fill="hold">
                                          <p:stCondLst>
                                            <p:cond delay="0"/>
                                          </p:stCondLst>
                                        </p:cTn>
                                        <p:tgtEl>
                                          <p:spTgt spid="122963"/>
                                        </p:tgtEl>
                                        <p:attrNameLst>
                                          <p:attrName>style.visibility</p:attrName>
                                        </p:attrNameLst>
                                      </p:cBhvr>
                                      <p:to>
                                        <p:strVal val="visible"/>
                                      </p:to>
                                    </p:set>
                                    <p:animEffect transition="in" filter="wipe(left)">
                                      <p:cBhvr>
                                        <p:cTn id="75" dur="1000"/>
                                        <p:tgtEl>
                                          <p:spTgt spid="122963"/>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9" presetClass="entr" presetSubtype="0" fill="hold" nodeType="clickEffect">
                                  <p:stCondLst>
                                    <p:cond delay="0"/>
                                  </p:stCondLst>
                                  <p:childTnLst>
                                    <p:set>
                                      <p:cBhvr>
                                        <p:cTn id="79" dur="1" fill="hold">
                                          <p:stCondLst>
                                            <p:cond delay="0"/>
                                          </p:stCondLst>
                                        </p:cTn>
                                        <p:tgtEl>
                                          <p:spTgt spid="3"/>
                                        </p:tgtEl>
                                        <p:attrNameLst>
                                          <p:attrName>style.visibility</p:attrName>
                                        </p:attrNameLst>
                                      </p:cBhvr>
                                      <p:to>
                                        <p:strVal val="visible"/>
                                      </p:to>
                                    </p:set>
                                    <p:animEffect transition="in" filter="dissolve">
                                      <p:cBhvr>
                                        <p:cTn id="80" dur="1000"/>
                                        <p:tgtEl>
                                          <p:spTgt spid="3"/>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22" presetClass="entr" presetSubtype="8" fill="hold" nodeType="clickEffect">
                                  <p:stCondLst>
                                    <p:cond delay="0"/>
                                  </p:stCondLst>
                                  <p:childTnLst>
                                    <p:set>
                                      <p:cBhvr>
                                        <p:cTn id="84" dur="1" fill="hold">
                                          <p:stCondLst>
                                            <p:cond delay="0"/>
                                          </p:stCondLst>
                                        </p:cTn>
                                        <p:tgtEl>
                                          <p:spTgt spid="11"/>
                                        </p:tgtEl>
                                        <p:attrNameLst>
                                          <p:attrName>style.visibility</p:attrName>
                                        </p:attrNameLst>
                                      </p:cBhvr>
                                      <p:to>
                                        <p:strVal val="visible"/>
                                      </p:to>
                                    </p:set>
                                    <p:animEffect transition="in" filter="wipe(left)">
                                      <p:cBhvr>
                                        <p:cTn id="85" dur="1000"/>
                                        <p:tgtEl>
                                          <p:spTgt spid="11"/>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22" presetClass="entr" presetSubtype="8" fill="hold" grpId="0" nodeType="clickEffect">
                                  <p:stCondLst>
                                    <p:cond delay="0"/>
                                  </p:stCondLst>
                                  <p:childTnLst>
                                    <p:set>
                                      <p:cBhvr>
                                        <p:cTn id="89" dur="1" fill="hold">
                                          <p:stCondLst>
                                            <p:cond delay="0"/>
                                          </p:stCondLst>
                                        </p:cTn>
                                        <p:tgtEl>
                                          <p:spTgt spid="122966"/>
                                        </p:tgtEl>
                                        <p:attrNameLst>
                                          <p:attrName>style.visibility</p:attrName>
                                        </p:attrNameLst>
                                      </p:cBhvr>
                                      <p:to>
                                        <p:strVal val="visible"/>
                                      </p:to>
                                    </p:set>
                                    <p:animEffect transition="in" filter="wipe(left)">
                                      <p:cBhvr>
                                        <p:cTn id="90" dur="1000"/>
                                        <p:tgtEl>
                                          <p:spTgt spid="122966"/>
                                        </p:tgtEl>
                                      </p:cBhvr>
                                    </p:animEffect>
                                  </p:childTnLst>
                                </p:cTn>
                              </p:par>
                            </p:childTnLst>
                          </p:cTn>
                        </p:par>
                      </p:childTnLst>
                    </p:cTn>
                  </p:par>
                  <p:par>
                    <p:cTn id="91" fill="hold" nodeType="clickPar">
                      <p:stCondLst>
                        <p:cond delay="indefinite"/>
                      </p:stCondLst>
                      <p:childTnLst>
                        <p:par>
                          <p:cTn id="92" fill="hold" nodeType="withGroup">
                            <p:stCondLst>
                              <p:cond delay="0"/>
                            </p:stCondLst>
                            <p:childTnLst>
                              <p:par>
                                <p:cTn id="93" presetID="3" presetClass="entr" presetSubtype="10" fill="hold" grpId="0" nodeType="clickEffect">
                                  <p:stCondLst>
                                    <p:cond delay="0"/>
                                  </p:stCondLst>
                                  <p:childTnLst>
                                    <p:set>
                                      <p:cBhvr>
                                        <p:cTn id="94" dur="1" fill="hold">
                                          <p:stCondLst>
                                            <p:cond delay="0"/>
                                          </p:stCondLst>
                                        </p:cTn>
                                        <p:tgtEl>
                                          <p:spTgt spid="122974"/>
                                        </p:tgtEl>
                                        <p:attrNameLst>
                                          <p:attrName>style.visibility</p:attrName>
                                        </p:attrNameLst>
                                      </p:cBhvr>
                                      <p:to>
                                        <p:strVal val="visible"/>
                                      </p:to>
                                    </p:set>
                                    <p:animEffect transition="in" filter="blinds(horizontal)">
                                      <p:cBhvr>
                                        <p:cTn id="95" dur="1000"/>
                                        <p:tgtEl>
                                          <p:spTgt spid="122974"/>
                                        </p:tgtEl>
                                      </p:cBhvr>
                                    </p:animEffect>
                                  </p:childTnLst>
                                </p:cTn>
                              </p:par>
                            </p:childTnLst>
                          </p:cTn>
                        </p:par>
                      </p:childTnLst>
                    </p:cTn>
                  </p:par>
                  <p:par>
                    <p:cTn id="96" fill="hold" nodeType="clickPar">
                      <p:stCondLst>
                        <p:cond delay="indefinite"/>
                      </p:stCondLst>
                      <p:childTnLst>
                        <p:par>
                          <p:cTn id="97" fill="hold" nodeType="withGroup">
                            <p:stCondLst>
                              <p:cond delay="0"/>
                            </p:stCondLst>
                            <p:childTnLst>
                              <p:par>
                                <p:cTn id="98" presetID="4" presetClass="entr" presetSubtype="16" fill="hold" grpId="0" nodeType="clickEffect">
                                  <p:stCondLst>
                                    <p:cond delay="0"/>
                                  </p:stCondLst>
                                  <p:childTnLst>
                                    <p:set>
                                      <p:cBhvr>
                                        <p:cTn id="99" dur="1" fill="hold">
                                          <p:stCondLst>
                                            <p:cond delay="0"/>
                                          </p:stCondLst>
                                        </p:cTn>
                                        <p:tgtEl>
                                          <p:spTgt spid="122975"/>
                                        </p:tgtEl>
                                        <p:attrNameLst>
                                          <p:attrName>style.visibility</p:attrName>
                                        </p:attrNameLst>
                                      </p:cBhvr>
                                      <p:to>
                                        <p:strVal val="visible"/>
                                      </p:to>
                                    </p:set>
                                    <p:animEffect transition="in" filter="box(in)">
                                      <p:cBhvr>
                                        <p:cTn id="100" dur="1000"/>
                                        <p:tgtEl>
                                          <p:spTgt spid="122975"/>
                                        </p:tgtEl>
                                      </p:cBhvr>
                                    </p:animEffec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4" presetClass="entr" presetSubtype="16" fill="hold" grpId="0" nodeType="clickEffect">
                                  <p:stCondLst>
                                    <p:cond delay="0"/>
                                  </p:stCondLst>
                                  <p:childTnLst>
                                    <p:set>
                                      <p:cBhvr>
                                        <p:cTn id="104" dur="1" fill="hold">
                                          <p:stCondLst>
                                            <p:cond delay="0"/>
                                          </p:stCondLst>
                                        </p:cTn>
                                        <p:tgtEl>
                                          <p:spTgt spid="122976"/>
                                        </p:tgtEl>
                                        <p:attrNameLst>
                                          <p:attrName>style.visibility</p:attrName>
                                        </p:attrNameLst>
                                      </p:cBhvr>
                                      <p:to>
                                        <p:strVal val="visible"/>
                                      </p:to>
                                    </p:set>
                                    <p:animEffect transition="in" filter="box(in)">
                                      <p:cBhvr>
                                        <p:cTn id="105" dur="1000"/>
                                        <p:tgtEl>
                                          <p:spTgt spid="1229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34" grpId="0"/>
      <p:bldP spid="122955" grpId="0"/>
      <p:bldP spid="122966" grpId="0"/>
      <p:bldP spid="122974" grpId="0" animBg="1"/>
      <p:bldP spid="122975" grpId="0" animBg="1" autoUpdateAnimBg="0"/>
      <p:bldP spid="122976" grpId="0" animBg="1"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7346" name="Text Box 4">
            <a:extLst>
              <a:ext uri="{FF2B5EF4-FFF2-40B4-BE49-F238E27FC236}">
                <a16:creationId xmlns:a16="http://schemas.microsoft.com/office/drawing/2014/main" id="{6105AE5B-557B-4CF1-9E11-8C34680D44FB}"/>
              </a:ext>
            </a:extLst>
          </p:cNvPr>
          <p:cNvSpPr txBox="1">
            <a:spLocks noChangeArrowheads="1"/>
          </p:cNvSpPr>
          <p:nvPr/>
        </p:nvSpPr>
        <p:spPr bwMode="auto">
          <a:xfrm>
            <a:off x="2971800" y="381000"/>
            <a:ext cx="3352800" cy="64135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600" b="1">
                <a:ea typeface="楷体_GB2312" pitchFamily="49" charset="-122"/>
              </a:rPr>
              <a:t>  2</a:t>
            </a:r>
            <a:r>
              <a:rPr lang="zh-CN" altLang="en-US" sz="3600" b="1">
                <a:ea typeface="楷体_GB2312" pitchFamily="49" charset="-122"/>
              </a:rPr>
              <a:t>、</a:t>
            </a:r>
            <a:r>
              <a:rPr lang="zh-CN" altLang="en-US" sz="3600" b="1">
                <a:latin typeface="楷体_GB2312" pitchFamily="49" charset="-122"/>
                <a:ea typeface="楷体_GB2312" pitchFamily="49" charset="-122"/>
              </a:rPr>
              <a:t>军备竞赛</a:t>
            </a:r>
          </a:p>
        </p:txBody>
      </p:sp>
      <p:sp>
        <p:nvSpPr>
          <p:cNvPr id="28677" name="Text Box 5">
            <a:extLst>
              <a:ext uri="{FF2B5EF4-FFF2-40B4-BE49-F238E27FC236}">
                <a16:creationId xmlns:a16="http://schemas.microsoft.com/office/drawing/2014/main" id="{BF45664A-BDE5-4335-9E24-09D358FB7A53}"/>
              </a:ext>
            </a:extLst>
          </p:cNvPr>
          <p:cNvSpPr txBox="1">
            <a:spLocks noChangeArrowheads="1"/>
          </p:cNvSpPr>
          <p:nvPr/>
        </p:nvSpPr>
        <p:spPr bwMode="auto">
          <a:xfrm>
            <a:off x="1676400" y="1081088"/>
            <a:ext cx="6934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Char char="•"/>
            </a:pPr>
            <a:r>
              <a:rPr lang="en-US" altLang="zh-CN" sz="2800" b="1"/>
              <a:t> </a:t>
            </a:r>
            <a:r>
              <a:rPr lang="zh-CN" altLang="en-US" sz="2800" b="1"/>
              <a:t>描述双方</a:t>
            </a:r>
            <a:r>
              <a:rPr lang="en-US" altLang="zh-CN" sz="2800" b="1"/>
              <a:t>(</a:t>
            </a:r>
            <a:r>
              <a:rPr lang="zh-CN" altLang="en-US" sz="2800" b="1"/>
              <a:t>国家或国家集团</a:t>
            </a:r>
            <a:r>
              <a:rPr lang="en-US" altLang="zh-CN" sz="2800" b="1"/>
              <a:t>)</a:t>
            </a:r>
            <a:r>
              <a:rPr lang="zh-CN" altLang="en-US" sz="2800" b="1"/>
              <a:t>军备竞赛过程</a:t>
            </a:r>
            <a:r>
              <a:rPr lang="en-US" altLang="zh-CN" sz="2800" b="1"/>
              <a:t>.</a:t>
            </a:r>
          </a:p>
        </p:txBody>
      </p:sp>
      <p:sp>
        <p:nvSpPr>
          <p:cNvPr id="28678" name="Text Box 6">
            <a:extLst>
              <a:ext uri="{FF2B5EF4-FFF2-40B4-BE49-F238E27FC236}">
                <a16:creationId xmlns:a16="http://schemas.microsoft.com/office/drawing/2014/main" id="{22EF23DA-40C6-4FFB-A09F-9513917AAEE3}"/>
              </a:ext>
            </a:extLst>
          </p:cNvPr>
          <p:cNvSpPr txBox="1">
            <a:spLocks noChangeArrowheads="1"/>
          </p:cNvSpPr>
          <p:nvPr/>
        </p:nvSpPr>
        <p:spPr bwMode="auto">
          <a:xfrm>
            <a:off x="1676400" y="1690688"/>
            <a:ext cx="7010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Char char="•"/>
            </a:pPr>
            <a:r>
              <a:rPr lang="en-US" altLang="zh-CN" sz="2800" b="1"/>
              <a:t> </a:t>
            </a:r>
            <a:r>
              <a:rPr lang="zh-CN" altLang="en-US" sz="2800" b="1"/>
              <a:t>解释</a:t>
            </a:r>
            <a:r>
              <a:rPr lang="en-US" altLang="zh-CN" sz="2800" b="1"/>
              <a:t>(</a:t>
            </a:r>
            <a:r>
              <a:rPr lang="zh-CN" altLang="en-US" sz="2800" b="1"/>
              <a:t>预测</a:t>
            </a:r>
            <a:r>
              <a:rPr lang="en-US" altLang="zh-CN" sz="2800" b="1"/>
              <a:t>)</a:t>
            </a:r>
            <a:r>
              <a:rPr lang="zh-CN" altLang="en-US" sz="2800" b="1"/>
              <a:t>双方军备竞赛的结局</a:t>
            </a:r>
            <a:r>
              <a:rPr lang="en-US" altLang="zh-CN" sz="2800" b="1"/>
              <a:t>.</a:t>
            </a:r>
          </a:p>
        </p:txBody>
      </p:sp>
      <p:sp>
        <p:nvSpPr>
          <p:cNvPr id="28679" name="Text Box 7">
            <a:extLst>
              <a:ext uri="{FF2B5EF4-FFF2-40B4-BE49-F238E27FC236}">
                <a16:creationId xmlns:a16="http://schemas.microsoft.com/office/drawing/2014/main" id="{55685BFD-BC68-4A54-9534-20BCEE0CEEA9}"/>
              </a:ext>
            </a:extLst>
          </p:cNvPr>
          <p:cNvSpPr txBox="1">
            <a:spLocks noChangeArrowheads="1"/>
          </p:cNvSpPr>
          <p:nvPr/>
        </p:nvSpPr>
        <p:spPr bwMode="auto">
          <a:xfrm>
            <a:off x="250825" y="2276475"/>
            <a:ext cx="1143000" cy="579438"/>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ea typeface="楷体_GB2312" pitchFamily="49" charset="-122"/>
              </a:rPr>
              <a:t>假设</a:t>
            </a:r>
          </a:p>
        </p:txBody>
      </p:sp>
      <p:sp>
        <p:nvSpPr>
          <p:cNvPr id="28680" name="Text Box 8">
            <a:extLst>
              <a:ext uri="{FF2B5EF4-FFF2-40B4-BE49-F238E27FC236}">
                <a16:creationId xmlns:a16="http://schemas.microsoft.com/office/drawing/2014/main" id="{E3647F75-5D47-44C1-91CB-F6FA108932B2}"/>
              </a:ext>
            </a:extLst>
          </p:cNvPr>
          <p:cNvSpPr txBox="1">
            <a:spLocks noChangeArrowheads="1"/>
          </p:cNvSpPr>
          <p:nvPr/>
        </p:nvSpPr>
        <p:spPr bwMode="auto">
          <a:xfrm>
            <a:off x="1676400" y="2209800"/>
            <a:ext cx="7086600" cy="1138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
              </a:spcBef>
            </a:pPr>
            <a:r>
              <a:rPr lang="en-US" altLang="zh-CN" sz="2800" b="1"/>
              <a:t> 1</a:t>
            </a:r>
            <a:r>
              <a:rPr lang="zh-CN" altLang="en-US" sz="2800" b="1"/>
              <a:t>）由于相互不信任，一方军备越大，另一</a:t>
            </a:r>
          </a:p>
          <a:p>
            <a:pPr eaLnBrk="1" hangingPunct="1">
              <a:lnSpc>
                <a:spcPct val="120000"/>
              </a:lnSpc>
              <a:spcBef>
                <a:spcPct val="5000"/>
              </a:spcBef>
            </a:pPr>
            <a:r>
              <a:rPr lang="zh-CN" altLang="en-US" sz="2800" b="1"/>
              <a:t>      方军备增加越快；</a:t>
            </a:r>
          </a:p>
        </p:txBody>
      </p:sp>
      <p:sp>
        <p:nvSpPr>
          <p:cNvPr id="28681" name="Text Box 9">
            <a:extLst>
              <a:ext uri="{FF2B5EF4-FFF2-40B4-BE49-F238E27FC236}">
                <a16:creationId xmlns:a16="http://schemas.microsoft.com/office/drawing/2014/main" id="{E17336D5-B9AF-4223-B289-09E7BB3853D1}"/>
              </a:ext>
            </a:extLst>
          </p:cNvPr>
          <p:cNvSpPr txBox="1">
            <a:spLocks noChangeArrowheads="1"/>
          </p:cNvSpPr>
          <p:nvPr/>
        </p:nvSpPr>
        <p:spPr bwMode="auto">
          <a:xfrm>
            <a:off x="1692275" y="3357563"/>
            <a:ext cx="7086600" cy="1138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
              </a:spcBef>
            </a:pPr>
            <a:r>
              <a:rPr lang="en-US" altLang="zh-CN" sz="2800" b="1"/>
              <a:t> 2</a:t>
            </a:r>
            <a:r>
              <a:rPr lang="zh-CN" altLang="en-US" sz="2800" b="1"/>
              <a:t>）由于经济实力限制，一方军备越大，对</a:t>
            </a:r>
          </a:p>
          <a:p>
            <a:pPr eaLnBrk="1" hangingPunct="1">
              <a:lnSpc>
                <a:spcPct val="120000"/>
              </a:lnSpc>
              <a:spcBef>
                <a:spcPct val="5000"/>
              </a:spcBef>
            </a:pPr>
            <a:r>
              <a:rPr lang="zh-CN" altLang="en-US" sz="2800" b="1"/>
              <a:t>      自己军备增长的制约越大；</a:t>
            </a:r>
          </a:p>
        </p:txBody>
      </p:sp>
      <p:sp>
        <p:nvSpPr>
          <p:cNvPr id="28682" name="Text Box 10">
            <a:extLst>
              <a:ext uri="{FF2B5EF4-FFF2-40B4-BE49-F238E27FC236}">
                <a16:creationId xmlns:a16="http://schemas.microsoft.com/office/drawing/2014/main" id="{757B76F3-626D-4C4D-84A1-F6E52DA7183A}"/>
              </a:ext>
            </a:extLst>
          </p:cNvPr>
          <p:cNvSpPr txBox="1">
            <a:spLocks noChangeArrowheads="1"/>
          </p:cNvSpPr>
          <p:nvPr/>
        </p:nvSpPr>
        <p:spPr bwMode="auto">
          <a:xfrm>
            <a:off x="1676400" y="4495800"/>
            <a:ext cx="7086600" cy="1138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
              </a:spcBef>
            </a:pPr>
            <a:r>
              <a:rPr lang="en-US" altLang="zh-CN" sz="2800" b="1"/>
              <a:t> 3</a:t>
            </a:r>
            <a:r>
              <a:rPr lang="zh-CN" altLang="en-US" sz="2800" b="1"/>
              <a:t>）由于相互敌视或领土争端，每一方都存</a:t>
            </a:r>
          </a:p>
          <a:p>
            <a:pPr eaLnBrk="1" hangingPunct="1">
              <a:lnSpc>
                <a:spcPct val="120000"/>
              </a:lnSpc>
              <a:spcBef>
                <a:spcPct val="5000"/>
              </a:spcBef>
            </a:pPr>
            <a:r>
              <a:rPr lang="zh-CN" altLang="en-US" sz="2800" b="1"/>
              <a:t>      在增加军备的潜力</a:t>
            </a:r>
            <a:r>
              <a:rPr lang="en-US" altLang="zh-CN" sz="2800" b="1"/>
              <a:t>.</a:t>
            </a:r>
          </a:p>
        </p:txBody>
      </p:sp>
      <p:sp>
        <p:nvSpPr>
          <p:cNvPr id="28684" name="Text Box 12">
            <a:extLst>
              <a:ext uri="{FF2B5EF4-FFF2-40B4-BE49-F238E27FC236}">
                <a16:creationId xmlns:a16="http://schemas.microsoft.com/office/drawing/2014/main" id="{90A06F41-51C2-45DD-910E-716B311B20B0}"/>
              </a:ext>
            </a:extLst>
          </p:cNvPr>
          <p:cNvSpPr txBox="1">
            <a:spLocks noChangeArrowheads="1"/>
          </p:cNvSpPr>
          <p:nvPr/>
        </p:nvSpPr>
        <p:spPr bwMode="auto">
          <a:xfrm>
            <a:off x="93663" y="5486400"/>
            <a:ext cx="1582737" cy="106680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3200" b="1">
                <a:ea typeface="楷体_GB2312" pitchFamily="49" charset="-122"/>
              </a:rPr>
              <a:t>进一步假设</a:t>
            </a:r>
          </a:p>
        </p:txBody>
      </p:sp>
      <p:sp>
        <p:nvSpPr>
          <p:cNvPr id="28686" name="Text Box 14">
            <a:extLst>
              <a:ext uri="{FF2B5EF4-FFF2-40B4-BE49-F238E27FC236}">
                <a16:creationId xmlns:a16="http://schemas.microsoft.com/office/drawing/2014/main" id="{2E5CF2DF-3EEA-4E29-B724-748758F4A907}"/>
              </a:ext>
            </a:extLst>
          </p:cNvPr>
          <p:cNvSpPr txBox="1">
            <a:spLocks noChangeArrowheads="1"/>
          </p:cNvSpPr>
          <p:nvPr/>
        </p:nvSpPr>
        <p:spPr bwMode="auto">
          <a:xfrm>
            <a:off x="1676400" y="5719763"/>
            <a:ext cx="7010400" cy="604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en-US" altLang="zh-CN" sz="2800" b="1"/>
              <a:t> 1</a:t>
            </a:r>
            <a:r>
              <a:rPr lang="zh-CN" altLang="en-US" sz="2800" b="1"/>
              <a:t>）</a:t>
            </a:r>
            <a:r>
              <a:rPr lang="en-US" altLang="zh-CN" sz="2800" b="1"/>
              <a:t>2</a:t>
            </a:r>
            <a:r>
              <a:rPr lang="zh-CN" altLang="en-US" sz="2800" b="1"/>
              <a:t>）的作用为线性；</a:t>
            </a:r>
            <a:r>
              <a:rPr lang="en-US" altLang="zh-CN" sz="2800" b="1"/>
              <a:t>3</a:t>
            </a:r>
            <a:r>
              <a:rPr lang="zh-CN" altLang="en-US" sz="2800" b="1"/>
              <a:t>）的作用为常数</a:t>
            </a:r>
            <a:r>
              <a:rPr lang="en-US" altLang="zh-CN" sz="2800" b="1"/>
              <a:t>.</a:t>
            </a:r>
          </a:p>
        </p:txBody>
      </p:sp>
      <p:sp>
        <p:nvSpPr>
          <p:cNvPr id="28687" name="Text Box 15">
            <a:extLst>
              <a:ext uri="{FF2B5EF4-FFF2-40B4-BE49-F238E27FC236}">
                <a16:creationId xmlns:a16="http://schemas.microsoft.com/office/drawing/2014/main" id="{9DE05A0B-4B3D-440E-86E2-25CCA8BE8A55}"/>
              </a:ext>
            </a:extLst>
          </p:cNvPr>
          <p:cNvSpPr txBox="1">
            <a:spLocks noChangeArrowheads="1"/>
          </p:cNvSpPr>
          <p:nvPr/>
        </p:nvSpPr>
        <p:spPr bwMode="auto">
          <a:xfrm>
            <a:off x="304800" y="1066800"/>
            <a:ext cx="1143000" cy="579438"/>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ea typeface="楷体_GB2312" pitchFamily="49" charset="-122"/>
              </a:rPr>
              <a:t>目的</a:t>
            </a:r>
          </a:p>
        </p:txBody>
      </p:sp>
      <p:pic>
        <p:nvPicPr>
          <p:cNvPr id="57356" name="Picture 17" descr="j0293234">
            <a:extLst>
              <a:ext uri="{FF2B5EF4-FFF2-40B4-BE49-F238E27FC236}">
                <a16:creationId xmlns:a16="http://schemas.microsoft.com/office/drawing/2014/main" id="{3CE10FD6-DC9A-4F63-9A63-F9A86E9EC9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6550" y="476250"/>
            <a:ext cx="846138" cy="62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868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4" presetClass="entr" presetSubtype="16" fill="hold" grpId="0" nodeType="clickEffect">
                                  <p:stCondLst>
                                    <p:cond delay="0"/>
                                  </p:stCondLst>
                                  <p:childTnLst>
                                    <p:set>
                                      <p:cBhvr>
                                        <p:cTn id="10" dur="1" fill="hold">
                                          <p:stCondLst>
                                            <p:cond delay="0"/>
                                          </p:stCondLst>
                                        </p:cTn>
                                        <p:tgtEl>
                                          <p:spTgt spid="28677"/>
                                        </p:tgtEl>
                                        <p:attrNameLst>
                                          <p:attrName>style.visibility</p:attrName>
                                        </p:attrNameLst>
                                      </p:cBhvr>
                                      <p:to>
                                        <p:strVal val="visible"/>
                                      </p:to>
                                    </p:set>
                                    <p:animEffect transition="in" filter="box(in)">
                                      <p:cBhvr>
                                        <p:cTn id="11" dur="1000"/>
                                        <p:tgtEl>
                                          <p:spTgt spid="28677"/>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4" presetClass="entr" presetSubtype="16" fill="hold" grpId="0" nodeType="clickEffect">
                                  <p:stCondLst>
                                    <p:cond delay="0"/>
                                  </p:stCondLst>
                                  <p:childTnLst>
                                    <p:set>
                                      <p:cBhvr>
                                        <p:cTn id="15" dur="1" fill="hold">
                                          <p:stCondLst>
                                            <p:cond delay="0"/>
                                          </p:stCondLst>
                                        </p:cTn>
                                        <p:tgtEl>
                                          <p:spTgt spid="28678"/>
                                        </p:tgtEl>
                                        <p:attrNameLst>
                                          <p:attrName>style.visibility</p:attrName>
                                        </p:attrNameLst>
                                      </p:cBhvr>
                                      <p:to>
                                        <p:strVal val="visible"/>
                                      </p:to>
                                    </p:set>
                                    <p:animEffect transition="in" filter="box(in)">
                                      <p:cBhvr>
                                        <p:cTn id="16" dur="1000"/>
                                        <p:tgtEl>
                                          <p:spTgt spid="28678"/>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28679"/>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5" presetClass="entr" presetSubtype="5" fill="hold" grpId="0" nodeType="clickEffect">
                                  <p:stCondLst>
                                    <p:cond delay="0"/>
                                  </p:stCondLst>
                                  <p:childTnLst>
                                    <p:set>
                                      <p:cBhvr>
                                        <p:cTn id="24" dur="1" fill="hold">
                                          <p:stCondLst>
                                            <p:cond delay="0"/>
                                          </p:stCondLst>
                                        </p:cTn>
                                        <p:tgtEl>
                                          <p:spTgt spid="28680"/>
                                        </p:tgtEl>
                                        <p:attrNameLst>
                                          <p:attrName>style.visibility</p:attrName>
                                        </p:attrNameLst>
                                      </p:cBhvr>
                                      <p:to>
                                        <p:strVal val="visible"/>
                                      </p:to>
                                    </p:set>
                                    <p:animEffect transition="in" filter="checkerboard(down)">
                                      <p:cBhvr>
                                        <p:cTn id="25" dur="1000"/>
                                        <p:tgtEl>
                                          <p:spTgt spid="28680"/>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5" presetClass="entr" presetSubtype="5" fill="hold" grpId="0" nodeType="clickEffect">
                                  <p:stCondLst>
                                    <p:cond delay="0"/>
                                  </p:stCondLst>
                                  <p:childTnLst>
                                    <p:set>
                                      <p:cBhvr>
                                        <p:cTn id="29" dur="1" fill="hold">
                                          <p:stCondLst>
                                            <p:cond delay="0"/>
                                          </p:stCondLst>
                                        </p:cTn>
                                        <p:tgtEl>
                                          <p:spTgt spid="28681"/>
                                        </p:tgtEl>
                                        <p:attrNameLst>
                                          <p:attrName>style.visibility</p:attrName>
                                        </p:attrNameLst>
                                      </p:cBhvr>
                                      <p:to>
                                        <p:strVal val="visible"/>
                                      </p:to>
                                    </p:set>
                                    <p:animEffect transition="in" filter="checkerboard(down)">
                                      <p:cBhvr>
                                        <p:cTn id="30" dur="1000"/>
                                        <p:tgtEl>
                                          <p:spTgt spid="28681"/>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5" presetClass="entr" presetSubtype="5" fill="hold" grpId="0" nodeType="clickEffect">
                                  <p:stCondLst>
                                    <p:cond delay="0"/>
                                  </p:stCondLst>
                                  <p:childTnLst>
                                    <p:set>
                                      <p:cBhvr>
                                        <p:cTn id="34" dur="1" fill="hold">
                                          <p:stCondLst>
                                            <p:cond delay="0"/>
                                          </p:stCondLst>
                                        </p:cTn>
                                        <p:tgtEl>
                                          <p:spTgt spid="28682"/>
                                        </p:tgtEl>
                                        <p:attrNameLst>
                                          <p:attrName>style.visibility</p:attrName>
                                        </p:attrNameLst>
                                      </p:cBhvr>
                                      <p:to>
                                        <p:strVal val="visible"/>
                                      </p:to>
                                    </p:set>
                                    <p:animEffect transition="in" filter="checkerboard(down)">
                                      <p:cBhvr>
                                        <p:cTn id="35" dur="1000"/>
                                        <p:tgtEl>
                                          <p:spTgt spid="28682"/>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1" presetClass="entr" presetSubtype="0" fill="hold" grpId="0" nodeType="clickEffect">
                                  <p:stCondLst>
                                    <p:cond delay="0"/>
                                  </p:stCondLst>
                                  <p:childTnLst>
                                    <p:set>
                                      <p:cBhvr>
                                        <p:cTn id="39" dur="1" fill="hold">
                                          <p:stCondLst>
                                            <p:cond delay="499"/>
                                          </p:stCondLst>
                                        </p:cTn>
                                        <p:tgtEl>
                                          <p:spTgt spid="28684"/>
                                        </p:tgtEl>
                                        <p:attrNameLst>
                                          <p:attrName>style.visibility</p:attrName>
                                        </p:attrNameLst>
                                      </p:cBhvr>
                                      <p:to>
                                        <p:strVal val="visible"/>
                                      </p:to>
                                    </p:set>
                                  </p:childTnLst>
                                </p:cTn>
                              </p:par>
                            </p:childTnLst>
                          </p:cTn>
                        </p:par>
                      </p:childTnLst>
                    </p:cTn>
                  </p:par>
                  <p:par>
                    <p:cTn id="40" fill="hold" nodeType="clickPar">
                      <p:stCondLst>
                        <p:cond delay="indefinite"/>
                      </p:stCondLst>
                      <p:childTnLst>
                        <p:par>
                          <p:cTn id="41" fill="hold" nodeType="withGroup">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28686"/>
                                        </p:tgtEl>
                                        <p:attrNameLst>
                                          <p:attrName>style.visibility</p:attrName>
                                        </p:attrNameLst>
                                      </p:cBhvr>
                                      <p:to>
                                        <p:strVal val="visible"/>
                                      </p:to>
                                    </p:set>
                                    <p:animEffect transition="in" filter="slide(fromBottom)">
                                      <p:cBhvr>
                                        <p:cTn id="44" dur="1000"/>
                                        <p:tgtEl>
                                          <p:spTgt spid="286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7" grpId="0" autoUpdateAnimBg="0"/>
      <p:bldP spid="28678" grpId="0" autoUpdateAnimBg="0"/>
      <p:bldP spid="28679" grpId="0" animBg="1" autoUpdateAnimBg="0"/>
      <p:bldP spid="28680" grpId="0" autoUpdateAnimBg="0"/>
      <p:bldP spid="28681" grpId="0" autoUpdateAnimBg="0"/>
      <p:bldP spid="28682" grpId="0" autoUpdateAnimBg="0"/>
      <p:bldP spid="28684" grpId="0" animBg="1" autoUpdateAnimBg="0"/>
      <p:bldP spid="28686" grpId="0" autoUpdateAnimBg="0"/>
      <p:bldP spid="28687" grpId="0" animBg="1"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29699" name="Object 3">
            <a:extLst>
              <a:ext uri="{FF2B5EF4-FFF2-40B4-BE49-F238E27FC236}">
                <a16:creationId xmlns:a16="http://schemas.microsoft.com/office/drawing/2014/main" id="{C7AE11B9-715D-4790-9DA5-DE7A132D5135}"/>
              </a:ext>
            </a:extLst>
          </p:cNvPr>
          <p:cNvGraphicFramePr>
            <a:graphicFrameLocks noChangeAspect="1"/>
          </p:cNvGraphicFramePr>
          <p:nvPr/>
        </p:nvGraphicFramePr>
        <p:xfrm>
          <a:off x="2209800" y="1387475"/>
          <a:ext cx="3810000" cy="593725"/>
        </p:xfrm>
        <a:graphic>
          <a:graphicData uri="http://schemas.openxmlformats.org/presentationml/2006/ole">
            <mc:AlternateContent xmlns:mc="http://schemas.openxmlformats.org/markup-compatibility/2006">
              <mc:Choice xmlns:v="urn:schemas-microsoft-com:vml" Requires="v">
                <p:oleObj spid="_x0000_s58386" name="Equation" r:id="rId3" imgW="1333500" imgH="203200" progId="Equation.3">
                  <p:embed/>
                </p:oleObj>
              </mc:Choice>
              <mc:Fallback>
                <p:oleObj name="Equation" r:id="rId3" imgW="1333500" imgH="2032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9800" y="1387475"/>
                        <a:ext cx="3810000" cy="59372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8371" name="Text Box 6">
            <a:extLst>
              <a:ext uri="{FF2B5EF4-FFF2-40B4-BE49-F238E27FC236}">
                <a16:creationId xmlns:a16="http://schemas.microsoft.com/office/drawing/2014/main" id="{2638BEE6-261D-46CB-9A1D-392474BD09A5}"/>
              </a:ext>
            </a:extLst>
          </p:cNvPr>
          <p:cNvSpPr txBox="1">
            <a:spLocks noChangeArrowheads="1"/>
          </p:cNvSpPr>
          <p:nvPr/>
        </p:nvSpPr>
        <p:spPr bwMode="auto">
          <a:xfrm>
            <a:off x="250825" y="476250"/>
            <a:ext cx="1878013" cy="579438"/>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b="1">
                <a:ea typeface="楷体_GB2312" pitchFamily="49" charset="-122"/>
              </a:rPr>
              <a:t>1</a:t>
            </a:r>
            <a:r>
              <a:rPr lang="zh-CN" altLang="en-US" sz="3200" b="1">
                <a:ea typeface="楷体_GB2312" pitchFamily="49" charset="-122"/>
              </a:rPr>
              <a:t>、建模</a:t>
            </a:r>
          </a:p>
        </p:txBody>
      </p:sp>
      <p:sp>
        <p:nvSpPr>
          <p:cNvPr id="29705" name="Text Box 9">
            <a:extLst>
              <a:ext uri="{FF2B5EF4-FFF2-40B4-BE49-F238E27FC236}">
                <a16:creationId xmlns:a16="http://schemas.microsoft.com/office/drawing/2014/main" id="{7994A984-DA32-459E-942B-95F3E353747A}"/>
              </a:ext>
            </a:extLst>
          </p:cNvPr>
          <p:cNvSpPr txBox="1">
            <a:spLocks noChangeArrowheads="1"/>
          </p:cNvSpPr>
          <p:nvPr/>
        </p:nvSpPr>
        <p:spPr bwMode="auto">
          <a:xfrm>
            <a:off x="1143000" y="4800600"/>
            <a:ext cx="2743200" cy="51911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军备竞赛的结局</a:t>
            </a:r>
          </a:p>
        </p:txBody>
      </p:sp>
      <p:grpSp>
        <p:nvGrpSpPr>
          <p:cNvPr id="2" name="Group 16">
            <a:extLst>
              <a:ext uri="{FF2B5EF4-FFF2-40B4-BE49-F238E27FC236}">
                <a16:creationId xmlns:a16="http://schemas.microsoft.com/office/drawing/2014/main" id="{FD5BF1C4-9099-4C0F-9E1F-7BD31AE9EB87}"/>
              </a:ext>
            </a:extLst>
          </p:cNvPr>
          <p:cNvGrpSpPr>
            <a:grpSpLocks/>
          </p:cNvGrpSpPr>
          <p:nvPr/>
        </p:nvGrpSpPr>
        <p:grpSpPr bwMode="auto">
          <a:xfrm>
            <a:off x="1371600" y="5500688"/>
            <a:ext cx="5867400" cy="519112"/>
            <a:chOff x="624" y="3120"/>
            <a:chExt cx="4224" cy="327"/>
          </a:xfrm>
        </p:grpSpPr>
        <p:sp>
          <p:nvSpPr>
            <p:cNvPr id="58374" name="Text Box 11">
              <a:extLst>
                <a:ext uri="{FF2B5EF4-FFF2-40B4-BE49-F238E27FC236}">
                  <a16:creationId xmlns:a16="http://schemas.microsoft.com/office/drawing/2014/main" id="{FCD45C15-88C7-4DE0-AE99-4DFC68C88F59}"/>
                </a:ext>
              </a:extLst>
            </p:cNvPr>
            <p:cNvSpPr txBox="1">
              <a:spLocks noChangeArrowheads="1"/>
            </p:cNvSpPr>
            <p:nvPr/>
          </p:nvSpPr>
          <p:spPr bwMode="auto">
            <a:xfrm>
              <a:off x="1056" y="3120"/>
              <a:ext cx="3792" cy="327"/>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微分方程</a:t>
              </a:r>
              <a:r>
                <a:rPr lang="zh-CN" altLang="en-US" sz="2800" b="1">
                  <a:solidFill>
                    <a:srgbClr val="FF3300"/>
                  </a:solidFill>
                </a:rPr>
                <a:t>组</a:t>
              </a:r>
              <a:r>
                <a:rPr lang="zh-CN" altLang="en-US" sz="2800" b="1"/>
                <a:t>的平衡点及其稳定性</a:t>
              </a:r>
            </a:p>
          </p:txBody>
        </p:sp>
        <p:sp>
          <p:nvSpPr>
            <p:cNvPr id="58375" name="AutoShape 13">
              <a:extLst>
                <a:ext uri="{FF2B5EF4-FFF2-40B4-BE49-F238E27FC236}">
                  <a16:creationId xmlns:a16="http://schemas.microsoft.com/office/drawing/2014/main" id="{59FC3864-A065-4400-8D3A-5B75E3182ACA}"/>
                </a:ext>
              </a:extLst>
            </p:cNvPr>
            <p:cNvSpPr>
              <a:spLocks noChangeArrowheads="1"/>
            </p:cNvSpPr>
            <p:nvPr/>
          </p:nvSpPr>
          <p:spPr bwMode="auto">
            <a:xfrm>
              <a:off x="624" y="3120"/>
              <a:ext cx="192" cy="306"/>
            </a:xfrm>
            <a:prstGeom prst="rightArrow">
              <a:avLst>
                <a:gd name="adj1" fmla="val 50000"/>
                <a:gd name="adj2" fmla="val 25000"/>
              </a:avLst>
            </a:prstGeom>
            <a:solidFill>
              <a:srgbClr val="FFCCFF"/>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29713" name="Text Box 17">
            <a:extLst>
              <a:ext uri="{FF2B5EF4-FFF2-40B4-BE49-F238E27FC236}">
                <a16:creationId xmlns:a16="http://schemas.microsoft.com/office/drawing/2014/main" id="{47CA525A-069B-4A9C-A4E8-4B5944FAE3D4}"/>
              </a:ext>
            </a:extLst>
          </p:cNvPr>
          <p:cNvSpPr txBox="1">
            <a:spLocks noChangeArrowheads="1"/>
          </p:cNvSpPr>
          <p:nvPr/>
        </p:nvSpPr>
        <p:spPr bwMode="auto">
          <a:xfrm>
            <a:off x="2057400" y="776288"/>
            <a:ext cx="6324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t>x</a:t>
            </a:r>
            <a:r>
              <a:rPr lang="en-US" altLang="zh-CN" sz="2800" b="1"/>
              <a:t>(</a:t>
            </a:r>
            <a:r>
              <a:rPr lang="en-US" altLang="zh-CN" sz="2800" b="1" i="1"/>
              <a:t>t</a:t>
            </a:r>
            <a:r>
              <a:rPr lang="en-US" altLang="zh-CN" sz="2800" b="1"/>
              <a:t>)~</a:t>
            </a:r>
            <a:r>
              <a:rPr lang="zh-CN" altLang="en-US" sz="2800" b="1"/>
              <a:t>甲方军备数量， </a:t>
            </a:r>
            <a:r>
              <a:rPr lang="en-US" altLang="zh-CN" sz="2800" b="1" i="1"/>
              <a:t>y</a:t>
            </a:r>
            <a:r>
              <a:rPr lang="en-US" altLang="zh-CN" sz="2800" b="1"/>
              <a:t>(</a:t>
            </a:r>
            <a:r>
              <a:rPr lang="en-US" altLang="zh-CN" sz="2800" b="1" i="1"/>
              <a:t>t</a:t>
            </a:r>
            <a:r>
              <a:rPr lang="en-US" altLang="zh-CN" sz="2800" b="1"/>
              <a:t>)~</a:t>
            </a:r>
            <a:r>
              <a:rPr lang="zh-CN" altLang="en-US" sz="2800" b="1"/>
              <a:t>乙方军备数量</a:t>
            </a:r>
          </a:p>
        </p:txBody>
      </p:sp>
      <p:graphicFrame>
        <p:nvGraphicFramePr>
          <p:cNvPr id="29714" name="Object 18">
            <a:extLst>
              <a:ext uri="{FF2B5EF4-FFF2-40B4-BE49-F238E27FC236}">
                <a16:creationId xmlns:a16="http://schemas.microsoft.com/office/drawing/2014/main" id="{B3B18B73-B78C-4094-9D9D-B5453585B135}"/>
              </a:ext>
            </a:extLst>
          </p:cNvPr>
          <p:cNvGraphicFramePr>
            <a:graphicFrameLocks noChangeAspect="1"/>
          </p:cNvGraphicFramePr>
          <p:nvPr/>
        </p:nvGraphicFramePr>
        <p:xfrm>
          <a:off x="2209800" y="2057400"/>
          <a:ext cx="3810000" cy="549275"/>
        </p:xfrm>
        <a:graphic>
          <a:graphicData uri="http://schemas.openxmlformats.org/presentationml/2006/ole">
            <mc:AlternateContent xmlns:mc="http://schemas.openxmlformats.org/markup-compatibility/2006">
              <mc:Choice xmlns:v="urn:schemas-microsoft-com:vml" Requires="v">
                <p:oleObj spid="_x0000_s58387" name="Equation" r:id="rId5" imgW="1218671" imgH="203112" progId="Equation.3">
                  <p:embed/>
                </p:oleObj>
              </mc:Choice>
              <mc:Fallback>
                <p:oleObj name="Equation" r:id="rId5" imgW="1218671" imgH="203112" progId="Equation.3">
                  <p:embed/>
                  <p:pic>
                    <p:nvPicPr>
                      <p:cNvPr id="0" name="Object 1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09800" y="2057400"/>
                        <a:ext cx="3810000" cy="54927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715" name="Text Box 19">
            <a:extLst>
              <a:ext uri="{FF2B5EF4-FFF2-40B4-BE49-F238E27FC236}">
                <a16:creationId xmlns:a16="http://schemas.microsoft.com/office/drawing/2014/main" id="{9BE21F2B-D9A3-4A34-9271-23701DE80C8C}"/>
              </a:ext>
            </a:extLst>
          </p:cNvPr>
          <p:cNvSpPr txBox="1">
            <a:spLocks noChangeArrowheads="1"/>
          </p:cNvSpPr>
          <p:nvPr/>
        </p:nvSpPr>
        <p:spPr bwMode="auto">
          <a:xfrm>
            <a:off x="1981200" y="2743200"/>
            <a:ext cx="5029200" cy="1801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sym typeface="Symbol" panose="05050102010706020507" pitchFamily="18" charset="2"/>
              </a:rPr>
              <a:t>,  ~ </a:t>
            </a:r>
            <a:r>
              <a:rPr lang="zh-CN" altLang="en-US" sz="2800" b="1">
                <a:sym typeface="Symbol" panose="05050102010706020507" pitchFamily="18" charset="2"/>
              </a:rPr>
              <a:t>本方经济实力的制约；</a:t>
            </a:r>
          </a:p>
          <a:p>
            <a:pPr eaLnBrk="1" hangingPunct="1">
              <a:spcBef>
                <a:spcPct val="50000"/>
              </a:spcBef>
            </a:pPr>
            <a:r>
              <a:rPr lang="zh-CN" altLang="en-US" sz="2800" b="1" i="1">
                <a:sym typeface="Symbol" panose="05050102010706020507" pitchFamily="18" charset="2"/>
              </a:rPr>
              <a:t> </a:t>
            </a:r>
            <a:r>
              <a:rPr lang="en-US" altLang="zh-CN" sz="2800" b="1" i="1">
                <a:sym typeface="Symbol" panose="05050102010706020507" pitchFamily="18" charset="2"/>
              </a:rPr>
              <a:t>k, l</a:t>
            </a:r>
            <a:r>
              <a:rPr lang="en-US" altLang="zh-CN" sz="2800" b="1">
                <a:sym typeface="Symbol" panose="05050102010706020507" pitchFamily="18" charset="2"/>
              </a:rPr>
              <a:t> ~ </a:t>
            </a:r>
            <a:r>
              <a:rPr lang="zh-CN" altLang="en-US" sz="2800" b="1">
                <a:sym typeface="Symbol" panose="05050102010706020507" pitchFamily="18" charset="2"/>
              </a:rPr>
              <a:t>对方</a:t>
            </a:r>
            <a:r>
              <a:rPr lang="zh-CN" altLang="en-US" sz="2800" b="1"/>
              <a:t>军备数量的刺激；</a:t>
            </a:r>
          </a:p>
          <a:p>
            <a:pPr eaLnBrk="1" hangingPunct="1">
              <a:spcBef>
                <a:spcPct val="50000"/>
              </a:spcBef>
            </a:pPr>
            <a:r>
              <a:rPr lang="en-US" altLang="zh-CN" sz="2800" b="1" i="1"/>
              <a:t>g, h</a:t>
            </a:r>
            <a:r>
              <a:rPr lang="en-US" altLang="zh-CN" sz="2800" b="1"/>
              <a:t> ~ </a:t>
            </a:r>
            <a:r>
              <a:rPr lang="zh-CN" altLang="en-US" sz="2800" b="1">
                <a:sym typeface="Symbol" panose="05050102010706020507" pitchFamily="18" charset="2"/>
              </a:rPr>
              <a:t>本方</a:t>
            </a:r>
            <a:r>
              <a:rPr lang="zh-CN" altLang="en-US" sz="2800" b="1"/>
              <a:t>军备竞赛的潜力</a:t>
            </a:r>
            <a:r>
              <a:rPr lang="en-US" altLang="zh-CN" sz="2800" b="1"/>
              <a:t>.</a:t>
            </a:r>
          </a:p>
        </p:txBody>
      </p:sp>
      <p:grpSp>
        <p:nvGrpSpPr>
          <p:cNvPr id="3" name="Group 22">
            <a:extLst>
              <a:ext uri="{FF2B5EF4-FFF2-40B4-BE49-F238E27FC236}">
                <a16:creationId xmlns:a16="http://schemas.microsoft.com/office/drawing/2014/main" id="{2C8CD517-D25F-406B-870C-257697BE965C}"/>
              </a:ext>
            </a:extLst>
          </p:cNvPr>
          <p:cNvGrpSpPr>
            <a:grpSpLocks/>
          </p:cNvGrpSpPr>
          <p:nvPr/>
        </p:nvGrpSpPr>
        <p:grpSpPr bwMode="auto">
          <a:xfrm>
            <a:off x="4114800" y="4800600"/>
            <a:ext cx="3657600" cy="533400"/>
            <a:chOff x="2592" y="2880"/>
            <a:chExt cx="2304" cy="336"/>
          </a:xfrm>
        </p:grpSpPr>
        <p:sp>
          <p:nvSpPr>
            <p:cNvPr id="58380" name="AutoShape 12">
              <a:extLst>
                <a:ext uri="{FF2B5EF4-FFF2-40B4-BE49-F238E27FC236}">
                  <a16:creationId xmlns:a16="http://schemas.microsoft.com/office/drawing/2014/main" id="{D49CB258-85CE-4830-895B-AB3A8313899E}"/>
                </a:ext>
              </a:extLst>
            </p:cNvPr>
            <p:cNvSpPr>
              <a:spLocks noChangeArrowheads="1"/>
            </p:cNvSpPr>
            <p:nvPr/>
          </p:nvSpPr>
          <p:spPr bwMode="auto">
            <a:xfrm>
              <a:off x="2592" y="2910"/>
              <a:ext cx="144" cy="306"/>
            </a:xfrm>
            <a:prstGeom prst="rightArrow">
              <a:avLst>
                <a:gd name="adj1" fmla="val 50000"/>
                <a:gd name="adj2" fmla="val 25000"/>
              </a:avLst>
            </a:prstGeom>
            <a:solidFill>
              <a:srgbClr val="FFFF99"/>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58381" name="Text Box 20">
              <a:extLst>
                <a:ext uri="{FF2B5EF4-FFF2-40B4-BE49-F238E27FC236}">
                  <a16:creationId xmlns:a16="http://schemas.microsoft.com/office/drawing/2014/main" id="{0487C7C1-9749-4063-92F2-2DBAAB6DAE6C}"/>
                </a:ext>
              </a:extLst>
            </p:cNvPr>
            <p:cNvSpPr txBox="1">
              <a:spLocks noChangeArrowheads="1"/>
            </p:cNvSpPr>
            <p:nvPr/>
          </p:nvSpPr>
          <p:spPr bwMode="auto">
            <a:xfrm>
              <a:off x="2784" y="2880"/>
              <a:ext cx="2112" cy="327"/>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t>t </a:t>
              </a:r>
              <a:r>
                <a:rPr lang="en-US" altLang="zh-CN" sz="2800" b="1">
                  <a:sym typeface="Symbol" panose="05050102010706020507" pitchFamily="18" charset="2"/>
                </a:rPr>
                <a:t> </a:t>
              </a:r>
              <a:r>
                <a:rPr lang="zh-CN" altLang="en-US" sz="2800" b="1">
                  <a:sym typeface="Symbol" panose="05050102010706020507" pitchFamily="18" charset="2"/>
                </a:rPr>
                <a:t>时的</a:t>
              </a:r>
              <a:r>
                <a:rPr lang="en-US" altLang="zh-CN" sz="2800" b="1" i="1"/>
                <a:t>x</a:t>
              </a:r>
              <a:r>
                <a:rPr lang="en-US" altLang="zh-CN" sz="2800" b="1"/>
                <a:t>(</a:t>
              </a:r>
              <a:r>
                <a:rPr lang="en-US" altLang="zh-CN" sz="2800" b="1" i="1"/>
                <a:t>t</a:t>
              </a:r>
              <a:r>
                <a:rPr lang="en-US" altLang="zh-CN" sz="2800" b="1"/>
                <a:t>)</a:t>
              </a:r>
              <a:r>
                <a:rPr lang="zh-CN" altLang="en-US" sz="2800" b="1"/>
                <a:t>，</a:t>
              </a:r>
              <a:r>
                <a:rPr lang="en-US" altLang="zh-CN" sz="2800" b="1" i="1"/>
                <a:t>y</a:t>
              </a:r>
              <a:r>
                <a:rPr lang="en-US" altLang="zh-CN" sz="2800" b="1"/>
                <a:t>(</a:t>
              </a:r>
              <a:r>
                <a:rPr lang="en-US" altLang="zh-CN" sz="2800" b="1" i="1"/>
                <a:t>t</a:t>
              </a:r>
              <a:r>
                <a:rPr lang="en-US" altLang="zh-CN" sz="2800" b="1"/>
                <a:t>)</a:t>
              </a: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1" fill="hold" grpId="0" nodeType="clickEffect">
                                  <p:stCondLst>
                                    <p:cond delay="0"/>
                                  </p:stCondLst>
                                  <p:childTnLst>
                                    <p:set>
                                      <p:cBhvr>
                                        <p:cTn id="6" dur="1" fill="hold">
                                          <p:stCondLst>
                                            <p:cond delay="0"/>
                                          </p:stCondLst>
                                        </p:cTn>
                                        <p:tgtEl>
                                          <p:spTgt spid="29713"/>
                                        </p:tgtEl>
                                        <p:attrNameLst>
                                          <p:attrName>style.visibility</p:attrName>
                                        </p:attrNameLst>
                                      </p:cBhvr>
                                      <p:to>
                                        <p:strVal val="visible"/>
                                      </p:to>
                                    </p:set>
                                    <p:animEffect transition="in" filter="slide(fromTop)">
                                      <p:cBhvr>
                                        <p:cTn id="7" dur="1000"/>
                                        <p:tgtEl>
                                          <p:spTgt spid="2971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5" fill="hold" nodeType="clickEffect">
                                  <p:stCondLst>
                                    <p:cond delay="0"/>
                                  </p:stCondLst>
                                  <p:childTnLst>
                                    <p:set>
                                      <p:cBhvr>
                                        <p:cTn id="11" dur="1" fill="hold">
                                          <p:stCondLst>
                                            <p:cond delay="0"/>
                                          </p:stCondLst>
                                        </p:cTn>
                                        <p:tgtEl>
                                          <p:spTgt spid="29699"/>
                                        </p:tgtEl>
                                        <p:attrNameLst>
                                          <p:attrName>style.visibility</p:attrName>
                                        </p:attrNameLst>
                                      </p:cBhvr>
                                      <p:to>
                                        <p:strVal val="visible"/>
                                      </p:to>
                                    </p:set>
                                    <p:animEffect transition="in" filter="blinds(vertical)">
                                      <p:cBhvr>
                                        <p:cTn id="12" dur="1000"/>
                                        <p:tgtEl>
                                          <p:spTgt spid="2969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5" fill="hold" nodeType="clickEffect">
                                  <p:stCondLst>
                                    <p:cond delay="0"/>
                                  </p:stCondLst>
                                  <p:childTnLst>
                                    <p:set>
                                      <p:cBhvr>
                                        <p:cTn id="16" dur="1" fill="hold">
                                          <p:stCondLst>
                                            <p:cond delay="0"/>
                                          </p:stCondLst>
                                        </p:cTn>
                                        <p:tgtEl>
                                          <p:spTgt spid="29714"/>
                                        </p:tgtEl>
                                        <p:attrNameLst>
                                          <p:attrName>style.visibility</p:attrName>
                                        </p:attrNameLst>
                                      </p:cBhvr>
                                      <p:to>
                                        <p:strVal val="visible"/>
                                      </p:to>
                                    </p:set>
                                    <p:animEffect transition="in" filter="blinds(vertical)">
                                      <p:cBhvr>
                                        <p:cTn id="17" dur="1000"/>
                                        <p:tgtEl>
                                          <p:spTgt spid="2971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9715">
                                            <p:txEl>
                                              <p:pRg st="0" end="0"/>
                                            </p:txEl>
                                          </p:spTgt>
                                        </p:tgtEl>
                                        <p:attrNameLst>
                                          <p:attrName>style.visibility</p:attrName>
                                        </p:attrNameLst>
                                      </p:cBhvr>
                                      <p:to>
                                        <p:strVal val="visible"/>
                                      </p:to>
                                    </p:set>
                                    <p:animEffect transition="in" filter="wipe(left)">
                                      <p:cBhvr>
                                        <p:cTn id="22" dur="1000"/>
                                        <p:tgtEl>
                                          <p:spTgt spid="29715">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9715">
                                            <p:txEl>
                                              <p:pRg st="1" end="1"/>
                                            </p:txEl>
                                          </p:spTgt>
                                        </p:tgtEl>
                                        <p:attrNameLst>
                                          <p:attrName>style.visibility</p:attrName>
                                        </p:attrNameLst>
                                      </p:cBhvr>
                                      <p:to>
                                        <p:strVal val="visible"/>
                                      </p:to>
                                    </p:set>
                                    <p:animEffect transition="in" filter="wipe(left)">
                                      <p:cBhvr>
                                        <p:cTn id="27" dur="1000"/>
                                        <p:tgtEl>
                                          <p:spTgt spid="29715">
                                            <p:txEl>
                                              <p:pRg st="1" end="1"/>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9715">
                                            <p:txEl>
                                              <p:pRg st="2" end="2"/>
                                            </p:txEl>
                                          </p:spTgt>
                                        </p:tgtEl>
                                        <p:attrNameLst>
                                          <p:attrName>style.visibility</p:attrName>
                                        </p:attrNameLst>
                                      </p:cBhvr>
                                      <p:to>
                                        <p:strVal val="visible"/>
                                      </p:to>
                                    </p:set>
                                    <p:animEffect transition="in" filter="wipe(left)">
                                      <p:cBhvr>
                                        <p:cTn id="32" dur="1000"/>
                                        <p:tgtEl>
                                          <p:spTgt spid="29715">
                                            <p:txEl>
                                              <p:pRg st="2" end="2"/>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29705"/>
                                        </p:tgtEl>
                                        <p:attrNameLst>
                                          <p:attrName>style.visibility</p:attrName>
                                        </p:attrNameLst>
                                      </p:cBhvr>
                                      <p:to>
                                        <p:strVal val="visible"/>
                                      </p:to>
                                    </p:set>
                                    <p:animEffect transition="in" filter="box(in)">
                                      <p:cBhvr>
                                        <p:cTn id="37" dur="1000"/>
                                        <p:tgtEl>
                                          <p:spTgt spid="2970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5" presetClass="entr" presetSubtype="10" fill="hold" nodeType="clickEffect">
                                  <p:stCondLst>
                                    <p:cond delay="0"/>
                                  </p:stCondLst>
                                  <p:childTnLst>
                                    <p:set>
                                      <p:cBhvr>
                                        <p:cTn id="41" dur="1" fill="hold">
                                          <p:stCondLst>
                                            <p:cond delay="0"/>
                                          </p:stCondLst>
                                        </p:cTn>
                                        <p:tgtEl>
                                          <p:spTgt spid="3"/>
                                        </p:tgtEl>
                                        <p:attrNameLst>
                                          <p:attrName>style.visibility</p:attrName>
                                        </p:attrNameLst>
                                      </p:cBhvr>
                                      <p:to>
                                        <p:strVal val="visible"/>
                                      </p:to>
                                    </p:set>
                                    <p:animEffect transition="in" filter="checkerboard(across)">
                                      <p:cBhvr>
                                        <p:cTn id="42" dur="1000"/>
                                        <p:tgtEl>
                                          <p:spTgt spid="3"/>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6" presetClass="entr" presetSubtype="42" fill="hold" nodeType="clickEffect">
                                  <p:stCondLst>
                                    <p:cond delay="0"/>
                                  </p:stCondLst>
                                  <p:childTnLst>
                                    <p:set>
                                      <p:cBhvr>
                                        <p:cTn id="46" dur="1" fill="hold">
                                          <p:stCondLst>
                                            <p:cond delay="0"/>
                                          </p:stCondLst>
                                        </p:cTn>
                                        <p:tgtEl>
                                          <p:spTgt spid="2"/>
                                        </p:tgtEl>
                                        <p:attrNameLst>
                                          <p:attrName>style.visibility</p:attrName>
                                        </p:attrNameLst>
                                      </p:cBhvr>
                                      <p:to>
                                        <p:strVal val="visible"/>
                                      </p:to>
                                    </p:set>
                                    <p:animEffect transition="in" filter="barn(outHorizontal)">
                                      <p:cBhvr>
                                        <p:cTn id="4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5" grpId="0" animBg="1"/>
      <p:bldP spid="29713" grpId="0" animBg="1" autoUpdateAnimBg="0"/>
      <p:bldP spid="29715" grpId="0" build="p"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59394" name="Group 23">
            <a:extLst>
              <a:ext uri="{FF2B5EF4-FFF2-40B4-BE49-F238E27FC236}">
                <a16:creationId xmlns:a16="http://schemas.microsoft.com/office/drawing/2014/main" id="{0A9DB9F2-AF90-415B-92D6-37600939EE54}"/>
              </a:ext>
            </a:extLst>
          </p:cNvPr>
          <p:cNvGrpSpPr>
            <a:grpSpLocks/>
          </p:cNvGrpSpPr>
          <p:nvPr/>
        </p:nvGrpSpPr>
        <p:grpSpPr bwMode="auto">
          <a:xfrm>
            <a:off x="457200" y="304800"/>
            <a:ext cx="7924800" cy="1143000"/>
            <a:chOff x="288" y="192"/>
            <a:chExt cx="4992" cy="720"/>
          </a:xfrm>
        </p:grpSpPr>
        <p:sp>
          <p:nvSpPr>
            <p:cNvPr id="59395" name="Text Box 2">
              <a:extLst>
                <a:ext uri="{FF2B5EF4-FFF2-40B4-BE49-F238E27FC236}">
                  <a16:creationId xmlns:a16="http://schemas.microsoft.com/office/drawing/2014/main" id="{2987CB61-4413-4330-82FE-3118D5EFDFAF}"/>
                </a:ext>
              </a:extLst>
            </p:cNvPr>
            <p:cNvSpPr txBox="1">
              <a:spLocks noChangeArrowheads="1"/>
            </p:cNvSpPr>
            <p:nvPr/>
          </p:nvSpPr>
          <p:spPr bwMode="auto">
            <a:xfrm>
              <a:off x="288" y="220"/>
              <a:ext cx="1248" cy="596"/>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线性常系数微分方程组</a:t>
              </a:r>
            </a:p>
          </p:txBody>
        </p:sp>
        <p:graphicFrame>
          <p:nvGraphicFramePr>
            <p:cNvPr id="59396" name="Object 3">
              <a:extLst>
                <a:ext uri="{FF2B5EF4-FFF2-40B4-BE49-F238E27FC236}">
                  <a16:creationId xmlns:a16="http://schemas.microsoft.com/office/drawing/2014/main" id="{04EF3373-9985-43F7-9A32-4B8C85521E97}"/>
                </a:ext>
              </a:extLst>
            </p:cNvPr>
            <p:cNvGraphicFramePr>
              <a:graphicFrameLocks noChangeAspect="1"/>
            </p:cNvGraphicFramePr>
            <p:nvPr/>
          </p:nvGraphicFramePr>
          <p:xfrm>
            <a:off x="1632" y="192"/>
            <a:ext cx="1392" cy="720"/>
          </p:xfrm>
          <a:graphic>
            <a:graphicData uri="http://schemas.openxmlformats.org/presentationml/2006/ole">
              <mc:AlternateContent xmlns:mc="http://schemas.openxmlformats.org/markup-compatibility/2006">
                <mc:Choice xmlns:v="urn:schemas-microsoft-com:vml" Requires="v">
                  <p:oleObj spid="_x0000_s59433" name="公式" r:id="rId3" imgW="1066800" imgH="520700" progId="Equation.3">
                    <p:embed/>
                  </p:oleObj>
                </mc:Choice>
                <mc:Fallback>
                  <p:oleObj name="公式" r:id="rId3" imgW="1066800" imgH="5207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32" y="192"/>
                          <a:ext cx="1392" cy="720"/>
                        </a:xfrm>
                        <a:prstGeom prst="rect">
                          <a:avLst/>
                        </a:prstGeom>
                        <a:solidFill>
                          <a:srgbClr val="FF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9397" name="Text Box 4">
              <a:extLst>
                <a:ext uri="{FF2B5EF4-FFF2-40B4-BE49-F238E27FC236}">
                  <a16:creationId xmlns:a16="http://schemas.microsoft.com/office/drawing/2014/main" id="{D6F54098-7D4A-435B-BD6B-57B8F54F2F1B}"/>
                </a:ext>
              </a:extLst>
            </p:cNvPr>
            <p:cNvSpPr txBox="1">
              <a:spLocks noChangeArrowheads="1"/>
            </p:cNvSpPr>
            <p:nvPr/>
          </p:nvSpPr>
          <p:spPr bwMode="auto">
            <a:xfrm>
              <a:off x="3120" y="336"/>
              <a:ext cx="2160" cy="327"/>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的平衡点及其稳定性</a:t>
              </a:r>
            </a:p>
          </p:txBody>
        </p:sp>
      </p:grpSp>
      <p:grpSp>
        <p:nvGrpSpPr>
          <p:cNvPr id="3" name="Group 24">
            <a:extLst>
              <a:ext uri="{FF2B5EF4-FFF2-40B4-BE49-F238E27FC236}">
                <a16:creationId xmlns:a16="http://schemas.microsoft.com/office/drawing/2014/main" id="{3308FA64-8178-4089-A41C-7D3E1D60AC3F}"/>
              </a:ext>
            </a:extLst>
          </p:cNvPr>
          <p:cNvGrpSpPr>
            <a:grpSpLocks/>
          </p:cNvGrpSpPr>
          <p:nvPr/>
        </p:nvGrpSpPr>
        <p:grpSpPr bwMode="auto">
          <a:xfrm>
            <a:off x="533400" y="1219200"/>
            <a:ext cx="7848600" cy="1143000"/>
            <a:chOff x="336" y="768"/>
            <a:chExt cx="4944" cy="720"/>
          </a:xfrm>
        </p:grpSpPr>
        <p:sp>
          <p:nvSpPr>
            <p:cNvPr id="59399" name="Text Box 5">
              <a:extLst>
                <a:ext uri="{FF2B5EF4-FFF2-40B4-BE49-F238E27FC236}">
                  <a16:creationId xmlns:a16="http://schemas.microsoft.com/office/drawing/2014/main" id="{18BFD6B6-CBED-4252-BC9B-4FEE8436731F}"/>
                </a:ext>
              </a:extLst>
            </p:cNvPr>
            <p:cNvSpPr txBox="1">
              <a:spLocks noChangeArrowheads="1"/>
            </p:cNvSpPr>
            <p:nvPr/>
          </p:nvSpPr>
          <p:spPr bwMode="auto">
            <a:xfrm>
              <a:off x="336" y="960"/>
              <a:ext cx="326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solidFill>
                    <a:srgbClr val="FF0000"/>
                  </a:solidFill>
                </a:rPr>
                <a:t>平衡点</a:t>
              </a:r>
              <a:r>
                <a:rPr lang="en-US" altLang="zh-CN" sz="2800" b="1" i="1"/>
                <a:t>P</a:t>
              </a:r>
              <a:r>
                <a:rPr lang="en-US" altLang="zh-CN" sz="2800" b="1" baseline="-25000"/>
                <a:t>0</a:t>
              </a:r>
              <a:r>
                <a:rPr lang="en-US" altLang="zh-CN" sz="2800" b="1"/>
                <a:t>(</a:t>
              </a:r>
              <a:r>
                <a:rPr lang="en-US" altLang="zh-CN" sz="2800" b="1" i="1"/>
                <a:t>x</a:t>
              </a:r>
              <a:r>
                <a:rPr lang="en-US" altLang="zh-CN" sz="2800" b="1" baseline="-25000"/>
                <a:t>0</a:t>
              </a:r>
              <a:r>
                <a:rPr lang="en-US" altLang="zh-CN" sz="2800" b="1"/>
                <a:t>,</a:t>
              </a:r>
              <a:r>
                <a:rPr lang="en-US" altLang="zh-CN" sz="2800" b="1" i="1"/>
                <a:t>y</a:t>
              </a:r>
              <a:r>
                <a:rPr lang="en-US" altLang="zh-CN" sz="2800" b="1" baseline="-25000"/>
                <a:t>0</a:t>
              </a:r>
              <a:r>
                <a:rPr lang="en-US" altLang="zh-CN" sz="2800" b="1"/>
                <a:t>)=(0,0) ~</a:t>
              </a:r>
              <a:r>
                <a:rPr lang="zh-CN" altLang="en-US" sz="2800" b="1"/>
                <a:t>代数方程</a:t>
              </a:r>
            </a:p>
          </p:txBody>
        </p:sp>
        <p:graphicFrame>
          <p:nvGraphicFramePr>
            <p:cNvPr id="59400" name="Object 6">
              <a:extLst>
                <a:ext uri="{FF2B5EF4-FFF2-40B4-BE49-F238E27FC236}">
                  <a16:creationId xmlns:a16="http://schemas.microsoft.com/office/drawing/2014/main" id="{363C0FA4-EAF3-4930-AA30-6E91CE421508}"/>
                </a:ext>
              </a:extLst>
            </p:cNvPr>
            <p:cNvGraphicFramePr>
              <a:graphicFrameLocks noChangeAspect="1"/>
            </p:cNvGraphicFramePr>
            <p:nvPr/>
          </p:nvGraphicFramePr>
          <p:xfrm>
            <a:off x="3531" y="768"/>
            <a:ext cx="1125" cy="720"/>
          </p:xfrm>
          <a:graphic>
            <a:graphicData uri="http://schemas.openxmlformats.org/presentationml/2006/ole">
              <mc:AlternateContent xmlns:mc="http://schemas.openxmlformats.org/markup-compatibility/2006">
                <mc:Choice xmlns:v="urn:schemas-microsoft-com:vml" Requires="v">
                  <p:oleObj spid="_x0000_s59434" name="公式" r:id="rId5" imgW="863225" imgH="520474" progId="Equation.3">
                    <p:embed/>
                  </p:oleObj>
                </mc:Choice>
                <mc:Fallback>
                  <p:oleObj name="公式" r:id="rId5" imgW="863225" imgH="520474"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31" y="768"/>
                          <a:ext cx="1125" cy="7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9401" name="Text Box 7">
              <a:extLst>
                <a:ext uri="{FF2B5EF4-FFF2-40B4-BE49-F238E27FC236}">
                  <a16:creationId xmlns:a16="http://schemas.microsoft.com/office/drawing/2014/main" id="{73DFD906-511B-4E37-9244-61A9C4FFA250}"/>
                </a:ext>
              </a:extLst>
            </p:cNvPr>
            <p:cNvSpPr txBox="1">
              <a:spLocks noChangeArrowheads="1"/>
            </p:cNvSpPr>
            <p:nvPr/>
          </p:nvSpPr>
          <p:spPr bwMode="auto">
            <a:xfrm>
              <a:off x="4656" y="960"/>
              <a:ext cx="62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的根</a:t>
              </a:r>
            </a:p>
          </p:txBody>
        </p:sp>
      </p:grpSp>
      <p:grpSp>
        <p:nvGrpSpPr>
          <p:cNvPr id="4" name="Group 26">
            <a:extLst>
              <a:ext uri="{FF2B5EF4-FFF2-40B4-BE49-F238E27FC236}">
                <a16:creationId xmlns:a16="http://schemas.microsoft.com/office/drawing/2014/main" id="{AABF3872-0747-410D-A23C-52252740496A}"/>
              </a:ext>
            </a:extLst>
          </p:cNvPr>
          <p:cNvGrpSpPr>
            <a:grpSpLocks/>
          </p:cNvGrpSpPr>
          <p:nvPr/>
        </p:nvGrpSpPr>
        <p:grpSpPr bwMode="auto">
          <a:xfrm>
            <a:off x="457200" y="2286000"/>
            <a:ext cx="8001000" cy="1425575"/>
            <a:chOff x="288" y="1440"/>
            <a:chExt cx="5040" cy="898"/>
          </a:xfrm>
        </p:grpSpPr>
        <p:sp>
          <p:nvSpPr>
            <p:cNvPr id="59403" name="Text Box 9">
              <a:extLst>
                <a:ext uri="{FF2B5EF4-FFF2-40B4-BE49-F238E27FC236}">
                  <a16:creationId xmlns:a16="http://schemas.microsoft.com/office/drawing/2014/main" id="{69E13BA7-DB8E-49D3-B3A0-44A44A6AD1BD}"/>
                </a:ext>
              </a:extLst>
            </p:cNvPr>
            <p:cNvSpPr txBox="1">
              <a:spLocks noChangeArrowheads="1"/>
            </p:cNvSpPr>
            <p:nvPr/>
          </p:nvSpPr>
          <p:spPr bwMode="auto">
            <a:xfrm>
              <a:off x="288" y="1440"/>
              <a:ext cx="4848" cy="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40000"/>
                </a:lnSpc>
                <a:spcBef>
                  <a:spcPct val="50000"/>
                </a:spcBef>
              </a:pPr>
              <a:r>
                <a:rPr lang="zh-CN" altLang="en-US" sz="2800" b="1"/>
                <a:t>若从</a:t>
              </a:r>
              <a:r>
                <a:rPr lang="en-US" altLang="zh-CN" sz="2800" b="1" i="1"/>
                <a:t>P</a:t>
              </a:r>
              <a:r>
                <a:rPr lang="en-US" altLang="zh-CN" sz="2800" b="1" baseline="-25000"/>
                <a:t>0</a:t>
              </a:r>
              <a:r>
                <a:rPr lang="zh-CN" altLang="en-US" sz="2800" b="1"/>
                <a:t>某邻域的任一初值出发，都有</a:t>
              </a:r>
              <a:endParaRPr lang="zh-CN" altLang="en-US" sz="2800" b="1" baseline="-25000"/>
            </a:p>
          </p:txBody>
        </p:sp>
        <p:graphicFrame>
          <p:nvGraphicFramePr>
            <p:cNvPr id="59404" name="Object 10">
              <a:extLst>
                <a:ext uri="{FF2B5EF4-FFF2-40B4-BE49-F238E27FC236}">
                  <a16:creationId xmlns:a16="http://schemas.microsoft.com/office/drawing/2014/main" id="{57C4024B-06C1-4F96-9E83-A09D206A77BF}"/>
                </a:ext>
              </a:extLst>
            </p:cNvPr>
            <p:cNvGraphicFramePr>
              <a:graphicFrameLocks noChangeAspect="1"/>
            </p:cNvGraphicFramePr>
            <p:nvPr/>
          </p:nvGraphicFramePr>
          <p:xfrm>
            <a:off x="3947" y="1502"/>
            <a:ext cx="1381" cy="418"/>
          </p:xfrm>
          <a:graphic>
            <a:graphicData uri="http://schemas.openxmlformats.org/presentationml/2006/ole">
              <mc:AlternateContent xmlns:mc="http://schemas.openxmlformats.org/markup-compatibility/2006">
                <mc:Choice xmlns:v="urn:schemas-microsoft-com:vml" Requires="v">
                  <p:oleObj spid="_x0000_s59435" name="公式" r:id="rId7" imgW="1002865" imgH="304668" progId="Equation.3">
                    <p:embed/>
                  </p:oleObj>
                </mc:Choice>
                <mc:Fallback>
                  <p:oleObj name="公式" r:id="rId7" imgW="1002865" imgH="304668" progId="Equation.3">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47" y="1502"/>
                          <a:ext cx="1381" cy="418"/>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9405" name="Text Box 11">
              <a:extLst>
                <a:ext uri="{FF2B5EF4-FFF2-40B4-BE49-F238E27FC236}">
                  <a16:creationId xmlns:a16="http://schemas.microsoft.com/office/drawing/2014/main" id="{D51424EA-AA8C-4716-B91D-7EDF597B2968}"/>
                </a:ext>
              </a:extLst>
            </p:cNvPr>
            <p:cNvSpPr txBox="1">
              <a:spLocks noChangeArrowheads="1"/>
            </p:cNvSpPr>
            <p:nvPr/>
          </p:nvSpPr>
          <p:spPr bwMode="auto">
            <a:xfrm>
              <a:off x="1824" y="1968"/>
              <a:ext cx="316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称</a:t>
              </a:r>
              <a:r>
                <a:rPr lang="en-US" altLang="zh-CN" sz="2800" b="1" i="1"/>
                <a:t>P</a:t>
              </a:r>
              <a:r>
                <a:rPr lang="en-US" altLang="zh-CN" sz="2800" b="1" baseline="-25000"/>
                <a:t>0</a:t>
              </a:r>
              <a:r>
                <a:rPr lang="zh-CN" altLang="en-US" sz="2800" b="1"/>
                <a:t>是微分方程的</a:t>
              </a:r>
              <a:r>
                <a:rPr lang="zh-CN" altLang="en-US" sz="2800" b="1">
                  <a:solidFill>
                    <a:srgbClr val="FF3300"/>
                  </a:solidFill>
                </a:rPr>
                <a:t>稳定平衡点</a:t>
              </a:r>
            </a:p>
          </p:txBody>
        </p:sp>
        <p:graphicFrame>
          <p:nvGraphicFramePr>
            <p:cNvPr id="59406" name="Object 12">
              <a:extLst>
                <a:ext uri="{FF2B5EF4-FFF2-40B4-BE49-F238E27FC236}">
                  <a16:creationId xmlns:a16="http://schemas.microsoft.com/office/drawing/2014/main" id="{035E51E0-6039-4854-BF44-B28A7D859CE9}"/>
                </a:ext>
              </a:extLst>
            </p:cNvPr>
            <p:cNvGraphicFramePr>
              <a:graphicFrameLocks noChangeAspect="1"/>
            </p:cNvGraphicFramePr>
            <p:nvPr/>
          </p:nvGraphicFramePr>
          <p:xfrm>
            <a:off x="384" y="1920"/>
            <a:ext cx="1418" cy="418"/>
          </p:xfrm>
          <a:graphic>
            <a:graphicData uri="http://schemas.openxmlformats.org/presentationml/2006/ole">
              <mc:AlternateContent xmlns:mc="http://schemas.openxmlformats.org/markup-compatibility/2006">
                <mc:Choice xmlns:v="urn:schemas-microsoft-com:vml" Requires="v">
                  <p:oleObj spid="_x0000_s59436" name="公式" r:id="rId9" imgW="1028254" imgH="304668" progId="Equation.3">
                    <p:embed/>
                  </p:oleObj>
                </mc:Choice>
                <mc:Fallback>
                  <p:oleObj name="公式" r:id="rId9" imgW="1028254" imgH="304668" progId="Equation.3">
                    <p:embed/>
                    <p:pic>
                      <p:nvPicPr>
                        <p:cNvPr id="0" name="Object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4" y="1920"/>
                          <a:ext cx="1418" cy="418"/>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5" name="Group 19">
            <a:extLst>
              <a:ext uri="{FF2B5EF4-FFF2-40B4-BE49-F238E27FC236}">
                <a16:creationId xmlns:a16="http://schemas.microsoft.com/office/drawing/2014/main" id="{73AC75E6-470C-450F-BB74-6795F74729DD}"/>
              </a:ext>
            </a:extLst>
          </p:cNvPr>
          <p:cNvGrpSpPr>
            <a:grpSpLocks/>
          </p:cNvGrpSpPr>
          <p:nvPr/>
        </p:nvGrpSpPr>
        <p:grpSpPr bwMode="auto">
          <a:xfrm>
            <a:off x="533400" y="3733800"/>
            <a:ext cx="3657600" cy="1022350"/>
            <a:chOff x="336" y="2544"/>
            <a:chExt cx="2304" cy="644"/>
          </a:xfrm>
        </p:grpSpPr>
        <p:sp>
          <p:nvSpPr>
            <p:cNvPr id="59408" name="Text Box 13">
              <a:extLst>
                <a:ext uri="{FF2B5EF4-FFF2-40B4-BE49-F238E27FC236}">
                  <a16:creationId xmlns:a16="http://schemas.microsoft.com/office/drawing/2014/main" id="{704A299C-6224-4C90-8CEC-58655E2A991E}"/>
                </a:ext>
              </a:extLst>
            </p:cNvPr>
            <p:cNvSpPr txBox="1">
              <a:spLocks noChangeArrowheads="1"/>
            </p:cNvSpPr>
            <p:nvPr/>
          </p:nvSpPr>
          <p:spPr bwMode="auto">
            <a:xfrm>
              <a:off x="336" y="2688"/>
              <a:ext cx="1296" cy="327"/>
            </a:xfrm>
            <a:prstGeom prst="rect">
              <a:avLst/>
            </a:prstGeom>
            <a:solidFill>
              <a:srgbClr val="99FF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记系数矩阵</a:t>
              </a:r>
            </a:p>
          </p:txBody>
        </p:sp>
        <p:graphicFrame>
          <p:nvGraphicFramePr>
            <p:cNvPr id="59409" name="Object 14">
              <a:extLst>
                <a:ext uri="{FF2B5EF4-FFF2-40B4-BE49-F238E27FC236}">
                  <a16:creationId xmlns:a16="http://schemas.microsoft.com/office/drawing/2014/main" id="{E5B2B025-9A3B-480D-AC34-B15DC0ECA041}"/>
                </a:ext>
              </a:extLst>
            </p:cNvPr>
            <p:cNvGraphicFramePr>
              <a:graphicFrameLocks noChangeAspect="1"/>
            </p:cNvGraphicFramePr>
            <p:nvPr/>
          </p:nvGraphicFramePr>
          <p:xfrm>
            <a:off x="1632" y="2544"/>
            <a:ext cx="1008" cy="644"/>
          </p:xfrm>
          <a:graphic>
            <a:graphicData uri="http://schemas.openxmlformats.org/presentationml/2006/ole">
              <mc:AlternateContent xmlns:mc="http://schemas.openxmlformats.org/markup-compatibility/2006">
                <mc:Choice xmlns:v="urn:schemas-microsoft-com:vml" Requires="v">
                  <p:oleObj spid="_x0000_s59437" name="公式" r:id="rId11" imgW="901309" imgH="558558" progId="Equation.3">
                    <p:embed/>
                  </p:oleObj>
                </mc:Choice>
                <mc:Fallback>
                  <p:oleObj name="公式" r:id="rId11" imgW="901309" imgH="558558" progId="Equation.3">
                    <p:embed/>
                    <p:pic>
                      <p:nvPicPr>
                        <p:cNvPr id="0" name="Object 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632" y="2544"/>
                          <a:ext cx="1008" cy="644"/>
                        </a:xfrm>
                        <a:prstGeom prst="rect">
                          <a:avLst/>
                        </a:prstGeom>
                        <a:solidFill>
                          <a:srgbClr val="99FF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6" name="Group 20">
            <a:extLst>
              <a:ext uri="{FF2B5EF4-FFF2-40B4-BE49-F238E27FC236}">
                <a16:creationId xmlns:a16="http://schemas.microsoft.com/office/drawing/2014/main" id="{FEF884C1-6F58-4FCB-9005-36B93C22E585}"/>
              </a:ext>
            </a:extLst>
          </p:cNvPr>
          <p:cNvGrpSpPr>
            <a:grpSpLocks/>
          </p:cNvGrpSpPr>
          <p:nvPr/>
        </p:nvGrpSpPr>
        <p:grpSpPr bwMode="auto">
          <a:xfrm>
            <a:off x="4648200" y="3962400"/>
            <a:ext cx="4100513" cy="530225"/>
            <a:chOff x="2928" y="2688"/>
            <a:chExt cx="2448" cy="334"/>
          </a:xfrm>
        </p:grpSpPr>
        <p:sp>
          <p:nvSpPr>
            <p:cNvPr id="59411" name="Text Box 15">
              <a:extLst>
                <a:ext uri="{FF2B5EF4-FFF2-40B4-BE49-F238E27FC236}">
                  <a16:creationId xmlns:a16="http://schemas.microsoft.com/office/drawing/2014/main" id="{F20CD4D9-1E08-41A4-806A-753B5F10F139}"/>
                </a:ext>
              </a:extLst>
            </p:cNvPr>
            <p:cNvSpPr txBox="1">
              <a:spLocks noChangeArrowheads="1"/>
            </p:cNvSpPr>
            <p:nvPr/>
          </p:nvSpPr>
          <p:spPr bwMode="auto">
            <a:xfrm>
              <a:off x="2928" y="2688"/>
              <a:ext cx="110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特征方程</a:t>
              </a:r>
            </a:p>
          </p:txBody>
        </p:sp>
        <p:graphicFrame>
          <p:nvGraphicFramePr>
            <p:cNvPr id="59412" name="Object 16">
              <a:extLst>
                <a:ext uri="{FF2B5EF4-FFF2-40B4-BE49-F238E27FC236}">
                  <a16:creationId xmlns:a16="http://schemas.microsoft.com/office/drawing/2014/main" id="{4201CD98-E0F5-4B0B-A568-E29CBA93ECA1}"/>
                </a:ext>
              </a:extLst>
            </p:cNvPr>
            <p:cNvGraphicFramePr>
              <a:graphicFrameLocks noChangeAspect="1"/>
            </p:cNvGraphicFramePr>
            <p:nvPr/>
          </p:nvGraphicFramePr>
          <p:xfrm>
            <a:off x="3984" y="2688"/>
            <a:ext cx="1392" cy="334"/>
          </p:xfrm>
          <a:graphic>
            <a:graphicData uri="http://schemas.openxmlformats.org/presentationml/2006/ole">
              <mc:AlternateContent xmlns:mc="http://schemas.openxmlformats.org/markup-compatibility/2006">
                <mc:Choice xmlns:v="urn:schemas-microsoft-com:vml" Requires="v">
                  <p:oleObj spid="_x0000_s59438" name="公式" r:id="rId13" imgW="1168400" imgH="241300" progId="Equation.3">
                    <p:embed/>
                  </p:oleObj>
                </mc:Choice>
                <mc:Fallback>
                  <p:oleObj name="公式" r:id="rId13" imgW="1168400" imgH="241300" progId="Equation.3">
                    <p:embed/>
                    <p:pic>
                      <p:nvPicPr>
                        <p:cNvPr id="0" name="Object 1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984" y="2688"/>
                          <a:ext cx="1392" cy="334"/>
                        </a:xfrm>
                        <a:prstGeom prst="rect">
                          <a:avLst/>
                        </a:prstGeom>
                        <a:noFill/>
                        <a:ln>
                          <a:noFill/>
                        </a:ln>
                        <a:effectLst/>
                        <a:extLst>
                          <a:ext uri="{909E8E84-426E-40DD-AFC4-6F175D3DCCD1}">
                            <a14:hiddenFill xmlns:a14="http://schemas.microsoft.com/office/drawing/2010/main">
                              <a:solidFill>
                                <a:srgbClr val="00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61457" name="Object 17">
            <a:extLst>
              <a:ext uri="{FF2B5EF4-FFF2-40B4-BE49-F238E27FC236}">
                <a16:creationId xmlns:a16="http://schemas.microsoft.com/office/drawing/2014/main" id="{ECF32638-96C1-43A2-980E-538E67235803}"/>
              </a:ext>
            </a:extLst>
          </p:cNvPr>
          <p:cNvGraphicFramePr>
            <a:graphicFrameLocks noChangeAspect="1"/>
          </p:cNvGraphicFramePr>
          <p:nvPr/>
        </p:nvGraphicFramePr>
        <p:xfrm>
          <a:off x="1219200" y="4800600"/>
          <a:ext cx="3048000" cy="1752600"/>
        </p:xfrm>
        <a:graphic>
          <a:graphicData uri="http://schemas.openxmlformats.org/presentationml/2006/ole">
            <mc:AlternateContent xmlns:mc="http://schemas.openxmlformats.org/markup-compatibility/2006">
              <mc:Choice xmlns:v="urn:schemas-microsoft-com:vml" Requires="v">
                <p:oleObj spid="_x0000_s59439" name="公式" r:id="rId15" imgW="1270000" imgH="876300" progId="Equation.3">
                  <p:embed/>
                </p:oleObj>
              </mc:Choice>
              <mc:Fallback>
                <p:oleObj name="公式" r:id="rId15" imgW="1270000" imgH="876300" progId="Equation.3">
                  <p:embed/>
                  <p:pic>
                    <p:nvPicPr>
                      <p:cNvPr id="0" name="Object 1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219200" y="4800600"/>
                        <a:ext cx="3048000" cy="1752600"/>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7" name="Group 25">
            <a:extLst>
              <a:ext uri="{FF2B5EF4-FFF2-40B4-BE49-F238E27FC236}">
                <a16:creationId xmlns:a16="http://schemas.microsoft.com/office/drawing/2014/main" id="{A6705DCC-9D30-411B-99C9-9A562D77B255}"/>
              </a:ext>
            </a:extLst>
          </p:cNvPr>
          <p:cNvGrpSpPr>
            <a:grpSpLocks/>
          </p:cNvGrpSpPr>
          <p:nvPr/>
        </p:nvGrpSpPr>
        <p:grpSpPr bwMode="auto">
          <a:xfrm>
            <a:off x="5029200" y="4724400"/>
            <a:ext cx="3646488" cy="1081088"/>
            <a:chOff x="3168" y="2976"/>
            <a:chExt cx="2352" cy="816"/>
          </a:xfrm>
        </p:grpSpPr>
        <p:sp>
          <p:nvSpPr>
            <p:cNvPr id="59415" name="Text Box 21">
              <a:extLst>
                <a:ext uri="{FF2B5EF4-FFF2-40B4-BE49-F238E27FC236}">
                  <a16:creationId xmlns:a16="http://schemas.microsoft.com/office/drawing/2014/main" id="{D9C22993-2077-402F-AB6A-CC070FA4E04A}"/>
                </a:ext>
              </a:extLst>
            </p:cNvPr>
            <p:cNvSpPr txBox="1">
              <a:spLocks noChangeArrowheads="1"/>
            </p:cNvSpPr>
            <p:nvPr/>
          </p:nvSpPr>
          <p:spPr bwMode="auto">
            <a:xfrm>
              <a:off x="3600" y="2976"/>
              <a:ext cx="816" cy="392"/>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特征根</a:t>
              </a:r>
            </a:p>
          </p:txBody>
        </p:sp>
        <p:graphicFrame>
          <p:nvGraphicFramePr>
            <p:cNvPr id="59416" name="Object 22">
              <a:extLst>
                <a:ext uri="{FF2B5EF4-FFF2-40B4-BE49-F238E27FC236}">
                  <a16:creationId xmlns:a16="http://schemas.microsoft.com/office/drawing/2014/main" id="{FBE3E3B2-0A13-4BFF-9F58-0BF3C3546602}"/>
                </a:ext>
              </a:extLst>
            </p:cNvPr>
            <p:cNvGraphicFramePr>
              <a:graphicFrameLocks noChangeAspect="1"/>
            </p:cNvGraphicFramePr>
            <p:nvPr/>
          </p:nvGraphicFramePr>
          <p:xfrm>
            <a:off x="3168" y="3348"/>
            <a:ext cx="2352" cy="444"/>
          </p:xfrm>
          <a:graphic>
            <a:graphicData uri="http://schemas.openxmlformats.org/presentationml/2006/ole">
              <mc:AlternateContent xmlns:mc="http://schemas.openxmlformats.org/markup-compatibility/2006">
                <mc:Choice xmlns:v="urn:schemas-microsoft-com:vml" Requires="v">
                  <p:oleObj spid="_x0000_s59440" name="公式" r:id="rId17" imgW="1930400" imgH="304800" progId="Equation.3">
                    <p:embed/>
                  </p:oleObj>
                </mc:Choice>
                <mc:Fallback>
                  <p:oleObj name="公式" r:id="rId17" imgW="1930400" imgH="304800" progId="Equation.3">
                    <p:embed/>
                    <p:pic>
                      <p:nvPicPr>
                        <p:cNvPr id="0" name="Object 2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168" y="3348"/>
                          <a:ext cx="2352" cy="444"/>
                        </a:xfrm>
                        <a:prstGeom prst="rect">
                          <a:avLst/>
                        </a:prstGeom>
                        <a:solidFill>
                          <a:srgbClr val="FF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heckerboard(across)">
                                      <p:cBhvr>
                                        <p:cTn id="7" dur="10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ox(out)">
                                      <p:cBhvr>
                                        <p:cTn id="12" dur="1000"/>
                                        <p:tgtEl>
                                          <p:spTgt spid="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ox(in)">
                                      <p:cBhvr>
                                        <p:cTn id="17" dur="1000"/>
                                        <p:tgtEl>
                                          <p:spTgt spid="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42"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barn(outHorizontal)">
                                      <p:cBhvr>
                                        <p:cTn id="22" dur="1000"/>
                                        <p:tgtEl>
                                          <p:spTgt spid="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61457"/>
                                        </p:tgtEl>
                                        <p:attrNameLst>
                                          <p:attrName>style.visibility</p:attrName>
                                        </p:attrNameLst>
                                      </p:cBhvr>
                                      <p:to>
                                        <p:strVal val="visible"/>
                                      </p:to>
                                    </p:set>
                                    <p:animEffect transition="in" filter="box(in)">
                                      <p:cBhvr>
                                        <p:cTn id="27" dur="1000"/>
                                        <p:tgtEl>
                                          <p:spTgt spid="6145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6" presetClass="entr" presetSubtype="42"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barn(outHorizontal)">
                                      <p:cBhvr>
                                        <p:cTn id="32"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60418" name="Group 2">
            <a:extLst>
              <a:ext uri="{FF2B5EF4-FFF2-40B4-BE49-F238E27FC236}">
                <a16:creationId xmlns:a16="http://schemas.microsoft.com/office/drawing/2014/main" id="{0822257E-90A0-4CC7-841A-24A75BBC9259}"/>
              </a:ext>
            </a:extLst>
          </p:cNvPr>
          <p:cNvGrpSpPr>
            <a:grpSpLocks/>
          </p:cNvGrpSpPr>
          <p:nvPr/>
        </p:nvGrpSpPr>
        <p:grpSpPr bwMode="auto">
          <a:xfrm>
            <a:off x="457200" y="547688"/>
            <a:ext cx="7924800" cy="1143000"/>
            <a:chOff x="288" y="192"/>
            <a:chExt cx="4992" cy="720"/>
          </a:xfrm>
        </p:grpSpPr>
        <p:sp>
          <p:nvSpPr>
            <p:cNvPr id="60419" name="Text Box 3">
              <a:extLst>
                <a:ext uri="{FF2B5EF4-FFF2-40B4-BE49-F238E27FC236}">
                  <a16:creationId xmlns:a16="http://schemas.microsoft.com/office/drawing/2014/main" id="{B0D4820D-C54E-43C7-9EC5-19FCAAAB1AF7}"/>
                </a:ext>
              </a:extLst>
            </p:cNvPr>
            <p:cNvSpPr txBox="1">
              <a:spLocks noChangeArrowheads="1"/>
            </p:cNvSpPr>
            <p:nvPr/>
          </p:nvSpPr>
          <p:spPr bwMode="auto">
            <a:xfrm>
              <a:off x="288" y="220"/>
              <a:ext cx="1248" cy="596"/>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线性常系数微分方程组</a:t>
              </a:r>
            </a:p>
          </p:txBody>
        </p:sp>
        <p:graphicFrame>
          <p:nvGraphicFramePr>
            <p:cNvPr id="60420" name="Object 4">
              <a:extLst>
                <a:ext uri="{FF2B5EF4-FFF2-40B4-BE49-F238E27FC236}">
                  <a16:creationId xmlns:a16="http://schemas.microsoft.com/office/drawing/2014/main" id="{AF0D7A1F-E565-40DC-BAF0-F412941ED599}"/>
                </a:ext>
              </a:extLst>
            </p:cNvPr>
            <p:cNvGraphicFramePr>
              <a:graphicFrameLocks noChangeAspect="1"/>
            </p:cNvGraphicFramePr>
            <p:nvPr/>
          </p:nvGraphicFramePr>
          <p:xfrm>
            <a:off x="1632" y="192"/>
            <a:ext cx="1392" cy="720"/>
          </p:xfrm>
          <a:graphic>
            <a:graphicData uri="http://schemas.openxmlformats.org/presentationml/2006/ole">
              <mc:AlternateContent xmlns:mc="http://schemas.openxmlformats.org/markup-compatibility/2006">
                <mc:Choice xmlns:v="urn:schemas-microsoft-com:vml" Requires="v">
                  <p:oleObj spid="_x0000_s60446" name="公式" r:id="rId3" imgW="1066800" imgH="520700" progId="Equation.3">
                    <p:embed/>
                  </p:oleObj>
                </mc:Choice>
                <mc:Fallback>
                  <p:oleObj name="公式" r:id="rId3" imgW="1066800" imgH="5207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32" y="192"/>
                          <a:ext cx="1392" cy="720"/>
                        </a:xfrm>
                        <a:prstGeom prst="rect">
                          <a:avLst/>
                        </a:prstGeom>
                        <a:solidFill>
                          <a:srgbClr val="FF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0421" name="Text Box 5">
              <a:extLst>
                <a:ext uri="{FF2B5EF4-FFF2-40B4-BE49-F238E27FC236}">
                  <a16:creationId xmlns:a16="http://schemas.microsoft.com/office/drawing/2014/main" id="{11BC8710-3A61-4AD0-8108-93985BB34D3D}"/>
                </a:ext>
              </a:extLst>
            </p:cNvPr>
            <p:cNvSpPr txBox="1">
              <a:spLocks noChangeArrowheads="1"/>
            </p:cNvSpPr>
            <p:nvPr/>
          </p:nvSpPr>
          <p:spPr bwMode="auto">
            <a:xfrm>
              <a:off x="3120" y="336"/>
              <a:ext cx="2160" cy="327"/>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的平衡点及其稳定性</a:t>
              </a:r>
            </a:p>
          </p:txBody>
        </p:sp>
      </p:grpSp>
      <p:grpSp>
        <p:nvGrpSpPr>
          <p:cNvPr id="3" name="Group 13">
            <a:extLst>
              <a:ext uri="{FF2B5EF4-FFF2-40B4-BE49-F238E27FC236}">
                <a16:creationId xmlns:a16="http://schemas.microsoft.com/office/drawing/2014/main" id="{F447FD0F-359F-4989-B999-4BF89A087048}"/>
              </a:ext>
            </a:extLst>
          </p:cNvPr>
          <p:cNvGrpSpPr>
            <a:grpSpLocks/>
          </p:cNvGrpSpPr>
          <p:nvPr/>
        </p:nvGrpSpPr>
        <p:grpSpPr bwMode="auto">
          <a:xfrm>
            <a:off x="3352800" y="1766888"/>
            <a:ext cx="5105400" cy="704850"/>
            <a:chOff x="2112" y="1524"/>
            <a:chExt cx="3216" cy="444"/>
          </a:xfrm>
        </p:grpSpPr>
        <p:sp>
          <p:nvSpPr>
            <p:cNvPr id="60423" name="Text Box 7">
              <a:extLst>
                <a:ext uri="{FF2B5EF4-FFF2-40B4-BE49-F238E27FC236}">
                  <a16:creationId xmlns:a16="http://schemas.microsoft.com/office/drawing/2014/main" id="{4316754B-34EA-46EE-8D9D-3526876C3637}"/>
                </a:ext>
              </a:extLst>
            </p:cNvPr>
            <p:cNvSpPr txBox="1">
              <a:spLocks noChangeArrowheads="1"/>
            </p:cNvSpPr>
            <p:nvPr/>
          </p:nvSpPr>
          <p:spPr bwMode="auto">
            <a:xfrm>
              <a:off x="2112" y="1545"/>
              <a:ext cx="81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特征根</a:t>
              </a:r>
            </a:p>
          </p:txBody>
        </p:sp>
        <p:graphicFrame>
          <p:nvGraphicFramePr>
            <p:cNvPr id="60424" name="Object 8">
              <a:extLst>
                <a:ext uri="{FF2B5EF4-FFF2-40B4-BE49-F238E27FC236}">
                  <a16:creationId xmlns:a16="http://schemas.microsoft.com/office/drawing/2014/main" id="{C8132FBA-4040-4BA6-B673-5D09EB4FC823}"/>
                </a:ext>
              </a:extLst>
            </p:cNvPr>
            <p:cNvGraphicFramePr>
              <a:graphicFrameLocks noChangeAspect="1"/>
            </p:cNvGraphicFramePr>
            <p:nvPr/>
          </p:nvGraphicFramePr>
          <p:xfrm>
            <a:off x="2976" y="1524"/>
            <a:ext cx="2352" cy="444"/>
          </p:xfrm>
          <a:graphic>
            <a:graphicData uri="http://schemas.openxmlformats.org/presentationml/2006/ole">
              <mc:AlternateContent xmlns:mc="http://schemas.openxmlformats.org/markup-compatibility/2006">
                <mc:Choice xmlns:v="urn:schemas-microsoft-com:vml" Requires="v">
                  <p:oleObj spid="_x0000_s60447" name="公式" r:id="rId5" imgW="1930400" imgH="304800" progId="Equation.3">
                    <p:embed/>
                  </p:oleObj>
                </mc:Choice>
                <mc:Fallback>
                  <p:oleObj name="公式" r:id="rId5" imgW="1930400" imgH="30480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76" y="1524"/>
                          <a:ext cx="2352" cy="444"/>
                        </a:xfrm>
                        <a:prstGeom prst="rect">
                          <a:avLst/>
                        </a:prstGeom>
                        <a:noFill/>
                        <a:ln>
                          <a:noFill/>
                        </a:ln>
                        <a:effectLst/>
                        <a:extLst>
                          <a:ext uri="{909E8E84-426E-40DD-AFC4-6F175D3DCCD1}">
                            <a14:hiddenFill xmlns:a14="http://schemas.microsoft.com/office/drawing/2010/main">
                              <a:solidFill>
                                <a:srgbClr val="00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62474" name="Text Box 10">
            <a:extLst>
              <a:ext uri="{FF2B5EF4-FFF2-40B4-BE49-F238E27FC236}">
                <a16:creationId xmlns:a16="http://schemas.microsoft.com/office/drawing/2014/main" id="{1D56B7E7-08A9-4B83-813B-88D04199101D}"/>
              </a:ext>
            </a:extLst>
          </p:cNvPr>
          <p:cNvSpPr txBox="1">
            <a:spLocks noChangeArrowheads="1"/>
          </p:cNvSpPr>
          <p:nvPr/>
        </p:nvSpPr>
        <p:spPr bwMode="auto">
          <a:xfrm>
            <a:off x="533400" y="1857375"/>
            <a:ext cx="2362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solidFill>
                  <a:srgbClr val="FF0000"/>
                </a:solidFill>
              </a:rPr>
              <a:t>平衡点 </a:t>
            </a:r>
            <a:r>
              <a:rPr lang="en-US" altLang="zh-CN" sz="2800" b="1" i="1"/>
              <a:t>P</a:t>
            </a:r>
            <a:r>
              <a:rPr lang="en-US" altLang="zh-CN" sz="2800" b="1" baseline="-25000"/>
              <a:t>0</a:t>
            </a:r>
            <a:r>
              <a:rPr lang="en-US" altLang="zh-CN" sz="2800" b="1"/>
              <a:t>(0,0)</a:t>
            </a:r>
          </a:p>
        </p:txBody>
      </p:sp>
      <p:grpSp>
        <p:nvGrpSpPr>
          <p:cNvPr id="4" name="Group 16">
            <a:extLst>
              <a:ext uri="{FF2B5EF4-FFF2-40B4-BE49-F238E27FC236}">
                <a16:creationId xmlns:a16="http://schemas.microsoft.com/office/drawing/2014/main" id="{C490F665-FECE-4F9A-BF6E-032C307A196D}"/>
              </a:ext>
            </a:extLst>
          </p:cNvPr>
          <p:cNvGrpSpPr>
            <a:grpSpLocks/>
          </p:cNvGrpSpPr>
          <p:nvPr/>
        </p:nvGrpSpPr>
        <p:grpSpPr bwMode="auto">
          <a:xfrm>
            <a:off x="1447800" y="2681288"/>
            <a:ext cx="5397500" cy="601662"/>
            <a:chOff x="336" y="1536"/>
            <a:chExt cx="3400" cy="379"/>
          </a:xfrm>
        </p:grpSpPr>
        <p:sp>
          <p:nvSpPr>
            <p:cNvPr id="60427" name="Text Box 14">
              <a:extLst>
                <a:ext uri="{FF2B5EF4-FFF2-40B4-BE49-F238E27FC236}">
                  <a16:creationId xmlns:a16="http://schemas.microsoft.com/office/drawing/2014/main" id="{18A6DA05-EBF4-4195-91ED-FE01847AEAB2}"/>
                </a:ext>
              </a:extLst>
            </p:cNvPr>
            <p:cNvSpPr txBox="1">
              <a:spLocks noChangeArrowheads="1"/>
            </p:cNvSpPr>
            <p:nvPr/>
          </p:nvSpPr>
          <p:spPr bwMode="auto">
            <a:xfrm>
              <a:off x="336" y="1536"/>
              <a:ext cx="220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微分方程一般解形式</a:t>
              </a:r>
            </a:p>
          </p:txBody>
        </p:sp>
        <p:graphicFrame>
          <p:nvGraphicFramePr>
            <p:cNvPr id="60428" name="Object 15">
              <a:extLst>
                <a:ext uri="{FF2B5EF4-FFF2-40B4-BE49-F238E27FC236}">
                  <a16:creationId xmlns:a16="http://schemas.microsoft.com/office/drawing/2014/main" id="{D5DF9DD9-F121-4AC2-BD1A-1723A3E40C30}"/>
                </a:ext>
              </a:extLst>
            </p:cNvPr>
            <p:cNvGraphicFramePr>
              <a:graphicFrameLocks noChangeAspect="1"/>
            </p:cNvGraphicFramePr>
            <p:nvPr/>
          </p:nvGraphicFramePr>
          <p:xfrm>
            <a:off x="2696" y="1555"/>
            <a:ext cx="1040" cy="360"/>
          </p:xfrm>
          <a:graphic>
            <a:graphicData uri="http://schemas.openxmlformats.org/presentationml/2006/ole">
              <mc:AlternateContent xmlns:mc="http://schemas.openxmlformats.org/markup-compatibility/2006">
                <mc:Choice xmlns:v="urn:schemas-microsoft-com:vml" Requires="v">
                  <p:oleObj spid="_x0000_s60448" name="Equation" r:id="rId7" imgW="761669" imgH="241195" progId="Equation.DSMT4">
                    <p:embed/>
                  </p:oleObj>
                </mc:Choice>
                <mc:Fallback>
                  <p:oleObj name="Equation" r:id="rId7" imgW="761669" imgH="241195" progId="Equation.DSMT4">
                    <p:embed/>
                    <p:pic>
                      <p:nvPicPr>
                        <p:cNvPr id="0" name="Object 1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96" y="1555"/>
                          <a:ext cx="1040" cy="360"/>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5" name="Group 25">
            <a:extLst>
              <a:ext uri="{FF2B5EF4-FFF2-40B4-BE49-F238E27FC236}">
                <a16:creationId xmlns:a16="http://schemas.microsoft.com/office/drawing/2014/main" id="{8281024F-47FD-4963-B1E2-06356F3FF4CE}"/>
              </a:ext>
            </a:extLst>
          </p:cNvPr>
          <p:cNvGrpSpPr>
            <a:grpSpLocks/>
          </p:cNvGrpSpPr>
          <p:nvPr/>
        </p:nvGrpSpPr>
        <p:grpSpPr bwMode="auto">
          <a:xfrm>
            <a:off x="4267200" y="4510088"/>
            <a:ext cx="3962400" cy="547687"/>
            <a:chOff x="2784" y="2697"/>
            <a:chExt cx="2400" cy="345"/>
          </a:xfrm>
        </p:grpSpPr>
        <p:sp>
          <p:nvSpPr>
            <p:cNvPr id="60430" name="Text Box 18">
              <a:extLst>
                <a:ext uri="{FF2B5EF4-FFF2-40B4-BE49-F238E27FC236}">
                  <a16:creationId xmlns:a16="http://schemas.microsoft.com/office/drawing/2014/main" id="{AC771D15-31EE-4EB7-BF6C-489C5EBE5DD3}"/>
                </a:ext>
              </a:extLst>
            </p:cNvPr>
            <p:cNvSpPr txBox="1">
              <a:spLocks noChangeArrowheads="1"/>
            </p:cNvSpPr>
            <p:nvPr/>
          </p:nvSpPr>
          <p:spPr bwMode="auto">
            <a:xfrm>
              <a:off x="3312" y="2697"/>
              <a:ext cx="1872" cy="327"/>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solidFill>
                    <a:srgbClr val="FF0000"/>
                  </a:solidFill>
                </a:rPr>
                <a:t>平衡点 </a:t>
              </a:r>
              <a:r>
                <a:rPr lang="en-US" altLang="zh-CN" sz="2800" b="1" i="1"/>
                <a:t>P</a:t>
              </a:r>
              <a:r>
                <a:rPr lang="en-US" altLang="zh-CN" sz="2800" b="1" baseline="-25000"/>
                <a:t>0</a:t>
              </a:r>
              <a:r>
                <a:rPr lang="en-US" altLang="zh-CN" sz="2800" b="1"/>
                <a:t>(0,0)</a:t>
              </a:r>
              <a:r>
                <a:rPr lang="zh-CN" altLang="en-US" sz="2800" b="1"/>
                <a:t>稳定</a:t>
              </a:r>
            </a:p>
          </p:txBody>
        </p:sp>
        <p:sp>
          <p:nvSpPr>
            <p:cNvPr id="60431" name="AutoShape 23">
              <a:extLst>
                <a:ext uri="{FF2B5EF4-FFF2-40B4-BE49-F238E27FC236}">
                  <a16:creationId xmlns:a16="http://schemas.microsoft.com/office/drawing/2014/main" id="{FA4F83BC-B13F-4D92-AB24-FB6EFA57C9C7}"/>
                </a:ext>
              </a:extLst>
            </p:cNvPr>
            <p:cNvSpPr>
              <a:spLocks noChangeArrowheads="1"/>
            </p:cNvSpPr>
            <p:nvPr/>
          </p:nvSpPr>
          <p:spPr bwMode="auto">
            <a:xfrm>
              <a:off x="2784" y="2736"/>
              <a:ext cx="192" cy="306"/>
            </a:xfrm>
            <a:prstGeom prst="rightArrow">
              <a:avLst>
                <a:gd name="adj1" fmla="val 50000"/>
                <a:gd name="adj2" fmla="val 25000"/>
              </a:avLst>
            </a:prstGeom>
            <a:solidFill>
              <a:srgbClr val="FFFF00"/>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6" name="Group 26">
            <a:extLst>
              <a:ext uri="{FF2B5EF4-FFF2-40B4-BE49-F238E27FC236}">
                <a16:creationId xmlns:a16="http://schemas.microsoft.com/office/drawing/2014/main" id="{1E0D6BB7-FBAD-4C18-93EA-4C08B9ED268D}"/>
              </a:ext>
            </a:extLst>
          </p:cNvPr>
          <p:cNvGrpSpPr>
            <a:grpSpLocks/>
          </p:cNvGrpSpPr>
          <p:nvPr/>
        </p:nvGrpSpPr>
        <p:grpSpPr bwMode="auto">
          <a:xfrm>
            <a:off x="4267200" y="5472113"/>
            <a:ext cx="4267200" cy="547687"/>
            <a:chOff x="2784" y="3294"/>
            <a:chExt cx="2544" cy="345"/>
          </a:xfrm>
        </p:grpSpPr>
        <p:sp>
          <p:nvSpPr>
            <p:cNvPr id="60433" name="Text Box 21">
              <a:extLst>
                <a:ext uri="{FF2B5EF4-FFF2-40B4-BE49-F238E27FC236}">
                  <a16:creationId xmlns:a16="http://schemas.microsoft.com/office/drawing/2014/main" id="{05C1033A-BC5D-4A1B-865D-98B5DCA84471}"/>
                </a:ext>
              </a:extLst>
            </p:cNvPr>
            <p:cNvSpPr txBox="1">
              <a:spLocks noChangeArrowheads="1"/>
            </p:cNvSpPr>
            <p:nvPr/>
          </p:nvSpPr>
          <p:spPr bwMode="auto">
            <a:xfrm>
              <a:off x="3216" y="3312"/>
              <a:ext cx="211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solidFill>
                    <a:srgbClr val="FF0000"/>
                  </a:solidFill>
                </a:rPr>
                <a:t>平衡点 </a:t>
              </a:r>
              <a:r>
                <a:rPr lang="en-US" altLang="zh-CN" sz="2800" b="1" i="1"/>
                <a:t>P</a:t>
              </a:r>
              <a:r>
                <a:rPr lang="en-US" altLang="zh-CN" sz="2800" b="1" baseline="-25000"/>
                <a:t>0</a:t>
              </a:r>
              <a:r>
                <a:rPr lang="en-US" altLang="zh-CN" sz="2800" b="1"/>
                <a:t>(0,0)</a:t>
              </a:r>
              <a:r>
                <a:rPr lang="zh-CN" altLang="en-US" sz="2800" b="1"/>
                <a:t>不稳定</a:t>
              </a:r>
            </a:p>
          </p:txBody>
        </p:sp>
        <p:sp>
          <p:nvSpPr>
            <p:cNvPr id="60434" name="AutoShape 24">
              <a:extLst>
                <a:ext uri="{FF2B5EF4-FFF2-40B4-BE49-F238E27FC236}">
                  <a16:creationId xmlns:a16="http://schemas.microsoft.com/office/drawing/2014/main" id="{75770DD3-4F3C-43FC-A0AC-4B060585DCF2}"/>
                </a:ext>
              </a:extLst>
            </p:cNvPr>
            <p:cNvSpPr>
              <a:spLocks noChangeArrowheads="1"/>
            </p:cNvSpPr>
            <p:nvPr/>
          </p:nvSpPr>
          <p:spPr bwMode="auto">
            <a:xfrm>
              <a:off x="2784" y="3294"/>
              <a:ext cx="192" cy="306"/>
            </a:xfrm>
            <a:prstGeom prst="rightArrow">
              <a:avLst>
                <a:gd name="adj1" fmla="val 50000"/>
                <a:gd name="adj2" fmla="val 25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62492" name="Text Box 28">
            <a:extLst>
              <a:ext uri="{FF2B5EF4-FFF2-40B4-BE49-F238E27FC236}">
                <a16:creationId xmlns:a16="http://schemas.microsoft.com/office/drawing/2014/main" id="{1E04ED5B-6BB3-492A-A4FD-F472C5A18287}"/>
              </a:ext>
            </a:extLst>
          </p:cNvPr>
          <p:cNvSpPr txBox="1">
            <a:spLocks noChangeArrowheads="1"/>
          </p:cNvSpPr>
          <p:nvPr/>
        </p:nvSpPr>
        <p:spPr bwMode="auto">
          <a:xfrm>
            <a:off x="1371600" y="3519488"/>
            <a:ext cx="3733800" cy="519112"/>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sym typeface="Symbol" panose="05050102010706020507" pitchFamily="18" charset="2"/>
              </a:rPr>
              <a:t></a:t>
            </a:r>
            <a:r>
              <a:rPr lang="en-US" altLang="zh-CN" sz="2800" b="1" baseline="-25000">
                <a:sym typeface="Symbol" panose="05050102010706020507" pitchFamily="18" charset="2"/>
              </a:rPr>
              <a:t>1,2</a:t>
            </a:r>
            <a:r>
              <a:rPr lang="zh-CN" altLang="en-US" sz="2800" b="1"/>
              <a:t>为负数或有负实部</a:t>
            </a:r>
          </a:p>
        </p:txBody>
      </p:sp>
      <p:grpSp>
        <p:nvGrpSpPr>
          <p:cNvPr id="7" name="Group 31">
            <a:extLst>
              <a:ext uri="{FF2B5EF4-FFF2-40B4-BE49-F238E27FC236}">
                <a16:creationId xmlns:a16="http://schemas.microsoft.com/office/drawing/2014/main" id="{940FCEBC-E18A-4C41-99B6-090A7528E60C}"/>
              </a:ext>
            </a:extLst>
          </p:cNvPr>
          <p:cNvGrpSpPr>
            <a:grpSpLocks/>
          </p:cNvGrpSpPr>
          <p:nvPr/>
        </p:nvGrpSpPr>
        <p:grpSpPr bwMode="auto">
          <a:xfrm>
            <a:off x="1600200" y="4129088"/>
            <a:ext cx="2286000" cy="976312"/>
            <a:chOff x="1008" y="2448"/>
            <a:chExt cx="1440" cy="615"/>
          </a:xfrm>
        </p:grpSpPr>
        <p:sp>
          <p:nvSpPr>
            <p:cNvPr id="60437" name="AutoShape 22">
              <a:extLst>
                <a:ext uri="{FF2B5EF4-FFF2-40B4-BE49-F238E27FC236}">
                  <a16:creationId xmlns:a16="http://schemas.microsoft.com/office/drawing/2014/main" id="{DDBCAED9-35D6-4076-AC34-80F01099FE99}"/>
                </a:ext>
              </a:extLst>
            </p:cNvPr>
            <p:cNvSpPr>
              <a:spLocks noChangeArrowheads="1"/>
            </p:cNvSpPr>
            <p:nvPr/>
          </p:nvSpPr>
          <p:spPr bwMode="auto">
            <a:xfrm>
              <a:off x="1536" y="2448"/>
              <a:ext cx="306" cy="192"/>
            </a:xfrm>
            <a:prstGeom prst="upDownArrow">
              <a:avLst>
                <a:gd name="adj1" fmla="val 50000"/>
                <a:gd name="adj2" fmla="val 20000"/>
              </a:avLst>
            </a:prstGeom>
            <a:solidFill>
              <a:srgbClr val="FFFF00"/>
            </a:solidFill>
            <a:ln w="9525">
              <a:solidFill>
                <a:schemeClr val="tx1"/>
              </a:solidFill>
              <a:miter lim="800000"/>
              <a:headEnd/>
              <a:tailEnd/>
            </a:ln>
          </p:spPr>
          <p:txBody>
            <a:bodyPr vert="eaVert"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60438" name="Text Box 29">
              <a:extLst>
                <a:ext uri="{FF2B5EF4-FFF2-40B4-BE49-F238E27FC236}">
                  <a16:creationId xmlns:a16="http://schemas.microsoft.com/office/drawing/2014/main" id="{2DD40D6E-D3F1-4D54-9B04-E6D16D4DC8CB}"/>
                </a:ext>
              </a:extLst>
            </p:cNvPr>
            <p:cNvSpPr txBox="1">
              <a:spLocks noChangeArrowheads="1"/>
            </p:cNvSpPr>
            <p:nvPr/>
          </p:nvSpPr>
          <p:spPr bwMode="auto">
            <a:xfrm>
              <a:off x="1008" y="2736"/>
              <a:ext cx="1440" cy="327"/>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t>p </a:t>
              </a:r>
              <a:r>
                <a:rPr lang="en-US" altLang="zh-CN" sz="2800" b="1"/>
                <a:t>&gt; 0 </a:t>
              </a:r>
              <a:r>
                <a:rPr lang="zh-CN" altLang="en-US" sz="2800" b="1"/>
                <a:t>且 </a:t>
              </a:r>
              <a:r>
                <a:rPr lang="en-US" altLang="zh-CN" sz="2800" b="1" i="1"/>
                <a:t>q </a:t>
              </a:r>
              <a:r>
                <a:rPr lang="en-US" altLang="zh-CN" sz="2800" b="1"/>
                <a:t>&gt; 0</a:t>
              </a:r>
            </a:p>
          </p:txBody>
        </p:sp>
      </p:grpSp>
      <p:sp>
        <p:nvSpPr>
          <p:cNvPr id="62494" name="Text Box 30">
            <a:extLst>
              <a:ext uri="{FF2B5EF4-FFF2-40B4-BE49-F238E27FC236}">
                <a16:creationId xmlns:a16="http://schemas.microsoft.com/office/drawing/2014/main" id="{D41360E1-C959-47E0-9E95-A8481FE463E6}"/>
              </a:ext>
            </a:extLst>
          </p:cNvPr>
          <p:cNvSpPr txBox="1">
            <a:spLocks noChangeArrowheads="1"/>
          </p:cNvSpPr>
          <p:nvPr/>
        </p:nvSpPr>
        <p:spPr bwMode="auto">
          <a:xfrm>
            <a:off x="1676400" y="5424488"/>
            <a:ext cx="2286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t>p </a:t>
            </a:r>
            <a:r>
              <a:rPr lang="en-US" altLang="zh-CN" sz="2800" b="1"/>
              <a:t>&lt; 0 </a:t>
            </a:r>
            <a:r>
              <a:rPr lang="zh-CN" altLang="en-US" sz="2800" b="1"/>
              <a:t>或 </a:t>
            </a:r>
            <a:r>
              <a:rPr lang="en-US" altLang="zh-CN" sz="2800" b="1" i="1"/>
              <a:t>q </a:t>
            </a:r>
            <a:r>
              <a:rPr lang="en-US" altLang="zh-CN" sz="2800" b="1"/>
              <a:t>&lt; 0</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247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3" presetClass="entr" presetSubtype="5"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blinds(vertical)">
                                      <p:cBhvr>
                                        <p:cTn id="11" dur="1000"/>
                                        <p:tgtEl>
                                          <p:spTgt spid="3"/>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3" presetClass="entr" presetSubtype="5" fill="hold" nodeType="click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blinds(vertical)">
                                      <p:cBhvr>
                                        <p:cTn id="16" dur="1000"/>
                                        <p:tgtEl>
                                          <p:spTgt spid="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3" presetClass="entr" presetSubtype="272" fill="hold" grpId="0" nodeType="clickEffect">
                                  <p:stCondLst>
                                    <p:cond delay="0"/>
                                  </p:stCondLst>
                                  <p:childTnLst>
                                    <p:set>
                                      <p:cBhvr>
                                        <p:cTn id="20" dur="1" fill="hold">
                                          <p:stCondLst>
                                            <p:cond delay="0"/>
                                          </p:stCondLst>
                                        </p:cTn>
                                        <p:tgtEl>
                                          <p:spTgt spid="62492"/>
                                        </p:tgtEl>
                                        <p:attrNameLst>
                                          <p:attrName>style.visibility</p:attrName>
                                        </p:attrNameLst>
                                      </p:cBhvr>
                                      <p:to>
                                        <p:strVal val="visible"/>
                                      </p:to>
                                    </p:set>
                                    <p:anim calcmode="lin" valueType="num">
                                      <p:cBhvr>
                                        <p:cTn id="21" dur="1000" fill="hold"/>
                                        <p:tgtEl>
                                          <p:spTgt spid="62492"/>
                                        </p:tgtEl>
                                        <p:attrNameLst>
                                          <p:attrName>ppt_w</p:attrName>
                                        </p:attrNameLst>
                                      </p:cBhvr>
                                      <p:tavLst>
                                        <p:tav tm="0">
                                          <p:val>
                                            <p:strVal val="2/3*#ppt_w"/>
                                          </p:val>
                                        </p:tav>
                                        <p:tav tm="100000">
                                          <p:val>
                                            <p:strVal val="#ppt_w"/>
                                          </p:val>
                                        </p:tav>
                                      </p:tavLst>
                                    </p:anim>
                                    <p:anim calcmode="lin" valueType="num">
                                      <p:cBhvr>
                                        <p:cTn id="22" dur="1000" fill="hold"/>
                                        <p:tgtEl>
                                          <p:spTgt spid="62492"/>
                                        </p:tgtEl>
                                        <p:attrNameLst>
                                          <p:attrName>ppt_h</p:attrName>
                                        </p:attrNameLst>
                                      </p:cBhvr>
                                      <p:tavLst>
                                        <p:tav tm="0">
                                          <p:val>
                                            <p:strVal val="2/3*#ppt_h"/>
                                          </p:val>
                                        </p:tav>
                                        <p:tav tm="100000">
                                          <p:val>
                                            <p:strVal val="#ppt_h"/>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dissolve">
                                      <p:cBhvr>
                                        <p:cTn id="27" dur="1000"/>
                                        <p:tgtEl>
                                          <p:spTgt spid="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wipe(left)">
                                      <p:cBhvr>
                                        <p:cTn id="32" dur="1000"/>
                                        <p:tgtEl>
                                          <p:spTgt spid="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62494"/>
                                        </p:tgtEl>
                                        <p:attrNameLst>
                                          <p:attrName>style.visibility</p:attrName>
                                        </p:attrNameLst>
                                      </p:cBhvr>
                                      <p:to>
                                        <p:strVal val="visible"/>
                                      </p:to>
                                    </p:set>
                                    <p:animEffect transition="in" filter="wipe(left)">
                                      <p:cBhvr>
                                        <p:cTn id="37" dur="1000"/>
                                        <p:tgtEl>
                                          <p:spTgt spid="6249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wipe(left)">
                                      <p:cBhvr>
                                        <p:cTn id="42"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74" grpId="0" autoUpdateAnimBg="0"/>
      <p:bldP spid="62492" grpId="0" animBg="1" autoUpdateAnimBg="0"/>
      <p:bldP spid="62494" grpId="0"/>
    </p:bldLst>
  </p:timing>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30722" name="Object 2">
            <a:extLst>
              <a:ext uri="{FF2B5EF4-FFF2-40B4-BE49-F238E27FC236}">
                <a16:creationId xmlns:a16="http://schemas.microsoft.com/office/drawing/2014/main" id="{836D129C-4C27-4A22-9A55-6A81AA090C86}"/>
              </a:ext>
            </a:extLst>
          </p:cNvPr>
          <p:cNvGraphicFramePr>
            <a:graphicFrameLocks noChangeAspect="1"/>
          </p:cNvGraphicFramePr>
          <p:nvPr/>
        </p:nvGraphicFramePr>
        <p:xfrm>
          <a:off x="5105400" y="3505200"/>
          <a:ext cx="3429000" cy="1073150"/>
        </p:xfrm>
        <a:graphic>
          <a:graphicData uri="http://schemas.openxmlformats.org/presentationml/2006/ole">
            <mc:AlternateContent xmlns:mc="http://schemas.openxmlformats.org/markup-compatibility/2006">
              <mc:Choice xmlns:v="urn:schemas-microsoft-com:vml" Requires="v">
                <p:oleObj spid="_x0000_s61472" name="公式" r:id="rId3" imgW="1637589" imgH="431613" progId="Equation.3">
                  <p:embed/>
                </p:oleObj>
              </mc:Choice>
              <mc:Fallback>
                <p:oleObj name="公式" r:id="rId3" imgW="1637589" imgH="431613"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05400" y="3505200"/>
                        <a:ext cx="3429000" cy="1073150"/>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28" name="Object 8">
            <a:extLst>
              <a:ext uri="{FF2B5EF4-FFF2-40B4-BE49-F238E27FC236}">
                <a16:creationId xmlns:a16="http://schemas.microsoft.com/office/drawing/2014/main" id="{7D29994A-2BC8-4425-8D0A-A8A82AD634A6}"/>
              </a:ext>
            </a:extLst>
          </p:cNvPr>
          <p:cNvGraphicFramePr>
            <a:graphicFrameLocks noChangeAspect="1"/>
          </p:cNvGraphicFramePr>
          <p:nvPr/>
        </p:nvGraphicFramePr>
        <p:xfrm>
          <a:off x="2457450" y="1752600"/>
          <a:ext cx="4552950" cy="1036638"/>
        </p:xfrm>
        <a:graphic>
          <a:graphicData uri="http://schemas.openxmlformats.org/presentationml/2006/ole">
            <mc:AlternateContent xmlns:mc="http://schemas.openxmlformats.org/markup-compatibility/2006">
              <mc:Choice xmlns:v="urn:schemas-microsoft-com:vml" Requires="v">
                <p:oleObj spid="_x0000_s61473" name="公式" r:id="rId5" imgW="2222500" imgH="508000" progId="Equation.3">
                  <p:embed/>
                </p:oleObj>
              </mc:Choice>
              <mc:Fallback>
                <p:oleObj name="公式" r:id="rId5" imgW="2222500" imgH="50800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57450" y="1752600"/>
                        <a:ext cx="4552950" cy="1036638"/>
                      </a:xfrm>
                      <a:prstGeom prst="rect">
                        <a:avLst/>
                      </a:prstGeom>
                      <a:noFill/>
                      <a:ln>
                        <a:noFill/>
                      </a:ln>
                      <a:effectLst/>
                      <a:extLst>
                        <a:ext uri="{909E8E84-426E-40DD-AFC4-6F175D3DCCD1}">
                          <a14:hiddenFill xmlns:a14="http://schemas.microsoft.com/office/drawing/2010/main">
                            <a:solidFill>
                              <a:srgbClr val="00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731" name="Text Box 11">
            <a:extLst>
              <a:ext uri="{FF2B5EF4-FFF2-40B4-BE49-F238E27FC236}">
                <a16:creationId xmlns:a16="http://schemas.microsoft.com/office/drawing/2014/main" id="{C25D3BD8-EF6E-49BE-912A-3112C165447A}"/>
              </a:ext>
            </a:extLst>
          </p:cNvPr>
          <p:cNvSpPr txBox="1">
            <a:spLocks noChangeArrowheads="1"/>
          </p:cNvSpPr>
          <p:nvPr/>
        </p:nvSpPr>
        <p:spPr bwMode="auto">
          <a:xfrm>
            <a:off x="592138" y="1690688"/>
            <a:ext cx="1389062" cy="519112"/>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平衡点</a:t>
            </a:r>
          </a:p>
        </p:txBody>
      </p:sp>
      <p:sp>
        <p:nvSpPr>
          <p:cNvPr id="30732" name="Text Box 12">
            <a:extLst>
              <a:ext uri="{FF2B5EF4-FFF2-40B4-BE49-F238E27FC236}">
                <a16:creationId xmlns:a16="http://schemas.microsoft.com/office/drawing/2014/main" id="{F63021AC-6DD9-4C9E-89D1-1851CBD34223}"/>
              </a:ext>
            </a:extLst>
          </p:cNvPr>
          <p:cNvSpPr txBox="1">
            <a:spLocks noChangeArrowheads="1"/>
          </p:cNvSpPr>
          <p:nvPr/>
        </p:nvSpPr>
        <p:spPr bwMode="auto">
          <a:xfrm>
            <a:off x="533400" y="2819400"/>
            <a:ext cx="2160588" cy="519113"/>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b="1"/>
              <a:t>稳定性判断</a:t>
            </a:r>
          </a:p>
        </p:txBody>
      </p:sp>
      <p:grpSp>
        <p:nvGrpSpPr>
          <p:cNvPr id="2" name="Group 23">
            <a:extLst>
              <a:ext uri="{FF2B5EF4-FFF2-40B4-BE49-F238E27FC236}">
                <a16:creationId xmlns:a16="http://schemas.microsoft.com/office/drawing/2014/main" id="{25AB690D-3436-4F7F-9C26-AAAA5A261DF1}"/>
              </a:ext>
            </a:extLst>
          </p:cNvPr>
          <p:cNvGrpSpPr>
            <a:grpSpLocks/>
          </p:cNvGrpSpPr>
          <p:nvPr/>
        </p:nvGrpSpPr>
        <p:grpSpPr bwMode="auto">
          <a:xfrm>
            <a:off x="457200" y="3505200"/>
            <a:ext cx="3733800" cy="1066800"/>
            <a:chOff x="288" y="2064"/>
            <a:chExt cx="2352" cy="672"/>
          </a:xfrm>
        </p:grpSpPr>
        <p:graphicFrame>
          <p:nvGraphicFramePr>
            <p:cNvPr id="61447" name="Object 7">
              <a:extLst>
                <a:ext uri="{FF2B5EF4-FFF2-40B4-BE49-F238E27FC236}">
                  <a16:creationId xmlns:a16="http://schemas.microsoft.com/office/drawing/2014/main" id="{FB2B63B1-3392-40C1-B225-486182562710}"/>
                </a:ext>
              </a:extLst>
            </p:cNvPr>
            <p:cNvGraphicFramePr>
              <a:graphicFrameLocks noChangeAspect="1"/>
            </p:cNvGraphicFramePr>
            <p:nvPr/>
          </p:nvGraphicFramePr>
          <p:xfrm>
            <a:off x="890" y="2064"/>
            <a:ext cx="1750" cy="672"/>
          </p:xfrm>
          <a:graphic>
            <a:graphicData uri="http://schemas.openxmlformats.org/presentationml/2006/ole">
              <mc:AlternateContent xmlns:mc="http://schemas.openxmlformats.org/markup-compatibility/2006">
                <mc:Choice xmlns:v="urn:schemas-microsoft-com:vml" Requires="v">
                  <p:oleObj spid="_x0000_s61474" name="公式" r:id="rId7" imgW="1257300" imgH="558800" progId="Equation.3">
                    <p:embed/>
                  </p:oleObj>
                </mc:Choice>
                <mc:Fallback>
                  <p:oleObj name="公式" r:id="rId7" imgW="1257300" imgH="558800"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90" y="2064"/>
                          <a:ext cx="1750" cy="672"/>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448" name="Text Box 13">
              <a:extLst>
                <a:ext uri="{FF2B5EF4-FFF2-40B4-BE49-F238E27FC236}">
                  <a16:creationId xmlns:a16="http://schemas.microsoft.com/office/drawing/2014/main" id="{A8314F23-7022-490D-9B28-CE49F2E3578F}"/>
                </a:ext>
              </a:extLst>
            </p:cNvPr>
            <p:cNvSpPr txBox="1">
              <a:spLocks noChangeArrowheads="1"/>
            </p:cNvSpPr>
            <p:nvPr/>
          </p:nvSpPr>
          <p:spPr bwMode="auto">
            <a:xfrm>
              <a:off x="288" y="2112"/>
              <a:ext cx="632" cy="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系数矩阵</a:t>
              </a:r>
            </a:p>
          </p:txBody>
        </p:sp>
      </p:grpSp>
      <p:grpSp>
        <p:nvGrpSpPr>
          <p:cNvPr id="3" name="Group 16">
            <a:extLst>
              <a:ext uri="{FF2B5EF4-FFF2-40B4-BE49-F238E27FC236}">
                <a16:creationId xmlns:a16="http://schemas.microsoft.com/office/drawing/2014/main" id="{14FAD711-CDE3-4323-A2C6-C6EDB1A9B6E7}"/>
              </a:ext>
            </a:extLst>
          </p:cNvPr>
          <p:cNvGrpSpPr>
            <a:grpSpLocks/>
          </p:cNvGrpSpPr>
          <p:nvPr/>
        </p:nvGrpSpPr>
        <p:grpSpPr bwMode="auto">
          <a:xfrm>
            <a:off x="457200" y="4891088"/>
            <a:ext cx="6172200" cy="573087"/>
            <a:chOff x="336" y="2880"/>
            <a:chExt cx="3744" cy="315"/>
          </a:xfrm>
        </p:grpSpPr>
        <p:sp>
          <p:nvSpPr>
            <p:cNvPr id="61450" name="Text Box 14">
              <a:extLst>
                <a:ext uri="{FF2B5EF4-FFF2-40B4-BE49-F238E27FC236}">
                  <a16:creationId xmlns:a16="http://schemas.microsoft.com/office/drawing/2014/main" id="{419EFEDE-1DBF-4C65-8C37-F5F3A11E3176}"/>
                </a:ext>
              </a:extLst>
            </p:cNvPr>
            <p:cNvSpPr txBox="1">
              <a:spLocks noChangeArrowheads="1"/>
            </p:cNvSpPr>
            <p:nvPr/>
          </p:nvSpPr>
          <p:spPr bwMode="auto">
            <a:xfrm>
              <a:off x="336" y="2880"/>
              <a:ext cx="2496"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平衡点</a:t>
              </a:r>
              <a:r>
                <a:rPr lang="en-US" altLang="zh-CN" sz="2800" b="1"/>
                <a:t>(</a:t>
              </a:r>
              <a:r>
                <a:rPr lang="en-US" altLang="zh-CN" sz="2800" b="1" i="1"/>
                <a:t>x</a:t>
              </a:r>
              <a:r>
                <a:rPr lang="en-US" altLang="zh-CN" sz="2800" b="1" baseline="-25000"/>
                <a:t>0</a:t>
              </a:r>
              <a:r>
                <a:rPr lang="en-US" altLang="zh-CN" sz="2800" b="1"/>
                <a:t>, </a:t>
              </a:r>
              <a:r>
                <a:rPr lang="en-US" altLang="zh-CN" sz="2800" b="1" i="1"/>
                <a:t>y</a:t>
              </a:r>
              <a:r>
                <a:rPr lang="en-US" altLang="zh-CN" sz="2800" b="1" baseline="-25000"/>
                <a:t>0</a:t>
              </a:r>
              <a:r>
                <a:rPr lang="en-US" altLang="zh-CN" sz="2800" b="1"/>
                <a:t>)</a:t>
              </a:r>
              <a:r>
                <a:rPr lang="zh-CN" altLang="en-US" sz="2800" b="1"/>
                <a:t>稳定的条件</a:t>
              </a:r>
            </a:p>
          </p:txBody>
        </p:sp>
        <p:graphicFrame>
          <p:nvGraphicFramePr>
            <p:cNvPr id="61451" name="Object 15">
              <a:extLst>
                <a:ext uri="{FF2B5EF4-FFF2-40B4-BE49-F238E27FC236}">
                  <a16:creationId xmlns:a16="http://schemas.microsoft.com/office/drawing/2014/main" id="{F452B661-8B62-4A20-85DD-1C4D824E89B5}"/>
                </a:ext>
              </a:extLst>
            </p:cNvPr>
            <p:cNvGraphicFramePr>
              <a:graphicFrameLocks noChangeAspect="1"/>
            </p:cNvGraphicFramePr>
            <p:nvPr/>
          </p:nvGraphicFramePr>
          <p:xfrm>
            <a:off x="2880" y="2880"/>
            <a:ext cx="1200" cy="315"/>
          </p:xfrm>
          <a:graphic>
            <a:graphicData uri="http://schemas.openxmlformats.org/presentationml/2006/ole">
              <mc:AlternateContent xmlns:mc="http://schemas.openxmlformats.org/markup-compatibility/2006">
                <mc:Choice xmlns:v="urn:schemas-microsoft-com:vml" Requires="v">
                  <p:oleObj spid="_x0000_s61475" name="公式" r:id="rId9" imgW="914400" imgH="241300" progId="Equation.3">
                    <p:embed/>
                  </p:oleObj>
                </mc:Choice>
                <mc:Fallback>
                  <p:oleObj name="公式" r:id="rId9" imgW="914400" imgH="241300" progId="Equation.3">
                    <p:embed/>
                    <p:pic>
                      <p:nvPicPr>
                        <p:cNvPr id="0" name="Object 1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880" y="2880"/>
                          <a:ext cx="1200" cy="315"/>
                        </a:xfrm>
                        <a:prstGeom prst="rect">
                          <a:avLst/>
                        </a:prstGeom>
                        <a:noFill/>
                        <a:ln>
                          <a:noFill/>
                        </a:ln>
                        <a:effectLst/>
                        <a:extLst>
                          <a:ext uri="{909E8E84-426E-40DD-AFC4-6F175D3DCCD1}">
                            <a14:hiddenFill xmlns:a14="http://schemas.microsoft.com/office/drawing/2010/main">
                              <a:solidFill>
                                <a:srgbClr val="99FF66"/>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4" name="Group 19">
            <a:extLst>
              <a:ext uri="{FF2B5EF4-FFF2-40B4-BE49-F238E27FC236}">
                <a16:creationId xmlns:a16="http://schemas.microsoft.com/office/drawing/2014/main" id="{71F27D57-B88B-49C1-933F-315587D4C5C7}"/>
              </a:ext>
            </a:extLst>
          </p:cNvPr>
          <p:cNvGrpSpPr>
            <a:grpSpLocks/>
          </p:cNvGrpSpPr>
          <p:nvPr/>
        </p:nvGrpSpPr>
        <p:grpSpPr bwMode="auto">
          <a:xfrm>
            <a:off x="2971800" y="5700713"/>
            <a:ext cx="2438400" cy="623887"/>
            <a:chOff x="1872" y="3447"/>
            <a:chExt cx="1536" cy="393"/>
          </a:xfrm>
        </p:grpSpPr>
        <p:graphicFrame>
          <p:nvGraphicFramePr>
            <p:cNvPr id="61453" name="Object 3">
              <a:extLst>
                <a:ext uri="{FF2B5EF4-FFF2-40B4-BE49-F238E27FC236}">
                  <a16:creationId xmlns:a16="http://schemas.microsoft.com/office/drawing/2014/main" id="{5C19C416-B06B-46E1-8AD4-5AD5310AEAE5}"/>
                </a:ext>
              </a:extLst>
            </p:cNvPr>
            <p:cNvGraphicFramePr>
              <a:graphicFrameLocks noChangeAspect="1"/>
            </p:cNvGraphicFramePr>
            <p:nvPr/>
          </p:nvGraphicFramePr>
          <p:xfrm>
            <a:off x="2352" y="3447"/>
            <a:ext cx="1056" cy="393"/>
          </p:xfrm>
          <a:graphic>
            <a:graphicData uri="http://schemas.openxmlformats.org/presentationml/2006/ole">
              <mc:AlternateContent xmlns:mc="http://schemas.openxmlformats.org/markup-compatibility/2006">
                <mc:Choice xmlns:v="urn:schemas-microsoft-com:vml" Requires="v">
                  <p:oleObj spid="_x0000_s61476" name="公式" r:id="rId11" imgW="609336" imgH="241195" progId="Equation.3">
                    <p:embed/>
                  </p:oleObj>
                </mc:Choice>
                <mc:Fallback>
                  <p:oleObj name="公式" r:id="rId11" imgW="609336" imgH="241195" progId="Equation.3">
                    <p:embed/>
                    <p:pic>
                      <p:nvPicPr>
                        <p:cNvPr id="0" name="Object 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352" y="3447"/>
                          <a:ext cx="1056" cy="393"/>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454" name="AutoShape 18">
              <a:extLst>
                <a:ext uri="{FF2B5EF4-FFF2-40B4-BE49-F238E27FC236}">
                  <a16:creationId xmlns:a16="http://schemas.microsoft.com/office/drawing/2014/main" id="{E6347075-6331-425A-97A8-A75796C05FC2}"/>
                </a:ext>
              </a:extLst>
            </p:cNvPr>
            <p:cNvSpPr>
              <a:spLocks noChangeArrowheads="1"/>
            </p:cNvSpPr>
            <p:nvPr/>
          </p:nvSpPr>
          <p:spPr bwMode="auto">
            <a:xfrm>
              <a:off x="1872" y="3504"/>
              <a:ext cx="144" cy="306"/>
            </a:xfrm>
            <a:prstGeom prst="rightArrow">
              <a:avLst>
                <a:gd name="adj1" fmla="val 50000"/>
                <a:gd name="adj2" fmla="val 25000"/>
              </a:avLst>
            </a:prstGeom>
            <a:solidFill>
              <a:srgbClr val="FFFF00"/>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5" name="Group 24">
            <a:extLst>
              <a:ext uri="{FF2B5EF4-FFF2-40B4-BE49-F238E27FC236}">
                <a16:creationId xmlns:a16="http://schemas.microsoft.com/office/drawing/2014/main" id="{3677F349-2746-46FA-9F6C-78DD00C5638C}"/>
              </a:ext>
            </a:extLst>
          </p:cNvPr>
          <p:cNvGrpSpPr>
            <a:grpSpLocks/>
          </p:cNvGrpSpPr>
          <p:nvPr/>
        </p:nvGrpSpPr>
        <p:grpSpPr bwMode="auto">
          <a:xfrm>
            <a:off x="2819400" y="609600"/>
            <a:ext cx="4446588" cy="1066800"/>
            <a:chOff x="1776" y="240"/>
            <a:chExt cx="2801" cy="672"/>
          </a:xfrm>
        </p:grpSpPr>
        <p:graphicFrame>
          <p:nvGraphicFramePr>
            <p:cNvPr id="61456" name="Object 9">
              <a:extLst>
                <a:ext uri="{FF2B5EF4-FFF2-40B4-BE49-F238E27FC236}">
                  <a16:creationId xmlns:a16="http://schemas.microsoft.com/office/drawing/2014/main" id="{BDE7A3A3-1776-415B-8DA0-72551F039CA7}"/>
                </a:ext>
              </a:extLst>
            </p:cNvPr>
            <p:cNvGraphicFramePr>
              <a:graphicFrameLocks noChangeAspect="1"/>
            </p:cNvGraphicFramePr>
            <p:nvPr/>
          </p:nvGraphicFramePr>
          <p:xfrm>
            <a:off x="2448" y="240"/>
            <a:ext cx="2129" cy="672"/>
          </p:xfrm>
          <a:graphic>
            <a:graphicData uri="http://schemas.openxmlformats.org/presentationml/2006/ole">
              <mc:AlternateContent xmlns:mc="http://schemas.openxmlformats.org/markup-compatibility/2006">
                <mc:Choice xmlns:v="urn:schemas-microsoft-com:vml" Requires="v">
                  <p:oleObj spid="_x0000_s61477" name="Equation" r:id="rId13" imgW="1257300" imgH="457200" progId="Equation.3">
                    <p:embed/>
                  </p:oleObj>
                </mc:Choice>
                <mc:Fallback>
                  <p:oleObj name="Equation" r:id="rId13" imgW="1257300" imgH="457200" progId="Equation.3">
                    <p:embed/>
                    <p:pic>
                      <p:nvPicPr>
                        <p:cNvPr id="0" name="Object 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448" y="240"/>
                          <a:ext cx="2129" cy="672"/>
                        </a:xfrm>
                        <a:prstGeom prst="rect">
                          <a:avLst/>
                        </a:prstGeom>
                        <a:solidFill>
                          <a:srgbClr val="FF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457" name="Text Box 20">
              <a:extLst>
                <a:ext uri="{FF2B5EF4-FFF2-40B4-BE49-F238E27FC236}">
                  <a16:creationId xmlns:a16="http://schemas.microsoft.com/office/drawing/2014/main" id="{1778673F-04A1-46A1-85AF-53BF388A5052}"/>
                </a:ext>
              </a:extLst>
            </p:cNvPr>
            <p:cNvSpPr txBox="1">
              <a:spLocks noChangeArrowheads="1"/>
            </p:cNvSpPr>
            <p:nvPr/>
          </p:nvSpPr>
          <p:spPr bwMode="auto">
            <a:xfrm>
              <a:off x="1776" y="384"/>
              <a:ext cx="672" cy="365"/>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ea typeface="楷体_GB2312" pitchFamily="49" charset="-122"/>
                </a:rPr>
                <a:t>模型</a:t>
              </a:r>
            </a:p>
          </p:txBody>
        </p:sp>
      </p:grpSp>
      <p:sp>
        <p:nvSpPr>
          <p:cNvPr id="61458" name="Text Box 21">
            <a:extLst>
              <a:ext uri="{FF2B5EF4-FFF2-40B4-BE49-F238E27FC236}">
                <a16:creationId xmlns:a16="http://schemas.microsoft.com/office/drawing/2014/main" id="{32FCEFA9-B8DA-449B-A641-F7F338436B51}"/>
              </a:ext>
            </a:extLst>
          </p:cNvPr>
          <p:cNvSpPr txBox="1">
            <a:spLocks noChangeArrowheads="1"/>
          </p:cNvSpPr>
          <p:nvPr/>
        </p:nvSpPr>
        <p:spPr bwMode="auto">
          <a:xfrm>
            <a:off x="304800" y="762000"/>
            <a:ext cx="2133600" cy="64135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600" b="1">
                <a:latin typeface="楷体_GB2312" pitchFamily="49" charset="-122"/>
                <a:ea typeface="楷体_GB2312" pitchFamily="49" charset="-122"/>
              </a:rPr>
              <a:t>军备竞赛</a:t>
            </a:r>
          </a:p>
        </p:txBody>
      </p:sp>
      <p:pic>
        <p:nvPicPr>
          <p:cNvPr id="61459" name="Picture 25" descr="j0293234">
            <a:extLst>
              <a:ext uri="{FF2B5EF4-FFF2-40B4-BE49-F238E27FC236}">
                <a16:creationId xmlns:a16="http://schemas.microsoft.com/office/drawing/2014/main" id="{5062355D-BC3A-4375-8354-104BD995C80E}"/>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956550" y="476250"/>
            <a:ext cx="846138" cy="62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lide(fromTop)">
                                      <p:cBhvr>
                                        <p:cTn id="7" dur="5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30731"/>
                                        </p:tgtEl>
                                        <p:attrNameLst>
                                          <p:attrName>style.visibility</p:attrName>
                                        </p:attrNameLst>
                                      </p:cBhvr>
                                      <p:to>
                                        <p:strVal val="visible"/>
                                      </p:to>
                                    </p:set>
                                    <p:animEffect transition="in" filter="barn(inHorizontal)">
                                      <p:cBhvr>
                                        <p:cTn id="12" dur="500"/>
                                        <p:tgtEl>
                                          <p:spTgt spid="3073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5" fill="hold" nodeType="clickEffect">
                                  <p:stCondLst>
                                    <p:cond delay="0"/>
                                  </p:stCondLst>
                                  <p:childTnLst>
                                    <p:set>
                                      <p:cBhvr>
                                        <p:cTn id="16" dur="1" fill="hold">
                                          <p:stCondLst>
                                            <p:cond delay="0"/>
                                          </p:stCondLst>
                                        </p:cTn>
                                        <p:tgtEl>
                                          <p:spTgt spid="30728"/>
                                        </p:tgtEl>
                                        <p:attrNameLst>
                                          <p:attrName>style.visibility</p:attrName>
                                        </p:attrNameLst>
                                      </p:cBhvr>
                                      <p:to>
                                        <p:strVal val="visible"/>
                                      </p:to>
                                    </p:set>
                                    <p:animEffect transition="in" filter="blinds(vertical)">
                                      <p:cBhvr>
                                        <p:cTn id="17" dur="1000"/>
                                        <p:tgtEl>
                                          <p:spTgt spid="3072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26" fill="hold" grpId="0" nodeType="clickEffect">
                                  <p:stCondLst>
                                    <p:cond delay="0"/>
                                  </p:stCondLst>
                                  <p:childTnLst>
                                    <p:set>
                                      <p:cBhvr>
                                        <p:cTn id="21" dur="1" fill="hold">
                                          <p:stCondLst>
                                            <p:cond delay="0"/>
                                          </p:stCondLst>
                                        </p:cTn>
                                        <p:tgtEl>
                                          <p:spTgt spid="30732"/>
                                        </p:tgtEl>
                                        <p:attrNameLst>
                                          <p:attrName>style.visibility</p:attrName>
                                        </p:attrNameLst>
                                      </p:cBhvr>
                                      <p:to>
                                        <p:strVal val="visible"/>
                                      </p:to>
                                    </p:set>
                                    <p:animEffect transition="in" filter="barn(inHorizontal)">
                                      <p:cBhvr>
                                        <p:cTn id="22" dur="1000"/>
                                        <p:tgtEl>
                                          <p:spTgt spid="3073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dissolve">
                                      <p:cBhvr>
                                        <p:cTn id="27" dur="1000"/>
                                        <p:tgtEl>
                                          <p:spTgt spid="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30722"/>
                                        </p:tgtEl>
                                        <p:attrNameLst>
                                          <p:attrName>style.visibility</p:attrName>
                                        </p:attrNameLst>
                                      </p:cBhvr>
                                      <p:to>
                                        <p:strVal val="visible"/>
                                      </p:to>
                                    </p:set>
                                    <p:animEffect transition="in" filter="box(in)">
                                      <p:cBhvr>
                                        <p:cTn id="32" dur="1000"/>
                                        <p:tgtEl>
                                          <p:spTgt spid="3072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box(in)">
                                      <p:cBhvr>
                                        <p:cTn id="37" dur="1000"/>
                                        <p:tgtEl>
                                          <p:spTgt spid="3"/>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2" presetClass="entr" presetSubtype="4" fill="hold" nodeType="clickEffect">
                                  <p:stCondLst>
                                    <p:cond delay="0"/>
                                  </p:stCondLst>
                                  <p:childTnLst>
                                    <p:set>
                                      <p:cBhvr>
                                        <p:cTn id="41" dur="1" fill="hold">
                                          <p:stCondLst>
                                            <p:cond delay="0"/>
                                          </p:stCondLst>
                                        </p:cTn>
                                        <p:tgtEl>
                                          <p:spTgt spid="4"/>
                                        </p:tgtEl>
                                        <p:attrNameLst>
                                          <p:attrName>style.visibility</p:attrName>
                                        </p:attrNameLst>
                                      </p:cBhvr>
                                      <p:to>
                                        <p:strVal val="visible"/>
                                      </p:to>
                                    </p:set>
                                    <p:animEffect transition="in" filter="slide(fromBottom)">
                                      <p:cBhvr>
                                        <p:cTn id="42"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31" grpId="0" animBg="1" autoUpdateAnimBg="0"/>
      <p:bldP spid="30732" grpId="0" animBg="1"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2466" name="Text Box 2">
            <a:extLst>
              <a:ext uri="{FF2B5EF4-FFF2-40B4-BE49-F238E27FC236}">
                <a16:creationId xmlns:a16="http://schemas.microsoft.com/office/drawing/2014/main" id="{BE0B8E65-DD72-4A3E-BEED-6D09C0357D87}"/>
              </a:ext>
            </a:extLst>
          </p:cNvPr>
          <p:cNvSpPr txBox="1">
            <a:spLocks noChangeArrowheads="1"/>
          </p:cNvSpPr>
          <p:nvPr/>
        </p:nvSpPr>
        <p:spPr bwMode="auto">
          <a:xfrm>
            <a:off x="228600" y="304800"/>
            <a:ext cx="3124200" cy="579438"/>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3200" b="1">
                <a:ea typeface="楷体_GB2312" pitchFamily="49" charset="-122"/>
              </a:rPr>
              <a:t>模型的定性解释</a:t>
            </a:r>
          </a:p>
        </p:txBody>
      </p:sp>
      <p:graphicFrame>
        <p:nvGraphicFramePr>
          <p:cNvPr id="59396" name="Object 4">
            <a:extLst>
              <a:ext uri="{FF2B5EF4-FFF2-40B4-BE49-F238E27FC236}">
                <a16:creationId xmlns:a16="http://schemas.microsoft.com/office/drawing/2014/main" id="{C1E7EBAE-5747-4CFA-99A1-9B074F9019E5}"/>
              </a:ext>
            </a:extLst>
          </p:cNvPr>
          <p:cNvGraphicFramePr>
            <a:graphicFrameLocks noChangeAspect="1"/>
          </p:cNvGraphicFramePr>
          <p:nvPr/>
        </p:nvGraphicFramePr>
        <p:xfrm>
          <a:off x="1600200" y="3644900"/>
          <a:ext cx="1655763" cy="622300"/>
        </p:xfrm>
        <a:graphic>
          <a:graphicData uri="http://schemas.openxmlformats.org/presentationml/2006/ole">
            <mc:AlternateContent xmlns:mc="http://schemas.openxmlformats.org/markup-compatibility/2006">
              <mc:Choice xmlns:v="urn:schemas-microsoft-com:vml" Requires="v">
                <p:oleObj spid="_x0000_s62484" name="公式" r:id="rId3" imgW="507780" imgH="203112" progId="Equation.3">
                  <p:embed/>
                </p:oleObj>
              </mc:Choice>
              <mc:Fallback>
                <p:oleObj name="公式" r:id="rId3" imgW="507780" imgH="203112"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0200" y="3644900"/>
                        <a:ext cx="1655763" cy="622300"/>
                      </a:xfrm>
                      <a:prstGeom prst="rect">
                        <a:avLst/>
                      </a:prstGeom>
                      <a:solidFill>
                        <a:srgbClr val="FFCC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9397" name="Text Box 5">
            <a:extLst>
              <a:ext uri="{FF2B5EF4-FFF2-40B4-BE49-F238E27FC236}">
                <a16:creationId xmlns:a16="http://schemas.microsoft.com/office/drawing/2014/main" id="{15EF55CB-40BD-469F-9B6E-D44D48728FE2}"/>
              </a:ext>
            </a:extLst>
          </p:cNvPr>
          <p:cNvSpPr txBox="1">
            <a:spLocks noChangeArrowheads="1"/>
          </p:cNvSpPr>
          <p:nvPr/>
        </p:nvSpPr>
        <p:spPr bwMode="auto">
          <a:xfrm>
            <a:off x="304800" y="2425700"/>
            <a:ext cx="3962400" cy="1117600"/>
          </a:xfrm>
          <a:prstGeom prst="rect">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zh-CN" altLang="en-US" sz="2800" b="1"/>
              <a:t>双方军备稳定</a:t>
            </a:r>
            <a:r>
              <a:rPr lang="en-US" altLang="zh-CN" sz="2800" b="1"/>
              <a:t>(</a:t>
            </a:r>
            <a:r>
              <a:rPr lang="zh-CN" altLang="en-US" sz="2800" b="1"/>
              <a:t>时间充分长后趋向有限值</a:t>
            </a:r>
            <a:r>
              <a:rPr lang="en-US" altLang="zh-CN" sz="2800" b="1"/>
              <a:t>)</a:t>
            </a:r>
            <a:r>
              <a:rPr lang="zh-CN" altLang="en-US" sz="2800" b="1"/>
              <a:t>的条件</a:t>
            </a:r>
          </a:p>
        </p:txBody>
      </p:sp>
      <p:sp>
        <p:nvSpPr>
          <p:cNvPr id="59399" name="Text Box 7">
            <a:extLst>
              <a:ext uri="{FF2B5EF4-FFF2-40B4-BE49-F238E27FC236}">
                <a16:creationId xmlns:a16="http://schemas.microsoft.com/office/drawing/2014/main" id="{325B8038-E7DA-46D4-86A4-2254356A337F}"/>
              </a:ext>
            </a:extLst>
          </p:cNvPr>
          <p:cNvSpPr txBox="1">
            <a:spLocks noChangeArrowheads="1"/>
          </p:cNvSpPr>
          <p:nvPr/>
        </p:nvSpPr>
        <p:spPr bwMode="auto">
          <a:xfrm>
            <a:off x="609600" y="4292600"/>
            <a:ext cx="7848600"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AutoNum type="arabicParenR"/>
            </a:pPr>
            <a:r>
              <a:rPr lang="zh-CN" altLang="en-US" sz="2800" b="1"/>
              <a:t>双方经济制约大于双方军备刺激时，军备竞赛 才会稳定，否则军备将无限扩张</a:t>
            </a:r>
            <a:r>
              <a:rPr lang="en-US" altLang="zh-CN" sz="2800" b="1"/>
              <a:t>.</a:t>
            </a:r>
          </a:p>
        </p:txBody>
      </p:sp>
      <p:grpSp>
        <p:nvGrpSpPr>
          <p:cNvPr id="2" name="Group 10">
            <a:extLst>
              <a:ext uri="{FF2B5EF4-FFF2-40B4-BE49-F238E27FC236}">
                <a16:creationId xmlns:a16="http://schemas.microsoft.com/office/drawing/2014/main" id="{51C088DA-6505-43B0-A5DA-444840946F4C}"/>
              </a:ext>
            </a:extLst>
          </p:cNvPr>
          <p:cNvGrpSpPr>
            <a:grpSpLocks/>
          </p:cNvGrpSpPr>
          <p:nvPr/>
        </p:nvGrpSpPr>
        <p:grpSpPr bwMode="auto">
          <a:xfrm>
            <a:off x="1066800" y="1401763"/>
            <a:ext cx="5943600" cy="1036637"/>
            <a:chOff x="672" y="960"/>
            <a:chExt cx="3744" cy="653"/>
          </a:xfrm>
        </p:grpSpPr>
        <p:sp>
          <p:nvSpPr>
            <p:cNvPr id="62471" name="Text Box 8">
              <a:extLst>
                <a:ext uri="{FF2B5EF4-FFF2-40B4-BE49-F238E27FC236}">
                  <a16:creationId xmlns:a16="http://schemas.microsoft.com/office/drawing/2014/main" id="{8AB3D8BE-7D1A-4471-825B-377BF38DA1CB}"/>
                </a:ext>
              </a:extLst>
            </p:cNvPr>
            <p:cNvSpPr txBox="1">
              <a:spLocks noChangeArrowheads="1"/>
            </p:cNvSpPr>
            <p:nvPr/>
          </p:nvSpPr>
          <p:spPr bwMode="auto">
            <a:xfrm>
              <a:off x="672" y="1104"/>
              <a:ext cx="81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平衡点</a:t>
              </a:r>
            </a:p>
          </p:txBody>
        </p:sp>
        <p:graphicFrame>
          <p:nvGraphicFramePr>
            <p:cNvPr id="62472" name="Object 9">
              <a:extLst>
                <a:ext uri="{FF2B5EF4-FFF2-40B4-BE49-F238E27FC236}">
                  <a16:creationId xmlns:a16="http://schemas.microsoft.com/office/drawing/2014/main" id="{210A910E-D095-4064-9E2D-B592D76F7CAE}"/>
                </a:ext>
              </a:extLst>
            </p:cNvPr>
            <p:cNvGraphicFramePr>
              <a:graphicFrameLocks noChangeAspect="1"/>
            </p:cNvGraphicFramePr>
            <p:nvPr/>
          </p:nvGraphicFramePr>
          <p:xfrm>
            <a:off x="1584" y="960"/>
            <a:ext cx="2832" cy="653"/>
          </p:xfrm>
          <a:graphic>
            <a:graphicData uri="http://schemas.openxmlformats.org/presentationml/2006/ole">
              <mc:AlternateContent xmlns:mc="http://schemas.openxmlformats.org/markup-compatibility/2006">
                <mc:Choice xmlns:v="urn:schemas-microsoft-com:vml" Requires="v">
                  <p:oleObj spid="_x0000_s62485" name="公式" r:id="rId5" imgW="2222500" imgH="508000" progId="Equation.3">
                    <p:embed/>
                  </p:oleObj>
                </mc:Choice>
                <mc:Fallback>
                  <p:oleObj name="公式" r:id="rId5" imgW="2222500" imgH="508000" progId="Equation.3">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4" y="960"/>
                          <a:ext cx="2832" cy="653"/>
                        </a:xfrm>
                        <a:prstGeom prst="rect">
                          <a:avLst/>
                        </a:prstGeom>
                        <a:noFill/>
                        <a:ln>
                          <a:noFill/>
                        </a:ln>
                        <a:effectLst/>
                        <a:extLst>
                          <a:ext uri="{909E8E84-426E-40DD-AFC4-6F175D3DCCD1}">
                            <a14:hiddenFill xmlns:a14="http://schemas.microsoft.com/office/drawing/2010/main">
                              <a:solidFill>
                                <a:srgbClr val="00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59404" name="Text Box 12">
            <a:extLst>
              <a:ext uri="{FF2B5EF4-FFF2-40B4-BE49-F238E27FC236}">
                <a16:creationId xmlns:a16="http://schemas.microsoft.com/office/drawing/2014/main" id="{589284CC-243F-4C0F-B098-B6F6A9669A12}"/>
              </a:ext>
            </a:extLst>
          </p:cNvPr>
          <p:cNvSpPr txBox="1">
            <a:spLocks noChangeArrowheads="1"/>
          </p:cNvSpPr>
          <p:nvPr/>
        </p:nvSpPr>
        <p:spPr bwMode="auto">
          <a:xfrm>
            <a:off x="611188" y="5300663"/>
            <a:ext cx="7848600" cy="120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20000"/>
              </a:spcBef>
            </a:pPr>
            <a:r>
              <a:rPr lang="en-US" altLang="zh-CN" sz="2800" b="1"/>
              <a:t>2) </a:t>
            </a:r>
            <a:r>
              <a:rPr lang="zh-CN" altLang="en-US" sz="2800" b="1"/>
              <a:t>若</a:t>
            </a:r>
            <a:r>
              <a:rPr lang="en-US" altLang="zh-CN" sz="2800" b="1" i="1"/>
              <a:t>g=h=</a:t>
            </a:r>
            <a:r>
              <a:rPr lang="en-US" altLang="zh-CN" sz="2800" b="1"/>
              <a:t>0, </a:t>
            </a:r>
            <a:r>
              <a:rPr lang="zh-CN" altLang="en-US" sz="2800" b="1"/>
              <a:t>则 </a:t>
            </a:r>
            <a:r>
              <a:rPr lang="en-US" altLang="zh-CN" sz="2800" b="1" i="1"/>
              <a:t>x</a:t>
            </a:r>
            <a:r>
              <a:rPr lang="en-US" altLang="zh-CN" sz="2800" b="1" baseline="-25000"/>
              <a:t>0</a:t>
            </a:r>
            <a:r>
              <a:rPr lang="en-US" altLang="zh-CN" sz="2800" b="1" i="1"/>
              <a:t>=y</a:t>
            </a:r>
            <a:r>
              <a:rPr lang="en-US" altLang="zh-CN" sz="2800" b="1" baseline="-25000"/>
              <a:t>0</a:t>
            </a:r>
            <a:r>
              <a:rPr lang="en-US" altLang="zh-CN" sz="2800" b="1" i="1"/>
              <a:t>=</a:t>
            </a:r>
            <a:r>
              <a:rPr lang="en-US" altLang="zh-CN" sz="2800" b="1"/>
              <a:t>0, </a:t>
            </a:r>
            <a:r>
              <a:rPr lang="zh-CN" altLang="zh-CN" sz="2800" b="1"/>
              <a:t>在</a:t>
            </a:r>
            <a:r>
              <a:rPr lang="zh-CN" altLang="en-US" sz="2800" b="1"/>
              <a:t> </a:t>
            </a:r>
            <a:r>
              <a:rPr lang="zh-CN" altLang="en-US" sz="2800" b="1" i="1">
                <a:sym typeface="Symbol" panose="05050102010706020507" pitchFamily="18" charset="2"/>
              </a:rPr>
              <a:t></a:t>
            </a:r>
            <a:r>
              <a:rPr lang="zh-CN" altLang="en-US" sz="2800" b="1"/>
              <a:t> </a:t>
            </a:r>
            <a:r>
              <a:rPr lang="en-US" altLang="zh-CN" sz="2800" b="1"/>
              <a:t>&gt; </a:t>
            </a:r>
            <a:r>
              <a:rPr lang="en-US" altLang="zh-CN" sz="2800" b="1" i="1">
                <a:sym typeface="Symbol" panose="05050102010706020507" pitchFamily="18" charset="2"/>
              </a:rPr>
              <a:t>kl </a:t>
            </a:r>
            <a:r>
              <a:rPr lang="zh-CN" altLang="en-US" sz="2800" b="1"/>
              <a:t>下 </a:t>
            </a:r>
            <a:r>
              <a:rPr lang="en-US" altLang="zh-CN" sz="2800" b="1" i="1"/>
              <a:t>x</a:t>
            </a:r>
            <a:r>
              <a:rPr lang="en-US" altLang="zh-CN" sz="2800" b="1"/>
              <a:t>(</a:t>
            </a:r>
            <a:r>
              <a:rPr lang="en-US" altLang="zh-CN" sz="2800" b="1" i="1"/>
              <a:t>t</a:t>
            </a:r>
            <a:r>
              <a:rPr lang="en-US" altLang="zh-CN" sz="2800" b="1"/>
              <a:t>)</a:t>
            </a:r>
            <a:r>
              <a:rPr lang="en-US" altLang="zh-CN" sz="2800" b="1" i="1"/>
              <a:t>, y</a:t>
            </a:r>
            <a:r>
              <a:rPr lang="en-US" altLang="zh-CN" sz="2800" b="1"/>
              <a:t>(</a:t>
            </a:r>
            <a:r>
              <a:rPr lang="en-US" altLang="zh-CN" sz="2800" b="1" i="1"/>
              <a:t>t</a:t>
            </a:r>
            <a:r>
              <a:rPr lang="en-US" altLang="zh-CN" sz="2800" b="1"/>
              <a:t>)</a:t>
            </a:r>
            <a:r>
              <a:rPr lang="en-US" altLang="zh-CN" sz="2800" b="1">
                <a:sym typeface="Symbol" panose="05050102010706020507" pitchFamily="18" charset="2"/>
              </a:rPr>
              <a:t></a:t>
            </a:r>
            <a:r>
              <a:rPr lang="en-US" altLang="zh-CN" sz="2800" b="1"/>
              <a:t>0, </a:t>
            </a:r>
          </a:p>
          <a:p>
            <a:pPr eaLnBrk="1" hangingPunct="1">
              <a:lnSpc>
                <a:spcPct val="120000"/>
              </a:lnSpc>
              <a:spcBef>
                <a:spcPct val="20000"/>
              </a:spcBef>
            </a:pPr>
            <a:r>
              <a:rPr lang="en-US" altLang="zh-CN" sz="2800" b="1"/>
              <a:t>    </a:t>
            </a:r>
            <a:r>
              <a:rPr lang="zh-CN" altLang="en-US" sz="2800" b="1"/>
              <a:t>即友好邻国通过裁军可达到永久和平</a:t>
            </a:r>
            <a:r>
              <a:rPr lang="en-US" altLang="zh-CN" sz="2800" b="1"/>
              <a:t>.</a:t>
            </a:r>
          </a:p>
        </p:txBody>
      </p:sp>
      <p:grpSp>
        <p:nvGrpSpPr>
          <p:cNvPr id="3" name="Group 22">
            <a:extLst>
              <a:ext uri="{FF2B5EF4-FFF2-40B4-BE49-F238E27FC236}">
                <a16:creationId xmlns:a16="http://schemas.microsoft.com/office/drawing/2014/main" id="{B8085F28-1305-408F-BBD7-079EA87D3EA6}"/>
              </a:ext>
            </a:extLst>
          </p:cNvPr>
          <p:cNvGrpSpPr>
            <a:grpSpLocks/>
          </p:cNvGrpSpPr>
          <p:nvPr/>
        </p:nvGrpSpPr>
        <p:grpSpPr bwMode="auto">
          <a:xfrm>
            <a:off x="3581400" y="381000"/>
            <a:ext cx="4446588" cy="1066800"/>
            <a:chOff x="1776" y="240"/>
            <a:chExt cx="2801" cy="672"/>
          </a:xfrm>
        </p:grpSpPr>
        <p:graphicFrame>
          <p:nvGraphicFramePr>
            <p:cNvPr id="62475" name="Object 23">
              <a:extLst>
                <a:ext uri="{FF2B5EF4-FFF2-40B4-BE49-F238E27FC236}">
                  <a16:creationId xmlns:a16="http://schemas.microsoft.com/office/drawing/2014/main" id="{B38138CA-8177-4C5A-96B4-536276721AFC}"/>
                </a:ext>
              </a:extLst>
            </p:cNvPr>
            <p:cNvGraphicFramePr>
              <a:graphicFrameLocks noChangeAspect="1"/>
            </p:cNvGraphicFramePr>
            <p:nvPr/>
          </p:nvGraphicFramePr>
          <p:xfrm>
            <a:off x="2448" y="240"/>
            <a:ext cx="2129" cy="672"/>
          </p:xfrm>
          <a:graphic>
            <a:graphicData uri="http://schemas.openxmlformats.org/presentationml/2006/ole">
              <mc:AlternateContent xmlns:mc="http://schemas.openxmlformats.org/markup-compatibility/2006">
                <mc:Choice xmlns:v="urn:schemas-microsoft-com:vml" Requires="v">
                  <p:oleObj spid="_x0000_s62486" name="Equation" r:id="rId7" imgW="1257300" imgH="457200" progId="Equation.3">
                    <p:embed/>
                  </p:oleObj>
                </mc:Choice>
                <mc:Fallback>
                  <p:oleObj name="Equation" r:id="rId7" imgW="1257300" imgH="457200" progId="Equation.3">
                    <p:embed/>
                    <p:pic>
                      <p:nvPicPr>
                        <p:cNvPr id="0" name="Object 2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48" y="240"/>
                          <a:ext cx="2129" cy="672"/>
                        </a:xfrm>
                        <a:prstGeom prst="rect">
                          <a:avLst/>
                        </a:prstGeom>
                        <a:solidFill>
                          <a:srgbClr val="FF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2476" name="Text Box 24">
              <a:extLst>
                <a:ext uri="{FF2B5EF4-FFF2-40B4-BE49-F238E27FC236}">
                  <a16:creationId xmlns:a16="http://schemas.microsoft.com/office/drawing/2014/main" id="{6E105B74-3BB4-4EB6-BE0B-7B254A4D0013}"/>
                </a:ext>
              </a:extLst>
            </p:cNvPr>
            <p:cNvSpPr txBox="1">
              <a:spLocks noChangeArrowheads="1"/>
            </p:cNvSpPr>
            <p:nvPr/>
          </p:nvSpPr>
          <p:spPr bwMode="auto">
            <a:xfrm>
              <a:off x="1776" y="384"/>
              <a:ext cx="672" cy="365"/>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ea typeface="楷体_GB2312" pitchFamily="49" charset="-122"/>
                </a:rPr>
                <a:t>模型</a:t>
              </a:r>
            </a:p>
          </p:txBody>
        </p:sp>
      </p:grpSp>
      <p:sp>
        <p:nvSpPr>
          <p:cNvPr id="59417" name="Text Box 25">
            <a:extLst>
              <a:ext uri="{FF2B5EF4-FFF2-40B4-BE49-F238E27FC236}">
                <a16:creationId xmlns:a16="http://schemas.microsoft.com/office/drawing/2014/main" id="{EBFC28BE-9322-45E3-B348-78870E1ECBDF}"/>
              </a:ext>
            </a:extLst>
          </p:cNvPr>
          <p:cNvSpPr txBox="1">
            <a:spLocks noChangeArrowheads="1"/>
          </p:cNvSpPr>
          <p:nvPr/>
        </p:nvSpPr>
        <p:spPr bwMode="auto">
          <a:xfrm>
            <a:off x="4284663" y="2425700"/>
            <a:ext cx="4800600" cy="180181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sym typeface="Symbol" panose="05050102010706020507" pitchFamily="18" charset="2"/>
              </a:rPr>
              <a:t>,  ~ </a:t>
            </a:r>
            <a:r>
              <a:rPr lang="zh-CN" altLang="en-US" sz="2800" b="1">
                <a:sym typeface="Symbol" panose="05050102010706020507" pitchFamily="18" charset="2"/>
              </a:rPr>
              <a:t>本方经济实力的制约；</a:t>
            </a:r>
          </a:p>
          <a:p>
            <a:pPr eaLnBrk="1" hangingPunct="1">
              <a:spcBef>
                <a:spcPct val="50000"/>
              </a:spcBef>
            </a:pPr>
            <a:r>
              <a:rPr lang="zh-CN" altLang="en-US" sz="2800" b="1" i="1">
                <a:sym typeface="Symbol" panose="05050102010706020507" pitchFamily="18" charset="2"/>
              </a:rPr>
              <a:t> </a:t>
            </a:r>
            <a:r>
              <a:rPr lang="en-US" altLang="zh-CN" sz="2800" b="1" i="1">
                <a:sym typeface="Symbol" panose="05050102010706020507" pitchFamily="18" charset="2"/>
              </a:rPr>
              <a:t>k, l</a:t>
            </a:r>
            <a:r>
              <a:rPr lang="en-US" altLang="zh-CN" sz="2800" b="1">
                <a:sym typeface="Symbol" panose="05050102010706020507" pitchFamily="18" charset="2"/>
              </a:rPr>
              <a:t> ~ </a:t>
            </a:r>
            <a:r>
              <a:rPr lang="zh-CN" altLang="en-US" sz="2800" b="1">
                <a:sym typeface="Symbol" panose="05050102010706020507" pitchFamily="18" charset="2"/>
              </a:rPr>
              <a:t>对方</a:t>
            </a:r>
            <a:r>
              <a:rPr lang="zh-CN" altLang="en-US" sz="2800" b="1"/>
              <a:t>军备数量的刺激；</a:t>
            </a:r>
          </a:p>
          <a:p>
            <a:pPr eaLnBrk="1" hangingPunct="1">
              <a:spcBef>
                <a:spcPct val="50000"/>
              </a:spcBef>
            </a:pPr>
            <a:r>
              <a:rPr lang="en-US" altLang="zh-CN" sz="2800" b="1" i="1"/>
              <a:t>g, h</a:t>
            </a:r>
            <a:r>
              <a:rPr lang="en-US" altLang="zh-CN" sz="2800" b="1"/>
              <a:t> ~ </a:t>
            </a:r>
            <a:r>
              <a:rPr lang="zh-CN" altLang="en-US" sz="2800" b="1">
                <a:sym typeface="Symbol" panose="05050102010706020507" pitchFamily="18" charset="2"/>
              </a:rPr>
              <a:t>本方</a:t>
            </a:r>
            <a:r>
              <a:rPr lang="zh-CN" altLang="en-US" sz="2800" b="1"/>
              <a:t>军备竞赛的潜力</a:t>
            </a:r>
            <a:r>
              <a:rPr lang="en-US" altLang="zh-CN" sz="2800" b="1"/>
              <a:t>.</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slide(fromTop)">
                                      <p:cBhvr>
                                        <p:cTn id="7" dur="10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checkerboard(across)">
                                      <p:cBhvr>
                                        <p:cTn id="12" dur="10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59397"/>
                                        </p:tgtEl>
                                        <p:attrNameLst>
                                          <p:attrName>style.visibility</p:attrName>
                                        </p:attrNameLst>
                                      </p:cBhvr>
                                      <p:to>
                                        <p:strVal val="visible"/>
                                      </p:to>
                                    </p:set>
                                    <p:animEffect transition="in" filter="box(in)">
                                      <p:cBhvr>
                                        <p:cTn id="17" dur="1000"/>
                                        <p:tgtEl>
                                          <p:spTgt spid="5939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59396"/>
                                        </p:tgtEl>
                                        <p:attrNameLst>
                                          <p:attrName>style.visibility</p:attrName>
                                        </p:attrNameLst>
                                      </p:cBhvr>
                                      <p:to>
                                        <p:strVal val="visible"/>
                                      </p:to>
                                    </p:set>
                                    <p:animEffect transition="in" filter="box(in)">
                                      <p:cBhvr>
                                        <p:cTn id="22" dur="1000"/>
                                        <p:tgtEl>
                                          <p:spTgt spid="5939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3" presetClass="entr" presetSubtype="16" fill="hold" grpId="0" nodeType="clickEffect">
                                  <p:stCondLst>
                                    <p:cond delay="0"/>
                                  </p:stCondLst>
                                  <p:childTnLst>
                                    <p:set>
                                      <p:cBhvr>
                                        <p:cTn id="26" dur="1" fill="hold">
                                          <p:stCondLst>
                                            <p:cond delay="0"/>
                                          </p:stCondLst>
                                        </p:cTn>
                                        <p:tgtEl>
                                          <p:spTgt spid="59417"/>
                                        </p:tgtEl>
                                        <p:attrNameLst>
                                          <p:attrName>style.visibility</p:attrName>
                                        </p:attrNameLst>
                                      </p:cBhvr>
                                      <p:to>
                                        <p:strVal val="visible"/>
                                      </p:to>
                                    </p:set>
                                    <p:anim calcmode="lin" valueType="num">
                                      <p:cBhvr>
                                        <p:cTn id="27" dur="1000" fill="hold"/>
                                        <p:tgtEl>
                                          <p:spTgt spid="59417"/>
                                        </p:tgtEl>
                                        <p:attrNameLst>
                                          <p:attrName>ppt_w</p:attrName>
                                        </p:attrNameLst>
                                      </p:cBhvr>
                                      <p:tavLst>
                                        <p:tav tm="0">
                                          <p:val>
                                            <p:fltVal val="0"/>
                                          </p:val>
                                        </p:tav>
                                        <p:tav tm="100000">
                                          <p:val>
                                            <p:strVal val="#ppt_w"/>
                                          </p:val>
                                        </p:tav>
                                      </p:tavLst>
                                    </p:anim>
                                    <p:anim calcmode="lin" valueType="num">
                                      <p:cBhvr>
                                        <p:cTn id="28" dur="1000" fill="hold"/>
                                        <p:tgtEl>
                                          <p:spTgt spid="59417"/>
                                        </p:tgtEl>
                                        <p:attrNameLst>
                                          <p:attrName>ppt_h</p:attrName>
                                        </p:attrNameLst>
                                      </p:cBhvr>
                                      <p:tavLst>
                                        <p:tav tm="0">
                                          <p:val>
                                            <p:fltVal val="0"/>
                                          </p:val>
                                        </p:tav>
                                        <p:tav tm="100000">
                                          <p:val>
                                            <p:strVal val="#ppt_h"/>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5" presetClass="entr" presetSubtype="10" fill="hold" grpId="0" nodeType="clickEffect">
                                  <p:stCondLst>
                                    <p:cond delay="0"/>
                                  </p:stCondLst>
                                  <p:childTnLst>
                                    <p:set>
                                      <p:cBhvr>
                                        <p:cTn id="32" dur="1" fill="hold">
                                          <p:stCondLst>
                                            <p:cond delay="0"/>
                                          </p:stCondLst>
                                        </p:cTn>
                                        <p:tgtEl>
                                          <p:spTgt spid="59399"/>
                                        </p:tgtEl>
                                        <p:attrNameLst>
                                          <p:attrName>style.visibility</p:attrName>
                                        </p:attrNameLst>
                                      </p:cBhvr>
                                      <p:to>
                                        <p:strVal val="visible"/>
                                      </p:to>
                                    </p:set>
                                    <p:animEffect transition="in" filter="checkerboard(across)">
                                      <p:cBhvr>
                                        <p:cTn id="33" dur="1000"/>
                                        <p:tgtEl>
                                          <p:spTgt spid="59399"/>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16" presetClass="entr" presetSubtype="42" fill="hold" grpId="0" nodeType="clickEffect">
                                  <p:stCondLst>
                                    <p:cond delay="0"/>
                                  </p:stCondLst>
                                  <p:childTnLst>
                                    <p:set>
                                      <p:cBhvr>
                                        <p:cTn id="37" dur="1" fill="hold">
                                          <p:stCondLst>
                                            <p:cond delay="0"/>
                                          </p:stCondLst>
                                        </p:cTn>
                                        <p:tgtEl>
                                          <p:spTgt spid="59404">
                                            <p:txEl>
                                              <p:pRg st="0" end="0"/>
                                            </p:txEl>
                                          </p:spTgt>
                                        </p:tgtEl>
                                        <p:attrNameLst>
                                          <p:attrName>style.visibility</p:attrName>
                                        </p:attrNameLst>
                                      </p:cBhvr>
                                      <p:to>
                                        <p:strVal val="visible"/>
                                      </p:to>
                                    </p:set>
                                    <p:animEffect transition="in" filter="barn(outHorizontal)">
                                      <p:cBhvr>
                                        <p:cTn id="38" dur="1000"/>
                                        <p:tgtEl>
                                          <p:spTgt spid="59404">
                                            <p:txEl>
                                              <p:pRg st="0" end="0"/>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16" presetClass="entr" presetSubtype="42" fill="hold" grpId="0" nodeType="clickEffect">
                                  <p:stCondLst>
                                    <p:cond delay="0"/>
                                  </p:stCondLst>
                                  <p:childTnLst>
                                    <p:set>
                                      <p:cBhvr>
                                        <p:cTn id="42" dur="1" fill="hold">
                                          <p:stCondLst>
                                            <p:cond delay="0"/>
                                          </p:stCondLst>
                                        </p:cTn>
                                        <p:tgtEl>
                                          <p:spTgt spid="59404">
                                            <p:txEl>
                                              <p:pRg st="1" end="1"/>
                                            </p:txEl>
                                          </p:spTgt>
                                        </p:tgtEl>
                                        <p:attrNameLst>
                                          <p:attrName>style.visibility</p:attrName>
                                        </p:attrNameLst>
                                      </p:cBhvr>
                                      <p:to>
                                        <p:strVal val="visible"/>
                                      </p:to>
                                    </p:set>
                                    <p:animEffect transition="in" filter="barn(outHorizontal)">
                                      <p:cBhvr>
                                        <p:cTn id="43" dur="1000"/>
                                        <p:tgtEl>
                                          <p:spTgt spid="5940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7" grpId="0" animBg="1" autoUpdateAnimBg="0"/>
      <p:bldP spid="59399" grpId="0" animBg="1" autoUpdateAnimBg="0"/>
      <p:bldP spid="59404" grpId="0" build="p" autoUpdateAnimBg="0"/>
      <p:bldP spid="59417" grpId="0" animBg="1"/>
    </p:bldLst>
  </p:timing>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2" name="Group 30">
            <a:extLst>
              <a:ext uri="{FF2B5EF4-FFF2-40B4-BE49-F238E27FC236}">
                <a16:creationId xmlns:a16="http://schemas.microsoft.com/office/drawing/2014/main" id="{AE7F866D-9564-4732-921E-9EEECB251E81}"/>
              </a:ext>
            </a:extLst>
          </p:cNvPr>
          <p:cNvGrpSpPr>
            <a:grpSpLocks/>
          </p:cNvGrpSpPr>
          <p:nvPr/>
        </p:nvGrpSpPr>
        <p:grpSpPr bwMode="auto">
          <a:xfrm>
            <a:off x="228600" y="3395663"/>
            <a:ext cx="8686800" cy="1117600"/>
            <a:chOff x="144" y="2139"/>
            <a:chExt cx="5472" cy="704"/>
          </a:xfrm>
        </p:grpSpPr>
        <p:sp>
          <p:nvSpPr>
            <p:cNvPr id="63491" name="Text Box 5">
              <a:extLst>
                <a:ext uri="{FF2B5EF4-FFF2-40B4-BE49-F238E27FC236}">
                  <a16:creationId xmlns:a16="http://schemas.microsoft.com/office/drawing/2014/main" id="{DFCE089A-F11F-482F-82C5-7291619802B8}"/>
                </a:ext>
              </a:extLst>
            </p:cNvPr>
            <p:cNvSpPr txBox="1">
              <a:spLocks noChangeArrowheads="1"/>
            </p:cNvSpPr>
            <p:nvPr/>
          </p:nvSpPr>
          <p:spPr bwMode="auto">
            <a:xfrm>
              <a:off x="144" y="2139"/>
              <a:ext cx="5472" cy="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en-US" altLang="zh-CN" sz="2800" b="1"/>
                <a:t>3</a:t>
              </a:r>
              <a:r>
                <a:rPr lang="zh-CN" altLang="en-US" sz="2800" b="1"/>
                <a:t>）若 </a:t>
              </a:r>
              <a:r>
                <a:rPr lang="en-US" altLang="zh-CN" sz="2800" b="1" i="1"/>
                <a:t>g,h </a:t>
              </a:r>
              <a:r>
                <a:rPr lang="zh-CN" altLang="en-US" sz="2800" b="1"/>
                <a:t>不为零，即便双方一时和解，使某时</a:t>
              </a:r>
              <a:r>
                <a:rPr lang="en-US" altLang="zh-CN" sz="2800" b="1" i="1"/>
                <a:t>x</a:t>
              </a:r>
              <a:r>
                <a:rPr lang="en-US" altLang="zh-CN" sz="2800" b="1"/>
                <a:t>(</a:t>
              </a:r>
              <a:r>
                <a:rPr lang="en-US" altLang="zh-CN" sz="2800" b="1" i="1"/>
                <a:t>t</a:t>
              </a:r>
              <a:r>
                <a:rPr lang="en-US" altLang="zh-CN" sz="2800" b="1"/>
                <a:t>)</a:t>
              </a:r>
              <a:r>
                <a:rPr lang="en-US" altLang="zh-CN" sz="2800" b="1" i="1"/>
                <a:t>, y</a:t>
              </a:r>
              <a:r>
                <a:rPr lang="en-US" altLang="zh-CN" sz="2800" b="1"/>
                <a:t>(</a:t>
              </a:r>
              <a:r>
                <a:rPr lang="en-US" altLang="zh-CN" sz="2800" b="1" i="1"/>
                <a:t>t</a:t>
              </a:r>
              <a:r>
                <a:rPr lang="en-US" altLang="zh-CN" sz="2800" b="1"/>
                <a:t>)</a:t>
              </a:r>
            </a:p>
            <a:p>
              <a:pPr eaLnBrk="1" hangingPunct="1">
                <a:lnSpc>
                  <a:spcPct val="120000"/>
                </a:lnSpc>
              </a:pPr>
              <a:r>
                <a:rPr lang="en-US" altLang="zh-CN" sz="2800" b="1"/>
                <a:t>     </a:t>
              </a:r>
              <a:r>
                <a:rPr lang="zh-CN" altLang="en-US" sz="2800" b="1"/>
                <a:t>很小，但因                        ，也会重整军备</a:t>
              </a:r>
              <a:r>
                <a:rPr lang="en-US" altLang="zh-CN" sz="2800" b="1"/>
                <a:t>.</a:t>
              </a:r>
            </a:p>
          </p:txBody>
        </p:sp>
        <p:graphicFrame>
          <p:nvGraphicFramePr>
            <p:cNvPr id="63492" name="Object 6">
              <a:extLst>
                <a:ext uri="{FF2B5EF4-FFF2-40B4-BE49-F238E27FC236}">
                  <a16:creationId xmlns:a16="http://schemas.microsoft.com/office/drawing/2014/main" id="{87B4FA58-8239-4E83-9755-5475D6132A68}"/>
                </a:ext>
              </a:extLst>
            </p:cNvPr>
            <p:cNvGraphicFramePr>
              <a:graphicFrameLocks noChangeAspect="1"/>
            </p:cNvGraphicFramePr>
            <p:nvPr/>
          </p:nvGraphicFramePr>
          <p:xfrm>
            <a:off x="1701" y="2549"/>
            <a:ext cx="1227" cy="291"/>
          </p:xfrm>
          <a:graphic>
            <a:graphicData uri="http://schemas.openxmlformats.org/presentationml/2006/ole">
              <mc:AlternateContent xmlns:mc="http://schemas.openxmlformats.org/markup-compatibility/2006">
                <mc:Choice xmlns:v="urn:schemas-microsoft-com:vml" Requires="v">
                  <p:oleObj spid="_x0000_s63515" name="公式" r:id="rId3" imgW="901309" imgH="241195" progId="Equation.3">
                    <p:embed/>
                  </p:oleObj>
                </mc:Choice>
                <mc:Fallback>
                  <p:oleObj name="公式" r:id="rId3" imgW="901309" imgH="241195"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01" y="2549"/>
                          <a:ext cx="1227" cy="291"/>
                        </a:xfrm>
                        <a:prstGeom prst="rect">
                          <a:avLst/>
                        </a:prstGeom>
                        <a:noFill/>
                        <a:ln>
                          <a:noFill/>
                        </a:ln>
                        <a:effectLst/>
                        <a:extLst>
                          <a:ext uri="{909E8E84-426E-40DD-AFC4-6F175D3DCCD1}">
                            <a14:hiddenFill xmlns:a14="http://schemas.microsoft.com/office/drawing/2010/main">
                              <a:solidFill>
                                <a:srgbClr val="00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 name="Group 31">
            <a:extLst>
              <a:ext uri="{FF2B5EF4-FFF2-40B4-BE49-F238E27FC236}">
                <a16:creationId xmlns:a16="http://schemas.microsoft.com/office/drawing/2014/main" id="{AEBE8FEB-9F9D-420F-823B-8FD6EE7BA038}"/>
              </a:ext>
            </a:extLst>
          </p:cNvPr>
          <p:cNvGrpSpPr>
            <a:grpSpLocks/>
          </p:cNvGrpSpPr>
          <p:nvPr/>
        </p:nvGrpSpPr>
        <p:grpSpPr bwMode="auto">
          <a:xfrm>
            <a:off x="179388" y="4445000"/>
            <a:ext cx="8915400" cy="1117600"/>
            <a:chOff x="113" y="2800"/>
            <a:chExt cx="5616" cy="704"/>
          </a:xfrm>
        </p:grpSpPr>
        <p:sp>
          <p:nvSpPr>
            <p:cNvPr id="63494" name="Text Box 8">
              <a:extLst>
                <a:ext uri="{FF2B5EF4-FFF2-40B4-BE49-F238E27FC236}">
                  <a16:creationId xmlns:a16="http://schemas.microsoft.com/office/drawing/2014/main" id="{3D2092B7-6472-4B81-A6D1-0D9AAA3DC66D}"/>
                </a:ext>
              </a:extLst>
            </p:cNvPr>
            <p:cNvSpPr txBox="1">
              <a:spLocks noChangeArrowheads="1"/>
            </p:cNvSpPr>
            <p:nvPr/>
          </p:nvSpPr>
          <p:spPr bwMode="auto">
            <a:xfrm>
              <a:off x="113" y="2800"/>
              <a:ext cx="5616" cy="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en-US" altLang="zh-CN" sz="2800" b="1"/>
                <a:t>4</a:t>
              </a:r>
              <a:r>
                <a:rPr lang="zh-CN" altLang="en-US" sz="2800" b="1"/>
                <a:t>）即使某时一方</a:t>
              </a:r>
              <a:r>
                <a:rPr lang="en-US" altLang="zh-CN" sz="2800" b="1"/>
                <a:t>(</a:t>
              </a:r>
              <a:r>
                <a:rPr lang="zh-CN" altLang="en-US" sz="2800" b="1"/>
                <a:t>由于战败或协议</a:t>
              </a:r>
              <a:r>
                <a:rPr lang="en-US" altLang="zh-CN" sz="2800" b="1"/>
                <a:t>)</a:t>
              </a:r>
              <a:r>
                <a:rPr lang="zh-CN" altLang="en-US" sz="2800" b="1"/>
                <a:t>军备大减</a:t>
              </a:r>
              <a:r>
                <a:rPr lang="en-US" altLang="zh-CN" sz="2800" b="1"/>
                <a:t>, </a:t>
              </a:r>
              <a:r>
                <a:rPr lang="zh-CN" altLang="en-US" sz="2800" b="1"/>
                <a:t>如 </a:t>
              </a:r>
              <a:r>
                <a:rPr lang="en-US" altLang="zh-CN" sz="2800" b="1" i="1"/>
                <a:t>x</a:t>
              </a:r>
              <a:r>
                <a:rPr lang="en-US" altLang="zh-CN" sz="2800" b="1"/>
                <a:t>(</a:t>
              </a:r>
              <a:r>
                <a:rPr lang="en-US" altLang="zh-CN" sz="2800" b="1" i="1"/>
                <a:t>t</a:t>
              </a:r>
              <a:r>
                <a:rPr lang="en-US" altLang="zh-CN" sz="2800" b="1"/>
                <a:t>)</a:t>
              </a:r>
              <a:r>
                <a:rPr lang="en-US" altLang="zh-CN" sz="2800" b="1" i="1"/>
                <a:t>=</a:t>
              </a:r>
              <a:r>
                <a:rPr lang="en-US" altLang="zh-CN" sz="2800" b="1"/>
                <a:t>0</a:t>
              </a:r>
              <a:r>
                <a:rPr lang="zh-CN" altLang="en-US" sz="2800" b="1"/>
                <a:t>，</a:t>
              </a:r>
            </a:p>
            <a:p>
              <a:pPr eaLnBrk="1" hangingPunct="1">
                <a:lnSpc>
                  <a:spcPct val="120000"/>
                </a:lnSpc>
              </a:pPr>
              <a:r>
                <a:rPr lang="zh-CN" altLang="en-US" sz="2800" b="1"/>
                <a:t>      也会因                        使该方重整军备，</a:t>
              </a:r>
            </a:p>
          </p:txBody>
        </p:sp>
        <p:graphicFrame>
          <p:nvGraphicFramePr>
            <p:cNvPr id="63495" name="Object 9">
              <a:extLst>
                <a:ext uri="{FF2B5EF4-FFF2-40B4-BE49-F238E27FC236}">
                  <a16:creationId xmlns:a16="http://schemas.microsoft.com/office/drawing/2014/main" id="{8C6F042C-0DA3-4FE7-85C1-EF113C64388A}"/>
                </a:ext>
              </a:extLst>
            </p:cNvPr>
            <p:cNvGraphicFramePr>
              <a:graphicFrameLocks noChangeAspect="1"/>
            </p:cNvGraphicFramePr>
            <p:nvPr/>
          </p:nvGraphicFramePr>
          <p:xfrm>
            <a:off x="1292" y="3203"/>
            <a:ext cx="1150" cy="273"/>
          </p:xfrm>
          <a:graphic>
            <a:graphicData uri="http://schemas.openxmlformats.org/presentationml/2006/ole">
              <mc:AlternateContent xmlns:mc="http://schemas.openxmlformats.org/markup-compatibility/2006">
                <mc:Choice xmlns:v="urn:schemas-microsoft-com:vml" Requires="v">
                  <p:oleObj spid="_x0000_s63516" name="公式" r:id="rId5" imgW="799753" imgH="241195" progId="Equation.3">
                    <p:embed/>
                  </p:oleObj>
                </mc:Choice>
                <mc:Fallback>
                  <p:oleObj name="公式" r:id="rId5" imgW="799753" imgH="241195" progId="Equation.3">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92" y="3203"/>
                          <a:ext cx="1150" cy="273"/>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4" name="Group 29">
            <a:extLst>
              <a:ext uri="{FF2B5EF4-FFF2-40B4-BE49-F238E27FC236}">
                <a16:creationId xmlns:a16="http://schemas.microsoft.com/office/drawing/2014/main" id="{B27C54F6-D107-4FD7-A3A0-4DFF47452115}"/>
              </a:ext>
            </a:extLst>
          </p:cNvPr>
          <p:cNvGrpSpPr>
            <a:grpSpLocks/>
          </p:cNvGrpSpPr>
          <p:nvPr/>
        </p:nvGrpSpPr>
        <p:grpSpPr bwMode="auto">
          <a:xfrm>
            <a:off x="250825" y="5516563"/>
            <a:ext cx="8893175" cy="1074737"/>
            <a:chOff x="113" y="3385"/>
            <a:chExt cx="5602" cy="677"/>
          </a:xfrm>
        </p:grpSpPr>
        <p:sp>
          <p:nvSpPr>
            <p:cNvPr id="63497" name="Text Box 25">
              <a:extLst>
                <a:ext uri="{FF2B5EF4-FFF2-40B4-BE49-F238E27FC236}">
                  <a16:creationId xmlns:a16="http://schemas.microsoft.com/office/drawing/2014/main" id="{1B0792D4-B158-40B9-9C02-64EC9775D94C}"/>
                </a:ext>
              </a:extLst>
            </p:cNvPr>
            <p:cNvSpPr txBox="1">
              <a:spLocks noChangeArrowheads="1"/>
            </p:cNvSpPr>
            <p:nvPr/>
          </p:nvSpPr>
          <p:spPr bwMode="auto">
            <a:xfrm>
              <a:off x="113" y="3385"/>
              <a:ext cx="5602" cy="6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Bef>
                  <a:spcPct val="10000"/>
                </a:spcBef>
              </a:pPr>
              <a:r>
                <a:rPr lang="en-US" altLang="zh-CN" sz="2800" b="1"/>
                <a:t>    </a:t>
              </a:r>
              <a:r>
                <a:rPr lang="zh-CN" altLang="en-US" sz="2800" b="1"/>
                <a:t>即存在互不信任</a:t>
              </a:r>
              <a:r>
                <a:rPr lang="en-US" altLang="zh-CN" sz="2800" b="1"/>
                <a:t>(          ) </a:t>
              </a:r>
              <a:r>
                <a:rPr lang="zh-CN" altLang="en-US" sz="2800" b="1"/>
                <a:t>或固有争端</a:t>
              </a:r>
              <a:r>
                <a:rPr lang="en-US" altLang="zh-CN" sz="2800" b="1"/>
                <a:t>(            ) </a:t>
              </a:r>
              <a:r>
                <a:rPr lang="zh-CN" altLang="en-US" sz="2800" b="1"/>
                <a:t>的单方面</a:t>
              </a:r>
            </a:p>
            <a:p>
              <a:pPr eaLnBrk="1" hangingPunct="1">
                <a:lnSpc>
                  <a:spcPct val="110000"/>
                </a:lnSpc>
                <a:spcBef>
                  <a:spcPct val="10000"/>
                </a:spcBef>
              </a:pPr>
              <a:r>
                <a:rPr lang="zh-CN" altLang="en-US" sz="2800" b="1"/>
                <a:t>   裁军不会持久</a:t>
              </a:r>
              <a:r>
                <a:rPr lang="en-US" altLang="zh-CN" sz="2800" b="1"/>
                <a:t>.</a:t>
              </a:r>
            </a:p>
          </p:txBody>
        </p:sp>
        <p:graphicFrame>
          <p:nvGraphicFramePr>
            <p:cNvPr id="63498" name="Object 10">
              <a:extLst>
                <a:ext uri="{FF2B5EF4-FFF2-40B4-BE49-F238E27FC236}">
                  <a16:creationId xmlns:a16="http://schemas.microsoft.com/office/drawing/2014/main" id="{77EA9429-BE19-431D-81B1-9416D12DBD0F}"/>
                </a:ext>
              </a:extLst>
            </p:cNvPr>
            <p:cNvGraphicFramePr>
              <a:graphicFrameLocks noChangeAspect="1"/>
            </p:cNvGraphicFramePr>
            <p:nvPr/>
          </p:nvGraphicFramePr>
          <p:xfrm>
            <a:off x="2067" y="3481"/>
            <a:ext cx="495" cy="256"/>
          </p:xfrm>
          <a:graphic>
            <a:graphicData uri="http://schemas.openxmlformats.org/presentationml/2006/ole">
              <mc:AlternateContent xmlns:mc="http://schemas.openxmlformats.org/markup-compatibility/2006">
                <mc:Choice xmlns:v="urn:schemas-microsoft-com:vml" Requires="v">
                  <p:oleObj spid="_x0000_s63517" name="公式" r:id="rId7" imgW="431613" imgH="203112" progId="Equation.3">
                    <p:embed/>
                  </p:oleObj>
                </mc:Choice>
                <mc:Fallback>
                  <p:oleObj name="公式" r:id="rId7" imgW="431613" imgH="203112" progId="Equation.3">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67" y="3481"/>
                          <a:ext cx="495" cy="256"/>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499" name="Object 11">
              <a:extLst>
                <a:ext uri="{FF2B5EF4-FFF2-40B4-BE49-F238E27FC236}">
                  <a16:creationId xmlns:a16="http://schemas.microsoft.com/office/drawing/2014/main" id="{87AFF1C7-587E-47CB-B5A6-C6170025D9FB}"/>
                </a:ext>
              </a:extLst>
            </p:cNvPr>
            <p:cNvGraphicFramePr>
              <a:graphicFrameLocks noChangeAspect="1"/>
            </p:cNvGraphicFramePr>
            <p:nvPr/>
          </p:nvGraphicFramePr>
          <p:xfrm>
            <a:off x="3972" y="3474"/>
            <a:ext cx="496" cy="295"/>
          </p:xfrm>
          <a:graphic>
            <a:graphicData uri="http://schemas.openxmlformats.org/presentationml/2006/ole">
              <mc:AlternateContent xmlns:mc="http://schemas.openxmlformats.org/markup-compatibility/2006">
                <mc:Choice xmlns:v="urn:schemas-microsoft-com:vml" Requires="v">
                  <p:oleObj spid="_x0000_s63518" name="公式" r:id="rId9" imgW="444307" imgH="241195" progId="Equation.3">
                    <p:embed/>
                  </p:oleObj>
                </mc:Choice>
                <mc:Fallback>
                  <p:oleObj name="公式" r:id="rId9" imgW="444307" imgH="241195" progId="Equation.3">
                    <p:embed/>
                    <p:pic>
                      <p:nvPicPr>
                        <p:cNvPr id="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72" y="3474"/>
                          <a:ext cx="496" cy="295"/>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63500" name="Text Box 14">
            <a:extLst>
              <a:ext uri="{FF2B5EF4-FFF2-40B4-BE49-F238E27FC236}">
                <a16:creationId xmlns:a16="http://schemas.microsoft.com/office/drawing/2014/main" id="{B357D384-43BC-4786-B917-C03E4466B15A}"/>
              </a:ext>
            </a:extLst>
          </p:cNvPr>
          <p:cNvSpPr txBox="1">
            <a:spLocks noChangeArrowheads="1"/>
          </p:cNvSpPr>
          <p:nvPr/>
        </p:nvSpPr>
        <p:spPr bwMode="auto">
          <a:xfrm>
            <a:off x="228600" y="762000"/>
            <a:ext cx="3124200" cy="579438"/>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3200" b="1">
                <a:ea typeface="楷体_GB2312" pitchFamily="49" charset="-122"/>
              </a:rPr>
              <a:t>模型的定性解释</a:t>
            </a:r>
          </a:p>
        </p:txBody>
      </p:sp>
      <p:sp>
        <p:nvSpPr>
          <p:cNvPr id="60436" name="Text Box 20">
            <a:extLst>
              <a:ext uri="{FF2B5EF4-FFF2-40B4-BE49-F238E27FC236}">
                <a16:creationId xmlns:a16="http://schemas.microsoft.com/office/drawing/2014/main" id="{7E353109-C515-44FA-958F-557DA0EFB87D}"/>
              </a:ext>
            </a:extLst>
          </p:cNvPr>
          <p:cNvSpPr txBox="1">
            <a:spLocks noChangeArrowheads="1"/>
          </p:cNvSpPr>
          <p:nvPr/>
        </p:nvSpPr>
        <p:spPr bwMode="auto">
          <a:xfrm>
            <a:off x="1981200" y="1627188"/>
            <a:ext cx="5029200" cy="1801812"/>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sym typeface="Symbol" panose="05050102010706020507" pitchFamily="18" charset="2"/>
              </a:rPr>
              <a:t>,  ~ </a:t>
            </a:r>
            <a:r>
              <a:rPr lang="zh-CN" altLang="en-US" sz="2800" b="1">
                <a:sym typeface="Symbol" panose="05050102010706020507" pitchFamily="18" charset="2"/>
              </a:rPr>
              <a:t>本方经济实力的制约；</a:t>
            </a:r>
          </a:p>
          <a:p>
            <a:pPr eaLnBrk="1" hangingPunct="1">
              <a:spcBef>
                <a:spcPct val="50000"/>
              </a:spcBef>
            </a:pPr>
            <a:r>
              <a:rPr lang="zh-CN" altLang="en-US" sz="2800" b="1" i="1">
                <a:sym typeface="Symbol" panose="05050102010706020507" pitchFamily="18" charset="2"/>
              </a:rPr>
              <a:t> </a:t>
            </a:r>
            <a:r>
              <a:rPr lang="en-US" altLang="zh-CN" sz="2800" b="1" i="1">
                <a:sym typeface="Symbol" panose="05050102010706020507" pitchFamily="18" charset="2"/>
              </a:rPr>
              <a:t>k, l</a:t>
            </a:r>
            <a:r>
              <a:rPr lang="en-US" altLang="zh-CN" sz="2800" b="1">
                <a:sym typeface="Symbol" panose="05050102010706020507" pitchFamily="18" charset="2"/>
              </a:rPr>
              <a:t> ~ </a:t>
            </a:r>
            <a:r>
              <a:rPr lang="zh-CN" altLang="en-US" sz="2800" b="1">
                <a:sym typeface="Symbol" panose="05050102010706020507" pitchFamily="18" charset="2"/>
              </a:rPr>
              <a:t>对方</a:t>
            </a:r>
            <a:r>
              <a:rPr lang="zh-CN" altLang="en-US" sz="2800" b="1"/>
              <a:t>军备数量的刺激；</a:t>
            </a:r>
          </a:p>
          <a:p>
            <a:pPr eaLnBrk="1" hangingPunct="1">
              <a:spcBef>
                <a:spcPct val="50000"/>
              </a:spcBef>
            </a:pPr>
            <a:r>
              <a:rPr lang="en-US" altLang="zh-CN" sz="2800" b="1" i="1"/>
              <a:t>g, h</a:t>
            </a:r>
            <a:r>
              <a:rPr lang="en-US" altLang="zh-CN" sz="2800" b="1"/>
              <a:t> ~ </a:t>
            </a:r>
            <a:r>
              <a:rPr lang="zh-CN" altLang="en-US" sz="2800" b="1">
                <a:sym typeface="Symbol" panose="05050102010706020507" pitchFamily="18" charset="2"/>
              </a:rPr>
              <a:t>本方</a:t>
            </a:r>
            <a:r>
              <a:rPr lang="zh-CN" altLang="en-US" sz="2800" b="1"/>
              <a:t>军备竞赛的潜力</a:t>
            </a:r>
            <a:r>
              <a:rPr lang="en-US" altLang="zh-CN" sz="2800" b="1"/>
              <a:t>.</a:t>
            </a:r>
          </a:p>
        </p:txBody>
      </p:sp>
      <p:grpSp>
        <p:nvGrpSpPr>
          <p:cNvPr id="5" name="Group 21">
            <a:extLst>
              <a:ext uri="{FF2B5EF4-FFF2-40B4-BE49-F238E27FC236}">
                <a16:creationId xmlns:a16="http://schemas.microsoft.com/office/drawing/2014/main" id="{3BDD3537-266F-4526-AFDE-4D466F13CD1A}"/>
              </a:ext>
            </a:extLst>
          </p:cNvPr>
          <p:cNvGrpSpPr>
            <a:grpSpLocks/>
          </p:cNvGrpSpPr>
          <p:nvPr/>
        </p:nvGrpSpPr>
        <p:grpSpPr bwMode="auto">
          <a:xfrm>
            <a:off x="4114800" y="485775"/>
            <a:ext cx="4446588" cy="1066800"/>
            <a:chOff x="1776" y="240"/>
            <a:chExt cx="2801" cy="672"/>
          </a:xfrm>
        </p:grpSpPr>
        <p:graphicFrame>
          <p:nvGraphicFramePr>
            <p:cNvPr id="63503" name="Object 22">
              <a:extLst>
                <a:ext uri="{FF2B5EF4-FFF2-40B4-BE49-F238E27FC236}">
                  <a16:creationId xmlns:a16="http://schemas.microsoft.com/office/drawing/2014/main" id="{439DC988-FE3C-481D-BF8F-9FDEAABA7BAE}"/>
                </a:ext>
              </a:extLst>
            </p:cNvPr>
            <p:cNvGraphicFramePr>
              <a:graphicFrameLocks noChangeAspect="1"/>
            </p:cNvGraphicFramePr>
            <p:nvPr/>
          </p:nvGraphicFramePr>
          <p:xfrm>
            <a:off x="2448" y="240"/>
            <a:ext cx="2129" cy="672"/>
          </p:xfrm>
          <a:graphic>
            <a:graphicData uri="http://schemas.openxmlformats.org/presentationml/2006/ole">
              <mc:AlternateContent xmlns:mc="http://schemas.openxmlformats.org/markup-compatibility/2006">
                <mc:Choice xmlns:v="urn:schemas-microsoft-com:vml" Requires="v">
                  <p:oleObj spid="_x0000_s63519" name="Equation" r:id="rId11" imgW="1257300" imgH="457200" progId="Equation.3">
                    <p:embed/>
                  </p:oleObj>
                </mc:Choice>
                <mc:Fallback>
                  <p:oleObj name="Equation" r:id="rId11" imgW="1257300" imgH="457200" progId="Equation.3">
                    <p:embed/>
                    <p:pic>
                      <p:nvPicPr>
                        <p:cNvPr id="0" name="Object 2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448" y="240"/>
                          <a:ext cx="2129" cy="672"/>
                        </a:xfrm>
                        <a:prstGeom prst="rect">
                          <a:avLst/>
                        </a:prstGeom>
                        <a:solidFill>
                          <a:srgbClr val="FF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3504" name="Text Box 23">
              <a:extLst>
                <a:ext uri="{FF2B5EF4-FFF2-40B4-BE49-F238E27FC236}">
                  <a16:creationId xmlns:a16="http://schemas.microsoft.com/office/drawing/2014/main" id="{261AB9B8-8118-4061-BFF4-A2705E0F010A}"/>
                </a:ext>
              </a:extLst>
            </p:cNvPr>
            <p:cNvSpPr txBox="1">
              <a:spLocks noChangeArrowheads="1"/>
            </p:cNvSpPr>
            <p:nvPr/>
          </p:nvSpPr>
          <p:spPr bwMode="auto">
            <a:xfrm>
              <a:off x="1776" y="384"/>
              <a:ext cx="672" cy="365"/>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ea typeface="楷体_GB2312" pitchFamily="49" charset="-122"/>
                </a:rPr>
                <a:t>模型</a:t>
              </a: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lide(fromTop)">
                                      <p:cBhvr>
                                        <p:cTn id="7" dur="10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3" presetClass="entr" presetSubtype="16" fill="hold" grpId="0" nodeType="clickEffect">
                                  <p:stCondLst>
                                    <p:cond delay="0"/>
                                  </p:stCondLst>
                                  <p:childTnLst>
                                    <p:set>
                                      <p:cBhvr>
                                        <p:cTn id="11" dur="1" fill="hold">
                                          <p:stCondLst>
                                            <p:cond delay="0"/>
                                          </p:stCondLst>
                                        </p:cTn>
                                        <p:tgtEl>
                                          <p:spTgt spid="60436"/>
                                        </p:tgtEl>
                                        <p:attrNameLst>
                                          <p:attrName>style.visibility</p:attrName>
                                        </p:attrNameLst>
                                      </p:cBhvr>
                                      <p:to>
                                        <p:strVal val="visible"/>
                                      </p:to>
                                    </p:set>
                                    <p:anim calcmode="lin" valueType="num">
                                      <p:cBhvr>
                                        <p:cTn id="12" dur="1000" fill="hold"/>
                                        <p:tgtEl>
                                          <p:spTgt spid="60436"/>
                                        </p:tgtEl>
                                        <p:attrNameLst>
                                          <p:attrName>ppt_w</p:attrName>
                                        </p:attrNameLst>
                                      </p:cBhvr>
                                      <p:tavLst>
                                        <p:tav tm="0">
                                          <p:val>
                                            <p:fltVal val="0"/>
                                          </p:val>
                                        </p:tav>
                                        <p:tav tm="100000">
                                          <p:val>
                                            <p:strVal val="#ppt_w"/>
                                          </p:val>
                                        </p:tav>
                                      </p:tavLst>
                                    </p:anim>
                                    <p:anim calcmode="lin" valueType="num">
                                      <p:cBhvr>
                                        <p:cTn id="13" dur="1000" fill="hold"/>
                                        <p:tgtEl>
                                          <p:spTgt spid="60436"/>
                                        </p:tgtEl>
                                        <p:attrNameLst>
                                          <p:attrName>ppt_h</p:attrName>
                                        </p:attrNameLst>
                                      </p:cBhvr>
                                      <p:tavLst>
                                        <p:tav tm="0">
                                          <p:val>
                                            <p:fltVal val="0"/>
                                          </p:val>
                                        </p:tav>
                                        <p:tav tm="100000">
                                          <p:val>
                                            <p:strVal val="#ppt_h"/>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9" presetClass="entr" presetSubtype="0"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dissolve">
                                      <p:cBhvr>
                                        <p:cTn id="18" dur="1000"/>
                                        <p:tgtEl>
                                          <p:spTgt spid="2"/>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9" presetClass="entr" presetSubtype="0"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dissolve">
                                      <p:cBhvr>
                                        <p:cTn id="23" dur="1000"/>
                                        <p:tgtEl>
                                          <p:spTgt spid="3"/>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 presetClass="entr" presetSubtype="4" fill="hold" nodeType="clickEffect">
                                  <p:stCondLst>
                                    <p:cond delay="0"/>
                                  </p:stCondLst>
                                  <p:childTnLst>
                                    <p:set>
                                      <p:cBhvr>
                                        <p:cTn id="27" dur="1" fill="hold">
                                          <p:stCondLst>
                                            <p:cond delay="0"/>
                                          </p:stCondLst>
                                        </p:cTn>
                                        <p:tgtEl>
                                          <p:spTgt spid="4"/>
                                        </p:tgtEl>
                                        <p:attrNameLst>
                                          <p:attrName>style.visibility</p:attrName>
                                        </p:attrNameLst>
                                      </p:cBhvr>
                                      <p:to>
                                        <p:strVal val="visible"/>
                                      </p:to>
                                    </p:set>
                                    <p:anim calcmode="lin" valueType="num">
                                      <p:cBhvr additive="base">
                                        <p:cTn id="28" dur="1000" fill="hold"/>
                                        <p:tgtEl>
                                          <p:spTgt spid="4"/>
                                        </p:tgtEl>
                                        <p:attrNameLst>
                                          <p:attrName>ppt_x</p:attrName>
                                        </p:attrNameLst>
                                      </p:cBhvr>
                                      <p:tavLst>
                                        <p:tav tm="0">
                                          <p:val>
                                            <p:strVal val="#ppt_x"/>
                                          </p:val>
                                        </p:tav>
                                        <p:tav tm="100000">
                                          <p:val>
                                            <p:strVal val="#ppt_x"/>
                                          </p:val>
                                        </p:tav>
                                      </p:tavLst>
                                    </p:anim>
                                    <p:anim calcmode="lin" valueType="num">
                                      <p:cBhvr additive="base">
                                        <p:cTn id="29" dur="10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36" grpId="0" animBg="1"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4514" name="Text Box 2">
            <a:extLst>
              <a:ext uri="{FF2B5EF4-FFF2-40B4-BE49-F238E27FC236}">
                <a16:creationId xmlns:a16="http://schemas.microsoft.com/office/drawing/2014/main" id="{15C7615A-1A89-4BDB-B588-0C45D8EF07C1}"/>
              </a:ext>
            </a:extLst>
          </p:cNvPr>
          <p:cNvSpPr txBox="1">
            <a:spLocks noChangeArrowheads="1"/>
          </p:cNvSpPr>
          <p:nvPr/>
        </p:nvSpPr>
        <p:spPr bwMode="auto">
          <a:xfrm>
            <a:off x="1828800" y="569913"/>
            <a:ext cx="4648200" cy="64135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600" b="1">
                <a:ea typeface="楷体_GB2312" pitchFamily="49" charset="-122"/>
              </a:rPr>
              <a:t>7.3</a:t>
            </a:r>
            <a:r>
              <a:rPr lang="en-US" altLang="zh-CN" sz="3600" b="1">
                <a:latin typeface="楷体_GB2312" pitchFamily="49" charset="-122"/>
                <a:ea typeface="楷体_GB2312" pitchFamily="49" charset="-122"/>
              </a:rPr>
              <a:t>  </a:t>
            </a:r>
            <a:r>
              <a:rPr lang="zh-CN" altLang="en-US" sz="3600" b="1">
                <a:latin typeface="楷体_GB2312" pitchFamily="49" charset="-122"/>
                <a:ea typeface="楷体_GB2312" pitchFamily="49" charset="-122"/>
              </a:rPr>
              <a:t>种群的相互竞争</a:t>
            </a:r>
          </a:p>
        </p:txBody>
      </p:sp>
      <p:sp>
        <p:nvSpPr>
          <p:cNvPr id="64515" name="Text Box 3">
            <a:extLst>
              <a:ext uri="{FF2B5EF4-FFF2-40B4-BE49-F238E27FC236}">
                <a16:creationId xmlns:a16="http://schemas.microsoft.com/office/drawing/2014/main" id="{419B4148-D8E4-45B9-AAE5-AA9C38AB44EB}"/>
              </a:ext>
            </a:extLst>
          </p:cNvPr>
          <p:cNvSpPr txBox="1">
            <a:spLocks noChangeArrowheads="1"/>
          </p:cNvSpPr>
          <p:nvPr/>
        </p:nvSpPr>
        <p:spPr bwMode="auto">
          <a:xfrm>
            <a:off x="1066800" y="1412875"/>
            <a:ext cx="7543800" cy="1138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
              </a:spcBef>
              <a:buFontTx/>
              <a:buChar char="•"/>
            </a:pPr>
            <a:r>
              <a:rPr lang="en-US" altLang="zh-CN" sz="2800" b="1"/>
              <a:t> </a:t>
            </a:r>
            <a:r>
              <a:rPr lang="zh-CN" altLang="en-US" sz="2800" b="1"/>
              <a:t>一个自然环境中有两个种群生存，它们之间的 </a:t>
            </a:r>
          </a:p>
          <a:p>
            <a:pPr eaLnBrk="1" hangingPunct="1">
              <a:lnSpc>
                <a:spcPct val="120000"/>
              </a:lnSpc>
              <a:spcBef>
                <a:spcPct val="5000"/>
              </a:spcBef>
            </a:pPr>
            <a:r>
              <a:rPr lang="zh-CN" altLang="en-US" sz="2800" b="1"/>
              <a:t>   关系：</a:t>
            </a:r>
            <a:r>
              <a:rPr lang="zh-CN" altLang="en-US" sz="2800" b="1">
                <a:solidFill>
                  <a:srgbClr val="FF3300"/>
                </a:solidFill>
              </a:rPr>
              <a:t>相互竞争；相互依存；弱肉强食</a:t>
            </a:r>
            <a:r>
              <a:rPr lang="en-US" altLang="zh-CN" sz="2800" b="1">
                <a:solidFill>
                  <a:srgbClr val="FF3300"/>
                </a:solidFill>
              </a:rPr>
              <a:t>.</a:t>
            </a:r>
          </a:p>
        </p:txBody>
      </p:sp>
      <p:sp>
        <p:nvSpPr>
          <p:cNvPr id="64516" name="Text Box 4">
            <a:extLst>
              <a:ext uri="{FF2B5EF4-FFF2-40B4-BE49-F238E27FC236}">
                <a16:creationId xmlns:a16="http://schemas.microsoft.com/office/drawing/2014/main" id="{132EC5EB-0553-46FC-84AD-A7495AB768B9}"/>
              </a:ext>
            </a:extLst>
          </p:cNvPr>
          <p:cNvSpPr txBox="1">
            <a:spLocks noChangeArrowheads="1"/>
          </p:cNvSpPr>
          <p:nvPr/>
        </p:nvSpPr>
        <p:spPr bwMode="auto">
          <a:xfrm>
            <a:off x="1066800" y="2565400"/>
            <a:ext cx="7543800" cy="167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
              </a:spcBef>
              <a:buFontTx/>
              <a:buChar char="•"/>
            </a:pPr>
            <a:r>
              <a:rPr lang="en-US" altLang="zh-CN" sz="2800" b="1"/>
              <a:t> </a:t>
            </a:r>
            <a:r>
              <a:rPr lang="zh-CN" altLang="en-US" sz="2800" b="1"/>
              <a:t>当两个种群为争夺同一食物来源和生存空间相</a:t>
            </a:r>
          </a:p>
          <a:p>
            <a:pPr eaLnBrk="1" hangingPunct="1">
              <a:lnSpc>
                <a:spcPct val="120000"/>
              </a:lnSpc>
              <a:spcBef>
                <a:spcPct val="5000"/>
              </a:spcBef>
            </a:pPr>
            <a:r>
              <a:rPr lang="zh-CN" altLang="en-US" sz="2800" b="1"/>
              <a:t>  互竞争时，常见的结局是，竞争力弱的灭绝，</a:t>
            </a:r>
          </a:p>
          <a:p>
            <a:pPr eaLnBrk="1" hangingPunct="1">
              <a:lnSpc>
                <a:spcPct val="120000"/>
              </a:lnSpc>
              <a:spcBef>
                <a:spcPct val="5000"/>
              </a:spcBef>
            </a:pPr>
            <a:r>
              <a:rPr lang="zh-CN" altLang="en-US" sz="2800" b="1"/>
              <a:t>  竞争力强的达到环境容许的最大容量</a:t>
            </a:r>
            <a:r>
              <a:rPr lang="en-US" altLang="zh-CN" sz="2800" b="1"/>
              <a:t>.</a:t>
            </a:r>
          </a:p>
        </p:txBody>
      </p:sp>
      <p:sp>
        <p:nvSpPr>
          <p:cNvPr id="64517" name="Text Box 5">
            <a:extLst>
              <a:ext uri="{FF2B5EF4-FFF2-40B4-BE49-F238E27FC236}">
                <a16:creationId xmlns:a16="http://schemas.microsoft.com/office/drawing/2014/main" id="{AE3DE250-DA39-4EC5-938A-BA3DB1DBC456}"/>
              </a:ext>
            </a:extLst>
          </p:cNvPr>
          <p:cNvSpPr txBox="1">
            <a:spLocks noChangeArrowheads="1"/>
          </p:cNvSpPr>
          <p:nvPr/>
        </p:nvSpPr>
        <p:spPr bwMode="auto">
          <a:xfrm>
            <a:off x="1066800" y="5048250"/>
            <a:ext cx="7543800" cy="1138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
              </a:spcBef>
              <a:buFontTx/>
              <a:buChar char="•"/>
            </a:pPr>
            <a:r>
              <a:rPr lang="en-US" altLang="zh-CN" sz="2800" b="1"/>
              <a:t> </a:t>
            </a:r>
            <a:r>
              <a:rPr lang="zh-CN" altLang="en-US" sz="2800" b="1"/>
              <a:t>建立数学模型描述两个种群相互竞争的过程，</a:t>
            </a:r>
          </a:p>
          <a:p>
            <a:pPr eaLnBrk="1" hangingPunct="1">
              <a:lnSpc>
                <a:spcPct val="120000"/>
              </a:lnSpc>
              <a:spcBef>
                <a:spcPct val="5000"/>
              </a:spcBef>
            </a:pPr>
            <a:r>
              <a:rPr lang="zh-CN" altLang="en-US" sz="2800" b="1"/>
              <a:t>  分析产生这种结局的条件</a:t>
            </a:r>
            <a:r>
              <a:rPr lang="en-US" altLang="zh-CN" sz="2800" b="1"/>
              <a:t>.</a:t>
            </a:r>
          </a:p>
        </p:txBody>
      </p:sp>
      <p:graphicFrame>
        <p:nvGraphicFramePr>
          <p:cNvPr id="64518" name="Object 6">
            <a:extLst>
              <a:ext uri="{FF2B5EF4-FFF2-40B4-BE49-F238E27FC236}">
                <a16:creationId xmlns:a16="http://schemas.microsoft.com/office/drawing/2014/main" id="{017CB9A7-F6D7-4DF1-A4EB-2EBE50DC3C92}"/>
              </a:ext>
            </a:extLst>
          </p:cNvPr>
          <p:cNvGraphicFramePr>
            <a:graphicFrameLocks noChangeAspect="1"/>
          </p:cNvGraphicFramePr>
          <p:nvPr/>
        </p:nvGraphicFramePr>
        <p:xfrm>
          <a:off x="7239000" y="476250"/>
          <a:ext cx="1371600" cy="779463"/>
        </p:xfrm>
        <a:graphic>
          <a:graphicData uri="http://schemas.openxmlformats.org/presentationml/2006/ole">
            <mc:AlternateContent xmlns:mc="http://schemas.openxmlformats.org/markup-compatibility/2006">
              <mc:Choice xmlns:v="urn:schemas-microsoft-com:vml" Requires="v">
                <p:oleObj spid="_x0000_s64522" name="Clip" r:id="rId3" imgW="761744" imgH="434194" progId="MS_ClipArt_Gallery.2">
                  <p:embed/>
                </p:oleObj>
              </mc:Choice>
              <mc:Fallback>
                <p:oleObj name="Clip" r:id="rId3" imgW="761744" imgH="434194" progId="MS_ClipArt_Gallery.2">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39000" y="476250"/>
                        <a:ext cx="1371600" cy="779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4519" name="Text Box 7">
            <a:extLst>
              <a:ext uri="{FF2B5EF4-FFF2-40B4-BE49-F238E27FC236}">
                <a16:creationId xmlns:a16="http://schemas.microsoft.com/office/drawing/2014/main" id="{076EDA41-EE7C-430C-98EF-5EE2A40F3F41}"/>
              </a:ext>
            </a:extLst>
          </p:cNvPr>
          <p:cNvSpPr txBox="1">
            <a:spLocks noChangeArrowheads="1"/>
          </p:cNvSpPr>
          <p:nvPr/>
        </p:nvSpPr>
        <p:spPr bwMode="auto">
          <a:xfrm>
            <a:off x="1116013" y="4365625"/>
            <a:ext cx="7543800" cy="604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Char char="•"/>
            </a:pPr>
            <a:r>
              <a:rPr lang="en-US" altLang="zh-CN" sz="2800" b="1"/>
              <a:t> </a:t>
            </a:r>
            <a:r>
              <a:rPr lang="zh-CN" altLang="en-US" sz="2800" b="1"/>
              <a:t>经过自然界的长期演变，</a:t>
            </a:r>
            <a:r>
              <a:rPr lang="zh-CN" altLang="en-US" sz="2800" b="1">
                <a:solidFill>
                  <a:srgbClr val="FF3300"/>
                </a:solidFill>
              </a:rPr>
              <a:t>今天看到的只是结局</a:t>
            </a:r>
            <a:r>
              <a:rPr lang="en-US" altLang="zh-CN" sz="2800" b="1">
                <a:solidFill>
                  <a:srgbClr val="FF3300"/>
                </a:solidFill>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64515"/>
                                        </p:tgtEl>
                                        <p:attrNameLst>
                                          <p:attrName>style.visibility</p:attrName>
                                        </p:attrNameLst>
                                      </p:cBhvr>
                                      <p:to>
                                        <p:strVal val="visible"/>
                                      </p:to>
                                    </p:set>
                                    <p:animEffect transition="in" filter="strips(downRight)">
                                      <p:cBhvr>
                                        <p:cTn id="7" dur="1000"/>
                                        <p:tgtEl>
                                          <p:spTgt spid="6451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64516"/>
                                        </p:tgtEl>
                                        <p:attrNameLst>
                                          <p:attrName>style.visibility</p:attrName>
                                        </p:attrNameLst>
                                      </p:cBhvr>
                                      <p:to>
                                        <p:strVal val="visible"/>
                                      </p:to>
                                    </p:set>
                                    <p:animEffect transition="in" filter="strips(downRight)">
                                      <p:cBhvr>
                                        <p:cTn id="12" dur="1000"/>
                                        <p:tgtEl>
                                          <p:spTgt spid="6451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64519"/>
                                        </p:tgtEl>
                                        <p:attrNameLst>
                                          <p:attrName>style.visibility</p:attrName>
                                        </p:attrNameLst>
                                      </p:cBhvr>
                                      <p:to>
                                        <p:strVal val="visible"/>
                                      </p:to>
                                    </p:set>
                                    <p:animEffect transition="in" filter="strips(downRight)">
                                      <p:cBhvr>
                                        <p:cTn id="17" dur="1000"/>
                                        <p:tgtEl>
                                          <p:spTgt spid="6451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64517"/>
                                        </p:tgtEl>
                                        <p:attrNameLst>
                                          <p:attrName>style.visibility</p:attrName>
                                        </p:attrNameLst>
                                      </p:cBhvr>
                                      <p:to>
                                        <p:strVal val="visible"/>
                                      </p:to>
                                    </p:set>
                                    <p:animEffect transition="in" filter="strips(downRight)">
                                      <p:cBhvr>
                                        <p:cTn id="22" dur="1000"/>
                                        <p:tgtEl>
                                          <p:spTgt spid="645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5" grpId="0" animBg="1" autoUpdateAnimBg="0"/>
      <p:bldP spid="64516" grpId="0" animBg="1" autoUpdateAnimBg="0"/>
      <p:bldP spid="64517" grpId="0" animBg="1" autoUpdateAnimBg="0"/>
      <p:bldP spid="64519" grpId="0" animBg="1"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65538" name="Object 2">
            <a:extLst>
              <a:ext uri="{FF2B5EF4-FFF2-40B4-BE49-F238E27FC236}">
                <a16:creationId xmlns:a16="http://schemas.microsoft.com/office/drawing/2014/main" id="{E26321E2-97D1-4930-B20A-EB40C837724E}"/>
              </a:ext>
            </a:extLst>
          </p:cNvPr>
          <p:cNvGraphicFramePr>
            <a:graphicFrameLocks noChangeAspect="1"/>
          </p:cNvGraphicFramePr>
          <p:nvPr/>
        </p:nvGraphicFramePr>
        <p:xfrm>
          <a:off x="5334000" y="3551238"/>
          <a:ext cx="3657600" cy="1173162"/>
        </p:xfrm>
        <a:graphic>
          <a:graphicData uri="http://schemas.openxmlformats.org/presentationml/2006/ole">
            <mc:AlternateContent xmlns:mc="http://schemas.openxmlformats.org/markup-compatibility/2006">
              <mc:Choice xmlns:v="urn:schemas-microsoft-com:vml" Requires="v">
                <p:oleObj spid="_x0000_s65567" name="公式" r:id="rId3" imgW="2133600" imgH="571500" progId="Equation.3">
                  <p:embed/>
                </p:oleObj>
              </mc:Choice>
              <mc:Fallback>
                <p:oleObj name="公式" r:id="rId3" imgW="2133600" imgH="5715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0" y="3551238"/>
                        <a:ext cx="3657600" cy="1173162"/>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539" name="Object 3">
            <a:extLst>
              <a:ext uri="{FF2B5EF4-FFF2-40B4-BE49-F238E27FC236}">
                <a16:creationId xmlns:a16="http://schemas.microsoft.com/office/drawing/2014/main" id="{E8C229FD-B5AC-4371-8E08-661F62E3CB2A}"/>
              </a:ext>
            </a:extLst>
          </p:cNvPr>
          <p:cNvGraphicFramePr>
            <a:graphicFrameLocks noChangeAspect="1"/>
          </p:cNvGraphicFramePr>
          <p:nvPr/>
        </p:nvGraphicFramePr>
        <p:xfrm>
          <a:off x="1828800" y="1428750"/>
          <a:ext cx="2971800" cy="1085850"/>
        </p:xfrm>
        <a:graphic>
          <a:graphicData uri="http://schemas.openxmlformats.org/presentationml/2006/ole">
            <mc:AlternateContent xmlns:mc="http://schemas.openxmlformats.org/markup-compatibility/2006">
              <mc:Choice xmlns:v="urn:schemas-microsoft-com:vml" Requires="v">
                <p:oleObj spid="_x0000_s65568" name="公式" r:id="rId5" imgW="1409088" imgH="520474" progId="Equation.3">
                  <p:embed/>
                </p:oleObj>
              </mc:Choice>
              <mc:Fallback>
                <p:oleObj name="公式" r:id="rId5" imgW="1409088" imgH="520474"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28800" y="1428750"/>
                        <a:ext cx="2971800" cy="1085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540" name="Object 4">
            <a:extLst>
              <a:ext uri="{FF2B5EF4-FFF2-40B4-BE49-F238E27FC236}">
                <a16:creationId xmlns:a16="http://schemas.microsoft.com/office/drawing/2014/main" id="{551EAC54-27B8-4FA9-A898-48D081398964}"/>
              </a:ext>
            </a:extLst>
          </p:cNvPr>
          <p:cNvGraphicFramePr>
            <a:graphicFrameLocks noChangeAspect="1"/>
          </p:cNvGraphicFramePr>
          <p:nvPr/>
        </p:nvGraphicFramePr>
        <p:xfrm>
          <a:off x="1371600" y="3559175"/>
          <a:ext cx="3886200" cy="1165225"/>
        </p:xfrm>
        <a:graphic>
          <a:graphicData uri="http://schemas.openxmlformats.org/presentationml/2006/ole">
            <mc:AlternateContent xmlns:mc="http://schemas.openxmlformats.org/markup-compatibility/2006">
              <mc:Choice xmlns:v="urn:schemas-microsoft-com:vml" Requires="v">
                <p:oleObj spid="_x0000_s65569" name="Equation" r:id="rId7" imgW="1651000" imgH="482600" progId="Equation.3">
                  <p:embed/>
                </p:oleObj>
              </mc:Choice>
              <mc:Fallback>
                <p:oleObj name="Equation" r:id="rId7" imgW="1651000" imgH="4826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71600" y="3559175"/>
                        <a:ext cx="3886200" cy="1165225"/>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5541" name="Text Box 5">
            <a:extLst>
              <a:ext uri="{FF2B5EF4-FFF2-40B4-BE49-F238E27FC236}">
                <a16:creationId xmlns:a16="http://schemas.microsoft.com/office/drawing/2014/main" id="{0F10A90B-F211-4B0B-9A2A-337D647AEEA7}"/>
              </a:ext>
            </a:extLst>
          </p:cNvPr>
          <p:cNvSpPr txBox="1">
            <a:spLocks noChangeArrowheads="1"/>
          </p:cNvSpPr>
          <p:nvPr/>
        </p:nvSpPr>
        <p:spPr bwMode="auto">
          <a:xfrm>
            <a:off x="152400" y="487363"/>
            <a:ext cx="1828800" cy="579437"/>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ea typeface="楷体_GB2312" pitchFamily="49" charset="-122"/>
              </a:rPr>
              <a:t>模型假设</a:t>
            </a:r>
          </a:p>
        </p:txBody>
      </p:sp>
      <p:sp>
        <p:nvSpPr>
          <p:cNvPr id="65542" name="Text Box 6">
            <a:extLst>
              <a:ext uri="{FF2B5EF4-FFF2-40B4-BE49-F238E27FC236}">
                <a16:creationId xmlns:a16="http://schemas.microsoft.com/office/drawing/2014/main" id="{66B2815E-FD1C-40DB-AF51-6E661C9278C0}"/>
              </a:ext>
            </a:extLst>
          </p:cNvPr>
          <p:cNvSpPr txBox="1">
            <a:spLocks noChangeArrowheads="1"/>
          </p:cNvSpPr>
          <p:nvPr/>
        </p:nvSpPr>
        <p:spPr bwMode="auto">
          <a:xfrm>
            <a:off x="2057400" y="381000"/>
            <a:ext cx="5754688" cy="1138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
              </a:spcBef>
              <a:buFontTx/>
              <a:buChar char="•"/>
            </a:pPr>
            <a:r>
              <a:rPr lang="en-US" altLang="zh-CN" sz="2800" b="1"/>
              <a:t> </a:t>
            </a:r>
            <a:r>
              <a:rPr lang="zh-CN" altLang="en-US" sz="2800" b="1"/>
              <a:t>有甲乙两个种群，它们独自生存时</a:t>
            </a:r>
          </a:p>
          <a:p>
            <a:pPr eaLnBrk="1" hangingPunct="1">
              <a:lnSpc>
                <a:spcPct val="120000"/>
              </a:lnSpc>
              <a:spcBef>
                <a:spcPct val="5000"/>
              </a:spcBef>
            </a:pPr>
            <a:r>
              <a:rPr lang="zh-CN" altLang="en-US" sz="2800" b="1"/>
              <a:t>  数量变化均服从</a:t>
            </a:r>
            <a:r>
              <a:rPr lang="en-US" altLang="zh-CN" sz="2800" b="1"/>
              <a:t>Logistic</a:t>
            </a:r>
            <a:r>
              <a:rPr lang="zh-CN" altLang="en-US" sz="2800" b="1"/>
              <a:t>规律</a:t>
            </a:r>
            <a:r>
              <a:rPr lang="en-US" altLang="zh-CN" sz="2800" b="1"/>
              <a:t>;</a:t>
            </a:r>
          </a:p>
        </p:txBody>
      </p:sp>
      <p:graphicFrame>
        <p:nvGraphicFramePr>
          <p:cNvPr id="65543" name="Object 7">
            <a:extLst>
              <a:ext uri="{FF2B5EF4-FFF2-40B4-BE49-F238E27FC236}">
                <a16:creationId xmlns:a16="http://schemas.microsoft.com/office/drawing/2014/main" id="{B759717E-1556-4CDB-929B-D17A7CF6DDFC}"/>
              </a:ext>
            </a:extLst>
          </p:cNvPr>
          <p:cNvGraphicFramePr>
            <a:graphicFrameLocks noChangeAspect="1"/>
          </p:cNvGraphicFramePr>
          <p:nvPr/>
        </p:nvGraphicFramePr>
        <p:xfrm>
          <a:off x="5638800" y="1420813"/>
          <a:ext cx="3124200" cy="1093787"/>
        </p:xfrm>
        <a:graphic>
          <a:graphicData uri="http://schemas.openxmlformats.org/presentationml/2006/ole">
            <mc:AlternateContent xmlns:mc="http://schemas.openxmlformats.org/markup-compatibility/2006">
              <mc:Choice xmlns:v="urn:schemas-microsoft-com:vml" Requires="v">
                <p:oleObj spid="_x0000_s65570" name="公式" r:id="rId9" imgW="1473200" imgH="520700" progId="Equation.3">
                  <p:embed/>
                </p:oleObj>
              </mc:Choice>
              <mc:Fallback>
                <p:oleObj name="公式" r:id="rId9" imgW="1473200" imgH="520700" progId="Equation.3">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638800" y="1420813"/>
                        <a:ext cx="3124200" cy="1093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5544" name="Text Box 8">
            <a:extLst>
              <a:ext uri="{FF2B5EF4-FFF2-40B4-BE49-F238E27FC236}">
                <a16:creationId xmlns:a16="http://schemas.microsoft.com/office/drawing/2014/main" id="{D27DD5B2-A1B4-4416-B17F-9306B0227B43}"/>
              </a:ext>
            </a:extLst>
          </p:cNvPr>
          <p:cNvSpPr txBox="1">
            <a:spLocks noChangeArrowheads="1"/>
          </p:cNvSpPr>
          <p:nvPr/>
        </p:nvSpPr>
        <p:spPr bwMode="auto">
          <a:xfrm>
            <a:off x="990600" y="2362200"/>
            <a:ext cx="7542213" cy="1138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
              </a:spcBef>
              <a:buFontTx/>
              <a:buChar char="•"/>
            </a:pPr>
            <a:r>
              <a:rPr lang="en-US" altLang="zh-CN" sz="2800" b="1"/>
              <a:t> </a:t>
            </a:r>
            <a:r>
              <a:rPr lang="zh-CN" altLang="en-US" sz="2800" b="1"/>
              <a:t>两种群在一起生存时，乙对甲增长的阻滞作用</a:t>
            </a:r>
          </a:p>
          <a:p>
            <a:pPr eaLnBrk="1" hangingPunct="1">
              <a:lnSpc>
                <a:spcPct val="120000"/>
              </a:lnSpc>
              <a:spcBef>
                <a:spcPct val="5000"/>
              </a:spcBef>
            </a:pPr>
            <a:r>
              <a:rPr lang="zh-CN" altLang="en-US" sz="2800" b="1"/>
              <a:t>  与乙的数量成正比</a:t>
            </a:r>
            <a:r>
              <a:rPr lang="en-US" altLang="zh-CN" sz="2800" b="1"/>
              <a:t>;  </a:t>
            </a:r>
            <a:r>
              <a:rPr lang="zh-CN" altLang="en-US" sz="2800" b="1"/>
              <a:t>甲对乙有同样的作用</a:t>
            </a:r>
            <a:r>
              <a:rPr lang="en-US" altLang="zh-CN" sz="2800" b="1"/>
              <a:t>.</a:t>
            </a:r>
          </a:p>
        </p:txBody>
      </p:sp>
      <p:sp>
        <p:nvSpPr>
          <p:cNvPr id="65546" name="Text Box 10">
            <a:extLst>
              <a:ext uri="{FF2B5EF4-FFF2-40B4-BE49-F238E27FC236}">
                <a16:creationId xmlns:a16="http://schemas.microsoft.com/office/drawing/2014/main" id="{1ED9DF24-063A-4234-AA40-C672AD0D5918}"/>
              </a:ext>
            </a:extLst>
          </p:cNvPr>
          <p:cNvSpPr txBox="1">
            <a:spLocks noChangeArrowheads="1"/>
          </p:cNvSpPr>
          <p:nvPr/>
        </p:nvSpPr>
        <p:spPr bwMode="auto">
          <a:xfrm>
            <a:off x="539750" y="4741863"/>
            <a:ext cx="3744913" cy="163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zh-CN" altLang="en-US" sz="2800" b="1"/>
              <a:t>对于消耗甲的资源而言，乙</a:t>
            </a:r>
            <a:r>
              <a:rPr lang="en-US" altLang="zh-CN" sz="2800" b="1"/>
              <a:t>(</a:t>
            </a:r>
            <a:r>
              <a:rPr lang="zh-CN" altLang="en-US" sz="2800" b="1"/>
              <a:t>相对于</a:t>
            </a:r>
            <a:r>
              <a:rPr lang="en-US" altLang="zh-CN" sz="2800" b="1" i="1"/>
              <a:t>N</a:t>
            </a:r>
            <a:r>
              <a:rPr lang="en-US" altLang="zh-CN" sz="2800" b="1" baseline="-25000"/>
              <a:t>2</a:t>
            </a:r>
            <a:r>
              <a:rPr lang="en-US" altLang="zh-CN" sz="2800" b="1"/>
              <a:t>)</a:t>
            </a:r>
            <a:r>
              <a:rPr lang="zh-CN" altLang="en-US" sz="2800" b="1"/>
              <a:t>是甲</a:t>
            </a:r>
            <a:r>
              <a:rPr lang="en-US" altLang="zh-CN" sz="2800" b="1"/>
              <a:t>(</a:t>
            </a:r>
            <a:r>
              <a:rPr lang="zh-CN" altLang="en-US" sz="2800" b="1"/>
              <a:t>相对于</a:t>
            </a:r>
            <a:r>
              <a:rPr lang="en-US" altLang="zh-CN" sz="2800" b="1" i="1"/>
              <a:t>N</a:t>
            </a:r>
            <a:r>
              <a:rPr lang="en-US" altLang="zh-CN" sz="2800" b="1" baseline="-25000"/>
              <a:t>1</a:t>
            </a:r>
            <a:r>
              <a:rPr lang="en-US" altLang="zh-CN" sz="2800" b="1"/>
              <a:t>) </a:t>
            </a:r>
            <a:r>
              <a:rPr lang="zh-CN" altLang="en-US" sz="2800" b="1"/>
              <a:t>的 </a:t>
            </a:r>
            <a:r>
              <a:rPr lang="zh-CN" altLang="en-US" sz="2800" b="1" i="1">
                <a:sym typeface="Symbol" panose="05050102010706020507" pitchFamily="18" charset="2"/>
              </a:rPr>
              <a:t></a:t>
            </a:r>
            <a:r>
              <a:rPr lang="en-US" altLang="zh-CN" sz="2800" b="1" baseline="-25000">
                <a:sym typeface="Symbol" panose="05050102010706020507" pitchFamily="18" charset="2"/>
              </a:rPr>
              <a:t>1</a:t>
            </a:r>
            <a:r>
              <a:rPr lang="en-US" altLang="zh-CN" sz="2800" b="1"/>
              <a:t> </a:t>
            </a:r>
            <a:r>
              <a:rPr lang="zh-CN" altLang="en-US" sz="2800" b="1"/>
              <a:t>倍</a:t>
            </a:r>
            <a:r>
              <a:rPr lang="en-US" altLang="zh-CN" sz="2800" b="1"/>
              <a:t>.</a:t>
            </a:r>
          </a:p>
        </p:txBody>
      </p:sp>
      <p:graphicFrame>
        <p:nvGraphicFramePr>
          <p:cNvPr id="65549" name="Object 13">
            <a:extLst>
              <a:ext uri="{FF2B5EF4-FFF2-40B4-BE49-F238E27FC236}">
                <a16:creationId xmlns:a16="http://schemas.microsoft.com/office/drawing/2014/main" id="{5A3861FE-2084-4849-9F83-E3F9FA14AFF8}"/>
              </a:ext>
            </a:extLst>
          </p:cNvPr>
          <p:cNvGraphicFramePr>
            <a:graphicFrameLocks noChangeAspect="1"/>
          </p:cNvGraphicFramePr>
          <p:nvPr/>
        </p:nvGraphicFramePr>
        <p:xfrm>
          <a:off x="4419600" y="5105400"/>
          <a:ext cx="838200" cy="557213"/>
        </p:xfrm>
        <a:graphic>
          <a:graphicData uri="http://schemas.openxmlformats.org/presentationml/2006/ole">
            <mc:AlternateContent xmlns:mc="http://schemas.openxmlformats.org/markup-compatibility/2006">
              <mc:Choice xmlns:v="urn:schemas-microsoft-com:vml" Requires="v">
                <p:oleObj spid="_x0000_s65571" name="公式" r:id="rId11" imgW="469696" imgH="253890" progId="Equation.3">
                  <p:embed/>
                </p:oleObj>
              </mc:Choice>
              <mc:Fallback>
                <p:oleObj name="公式" r:id="rId11" imgW="469696" imgH="253890" progId="Equation.3">
                  <p:embed/>
                  <p:pic>
                    <p:nvPicPr>
                      <p:cNvPr id="0" name="Object 1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419600" y="5105400"/>
                        <a:ext cx="838200" cy="557213"/>
                      </a:xfrm>
                      <a:prstGeom prst="rect">
                        <a:avLst/>
                      </a:prstGeom>
                      <a:solidFill>
                        <a:srgbClr val="99FF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19">
            <a:extLst>
              <a:ext uri="{FF2B5EF4-FFF2-40B4-BE49-F238E27FC236}">
                <a16:creationId xmlns:a16="http://schemas.microsoft.com/office/drawing/2014/main" id="{AB6364E7-EA51-4B04-9166-74C8B2A84FF8}"/>
              </a:ext>
            </a:extLst>
          </p:cNvPr>
          <p:cNvGrpSpPr>
            <a:grpSpLocks/>
          </p:cNvGrpSpPr>
          <p:nvPr/>
        </p:nvGrpSpPr>
        <p:grpSpPr bwMode="auto">
          <a:xfrm>
            <a:off x="5486400" y="4749800"/>
            <a:ext cx="3048000" cy="1117600"/>
            <a:chOff x="3456" y="3088"/>
            <a:chExt cx="1920" cy="704"/>
          </a:xfrm>
        </p:grpSpPr>
        <p:sp>
          <p:nvSpPr>
            <p:cNvPr id="65548" name="Text Box 14">
              <a:extLst>
                <a:ext uri="{FF2B5EF4-FFF2-40B4-BE49-F238E27FC236}">
                  <a16:creationId xmlns:a16="http://schemas.microsoft.com/office/drawing/2014/main" id="{A9E5D8D7-050E-4552-82EF-D2919CD1C9C6}"/>
                </a:ext>
              </a:extLst>
            </p:cNvPr>
            <p:cNvSpPr txBox="1">
              <a:spLocks noChangeArrowheads="1"/>
            </p:cNvSpPr>
            <p:nvPr/>
          </p:nvSpPr>
          <p:spPr bwMode="auto">
            <a:xfrm>
              <a:off x="3648" y="3088"/>
              <a:ext cx="1728" cy="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zh-CN" altLang="en-US" sz="2800" b="1"/>
                <a:t>对甲增长的阻滞作用，乙大于甲</a:t>
              </a:r>
              <a:r>
                <a:rPr lang="en-US" altLang="zh-CN" sz="2800" b="1"/>
                <a:t>.</a:t>
              </a:r>
            </a:p>
          </p:txBody>
        </p:sp>
        <p:sp>
          <p:nvSpPr>
            <p:cNvPr id="4" name="AutoShape 15">
              <a:extLst>
                <a:ext uri="{FF2B5EF4-FFF2-40B4-BE49-F238E27FC236}">
                  <a16:creationId xmlns:a16="http://schemas.microsoft.com/office/drawing/2014/main" id="{20BDEBC5-5155-4248-8AEC-E04A7E211A99}"/>
                </a:ext>
              </a:extLst>
            </p:cNvPr>
            <p:cNvSpPr>
              <a:spLocks noChangeArrowheads="1"/>
            </p:cNvSpPr>
            <p:nvPr/>
          </p:nvSpPr>
          <p:spPr bwMode="auto">
            <a:xfrm>
              <a:off x="3456" y="3312"/>
              <a:ext cx="144" cy="306"/>
            </a:xfrm>
            <a:prstGeom prst="rightArrow">
              <a:avLst>
                <a:gd name="adj1" fmla="val 50000"/>
                <a:gd name="adj2" fmla="val 25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3" name="Group 18">
            <a:extLst>
              <a:ext uri="{FF2B5EF4-FFF2-40B4-BE49-F238E27FC236}">
                <a16:creationId xmlns:a16="http://schemas.microsoft.com/office/drawing/2014/main" id="{11F8779E-2E6F-4378-AEC9-6F008A928171}"/>
              </a:ext>
            </a:extLst>
          </p:cNvPr>
          <p:cNvGrpSpPr>
            <a:grpSpLocks/>
          </p:cNvGrpSpPr>
          <p:nvPr/>
        </p:nvGrpSpPr>
        <p:grpSpPr bwMode="auto">
          <a:xfrm>
            <a:off x="5715000" y="5791200"/>
            <a:ext cx="2667000" cy="604838"/>
            <a:chOff x="3696" y="3843"/>
            <a:chExt cx="1680" cy="381"/>
          </a:xfrm>
        </p:grpSpPr>
        <p:sp>
          <p:nvSpPr>
            <p:cNvPr id="65551" name="Text Box 16">
              <a:extLst>
                <a:ext uri="{FF2B5EF4-FFF2-40B4-BE49-F238E27FC236}">
                  <a16:creationId xmlns:a16="http://schemas.microsoft.com/office/drawing/2014/main" id="{34A0BF34-D4B6-4A2E-ACD5-1A298FB86EE0}"/>
                </a:ext>
              </a:extLst>
            </p:cNvPr>
            <p:cNvSpPr txBox="1">
              <a:spLocks noChangeArrowheads="1"/>
            </p:cNvSpPr>
            <p:nvPr/>
          </p:nvSpPr>
          <p:spPr bwMode="auto">
            <a:xfrm>
              <a:off x="3840" y="3843"/>
              <a:ext cx="1536" cy="381"/>
            </a:xfrm>
            <a:prstGeom prst="rect">
              <a:avLst/>
            </a:prstGeom>
            <a:solidFill>
              <a:srgbClr val="99FF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zh-CN" altLang="en-US" sz="2800" b="1">
                  <a:sym typeface="Symbol" panose="05050102010706020507" pitchFamily="18" charset="2"/>
                </a:rPr>
                <a:t>乙的竞争力强</a:t>
              </a:r>
              <a:endParaRPr lang="zh-CN" altLang="en-US" sz="2800" b="1"/>
            </a:p>
          </p:txBody>
        </p:sp>
        <p:sp>
          <p:nvSpPr>
            <p:cNvPr id="65552" name="AutoShape 17">
              <a:extLst>
                <a:ext uri="{FF2B5EF4-FFF2-40B4-BE49-F238E27FC236}">
                  <a16:creationId xmlns:a16="http://schemas.microsoft.com/office/drawing/2014/main" id="{BA56487E-B728-48C6-99D5-2D0FFE3D9B95}"/>
                </a:ext>
              </a:extLst>
            </p:cNvPr>
            <p:cNvSpPr>
              <a:spLocks noChangeArrowheads="1"/>
            </p:cNvSpPr>
            <p:nvPr/>
          </p:nvSpPr>
          <p:spPr bwMode="auto">
            <a:xfrm>
              <a:off x="3696" y="3870"/>
              <a:ext cx="96" cy="306"/>
            </a:xfrm>
            <a:prstGeom prst="rightArrow">
              <a:avLst>
                <a:gd name="adj1" fmla="val 50000"/>
                <a:gd name="adj2" fmla="val 25000"/>
              </a:avLst>
            </a:prstGeom>
            <a:solidFill>
              <a:srgbClr val="99FF66"/>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65556" name="Text Box 20">
            <a:extLst>
              <a:ext uri="{FF2B5EF4-FFF2-40B4-BE49-F238E27FC236}">
                <a16:creationId xmlns:a16="http://schemas.microsoft.com/office/drawing/2014/main" id="{6ACBF140-F204-450E-8E1A-4967FC5F0CE6}"/>
              </a:ext>
            </a:extLst>
          </p:cNvPr>
          <p:cNvSpPr txBox="1">
            <a:spLocks noChangeArrowheads="1"/>
          </p:cNvSpPr>
          <p:nvPr/>
        </p:nvSpPr>
        <p:spPr bwMode="auto">
          <a:xfrm>
            <a:off x="152400" y="3900488"/>
            <a:ext cx="1066800" cy="579437"/>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ea typeface="楷体_GB2312" pitchFamily="49" charset="-122"/>
              </a:rPr>
              <a:t>模型</a:t>
            </a:r>
          </a:p>
        </p:txBody>
      </p:sp>
      <p:graphicFrame>
        <p:nvGraphicFramePr>
          <p:cNvPr id="65557" name="Object 21">
            <a:extLst>
              <a:ext uri="{FF2B5EF4-FFF2-40B4-BE49-F238E27FC236}">
                <a16:creationId xmlns:a16="http://schemas.microsoft.com/office/drawing/2014/main" id="{66180381-2BB5-467C-B163-728A30137677}"/>
              </a:ext>
            </a:extLst>
          </p:cNvPr>
          <p:cNvGraphicFramePr>
            <a:graphicFrameLocks noChangeAspect="1"/>
          </p:cNvGraphicFramePr>
          <p:nvPr/>
        </p:nvGraphicFramePr>
        <p:xfrm>
          <a:off x="3962400" y="3619500"/>
          <a:ext cx="1146175" cy="1104900"/>
        </p:xfrm>
        <a:graphic>
          <a:graphicData uri="http://schemas.openxmlformats.org/presentationml/2006/ole">
            <mc:AlternateContent xmlns:mc="http://schemas.openxmlformats.org/markup-compatibility/2006">
              <mc:Choice xmlns:v="urn:schemas-microsoft-com:vml" Requires="v">
                <p:oleObj spid="_x0000_s65572" name="Equation" r:id="rId13" imgW="520474" imgH="431613" progId="Equation.3">
                  <p:embed/>
                </p:oleObj>
              </mc:Choice>
              <mc:Fallback>
                <p:oleObj name="Equation" r:id="rId13" imgW="520474" imgH="431613" progId="Equation.3">
                  <p:embed/>
                  <p:pic>
                    <p:nvPicPr>
                      <p:cNvPr id="0" name="Object 2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962400" y="3619500"/>
                        <a:ext cx="1146175" cy="1104900"/>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5542"/>
                                        </p:tgtEl>
                                        <p:attrNameLst>
                                          <p:attrName>style.visibility</p:attrName>
                                        </p:attrNameLst>
                                      </p:cBhvr>
                                      <p:to>
                                        <p:strVal val="visible"/>
                                      </p:to>
                                    </p:set>
                                    <p:animEffect transition="in" filter="checkerboard(across)">
                                      <p:cBhvr>
                                        <p:cTn id="7" dur="1000"/>
                                        <p:tgtEl>
                                          <p:spTgt spid="6554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5539"/>
                                        </p:tgtEl>
                                        <p:attrNameLst>
                                          <p:attrName>style.visibility</p:attrName>
                                        </p:attrNameLst>
                                      </p:cBhvr>
                                      <p:to>
                                        <p:strVal val="visible"/>
                                      </p:to>
                                    </p:set>
                                    <p:animEffect transition="in" filter="wipe(left)">
                                      <p:cBhvr>
                                        <p:cTn id="12" dur="1000"/>
                                        <p:tgtEl>
                                          <p:spTgt spid="6553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65543"/>
                                        </p:tgtEl>
                                        <p:attrNameLst>
                                          <p:attrName>style.visibility</p:attrName>
                                        </p:attrNameLst>
                                      </p:cBhvr>
                                      <p:to>
                                        <p:strVal val="visible"/>
                                      </p:to>
                                    </p:set>
                                    <p:animEffect transition="in" filter="wipe(left)">
                                      <p:cBhvr>
                                        <p:cTn id="17" dur="1000"/>
                                        <p:tgtEl>
                                          <p:spTgt spid="6554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5" fill="hold" grpId="0" nodeType="clickEffect">
                                  <p:stCondLst>
                                    <p:cond delay="0"/>
                                  </p:stCondLst>
                                  <p:childTnLst>
                                    <p:set>
                                      <p:cBhvr>
                                        <p:cTn id="21" dur="1" fill="hold">
                                          <p:stCondLst>
                                            <p:cond delay="0"/>
                                          </p:stCondLst>
                                        </p:cTn>
                                        <p:tgtEl>
                                          <p:spTgt spid="65544"/>
                                        </p:tgtEl>
                                        <p:attrNameLst>
                                          <p:attrName>style.visibility</p:attrName>
                                        </p:attrNameLst>
                                      </p:cBhvr>
                                      <p:to>
                                        <p:strVal val="visible"/>
                                      </p:to>
                                    </p:set>
                                    <p:animEffect transition="in" filter="blinds(vertical)">
                                      <p:cBhvr>
                                        <p:cTn id="22" dur="1000"/>
                                        <p:tgtEl>
                                          <p:spTgt spid="6554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65556"/>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3" presetClass="entr" presetSubtype="5" fill="hold" nodeType="clickEffect">
                                  <p:stCondLst>
                                    <p:cond delay="0"/>
                                  </p:stCondLst>
                                  <p:childTnLst>
                                    <p:set>
                                      <p:cBhvr>
                                        <p:cTn id="30" dur="1" fill="hold">
                                          <p:stCondLst>
                                            <p:cond delay="0"/>
                                          </p:stCondLst>
                                        </p:cTn>
                                        <p:tgtEl>
                                          <p:spTgt spid="65540"/>
                                        </p:tgtEl>
                                        <p:attrNameLst>
                                          <p:attrName>style.visibility</p:attrName>
                                        </p:attrNameLst>
                                      </p:cBhvr>
                                      <p:to>
                                        <p:strVal val="visible"/>
                                      </p:to>
                                    </p:set>
                                    <p:animEffect transition="in" filter="blinds(vertical)">
                                      <p:cBhvr>
                                        <p:cTn id="31" dur="1000"/>
                                        <p:tgtEl>
                                          <p:spTgt spid="65540"/>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3" presetClass="entr" presetSubtype="5" fill="hold" nodeType="clickEffect">
                                  <p:stCondLst>
                                    <p:cond delay="0"/>
                                  </p:stCondLst>
                                  <p:childTnLst>
                                    <p:set>
                                      <p:cBhvr>
                                        <p:cTn id="35" dur="1" fill="hold">
                                          <p:stCondLst>
                                            <p:cond delay="0"/>
                                          </p:stCondLst>
                                        </p:cTn>
                                        <p:tgtEl>
                                          <p:spTgt spid="65557"/>
                                        </p:tgtEl>
                                        <p:attrNameLst>
                                          <p:attrName>style.visibility</p:attrName>
                                        </p:attrNameLst>
                                      </p:cBhvr>
                                      <p:to>
                                        <p:strVal val="visible"/>
                                      </p:to>
                                    </p:set>
                                    <p:animEffect transition="in" filter="blinds(vertical)">
                                      <p:cBhvr>
                                        <p:cTn id="36" dur="1000"/>
                                        <p:tgtEl>
                                          <p:spTgt spid="65557"/>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4" presetClass="entr" presetSubtype="16" fill="hold" nodeType="clickEffect">
                                  <p:stCondLst>
                                    <p:cond delay="0"/>
                                  </p:stCondLst>
                                  <p:childTnLst>
                                    <p:set>
                                      <p:cBhvr>
                                        <p:cTn id="40" dur="1" fill="hold">
                                          <p:stCondLst>
                                            <p:cond delay="0"/>
                                          </p:stCondLst>
                                        </p:cTn>
                                        <p:tgtEl>
                                          <p:spTgt spid="65538"/>
                                        </p:tgtEl>
                                        <p:attrNameLst>
                                          <p:attrName>style.visibility</p:attrName>
                                        </p:attrNameLst>
                                      </p:cBhvr>
                                      <p:to>
                                        <p:strVal val="visible"/>
                                      </p:to>
                                    </p:set>
                                    <p:animEffect transition="in" filter="box(in)">
                                      <p:cBhvr>
                                        <p:cTn id="41" dur="1000"/>
                                        <p:tgtEl>
                                          <p:spTgt spid="65538"/>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18" presetClass="entr" presetSubtype="6" fill="hold" grpId="0" nodeType="clickEffect">
                                  <p:stCondLst>
                                    <p:cond delay="0"/>
                                  </p:stCondLst>
                                  <p:childTnLst>
                                    <p:set>
                                      <p:cBhvr>
                                        <p:cTn id="45" dur="1" fill="hold">
                                          <p:stCondLst>
                                            <p:cond delay="0"/>
                                          </p:stCondLst>
                                        </p:cTn>
                                        <p:tgtEl>
                                          <p:spTgt spid="65546"/>
                                        </p:tgtEl>
                                        <p:attrNameLst>
                                          <p:attrName>style.visibility</p:attrName>
                                        </p:attrNameLst>
                                      </p:cBhvr>
                                      <p:to>
                                        <p:strVal val="visible"/>
                                      </p:to>
                                    </p:set>
                                    <p:animEffect transition="in" filter="strips(downRight)">
                                      <p:cBhvr>
                                        <p:cTn id="46" dur="1000"/>
                                        <p:tgtEl>
                                          <p:spTgt spid="65546"/>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9" presetClass="entr" presetSubtype="0" fill="hold" nodeType="clickEffect">
                                  <p:stCondLst>
                                    <p:cond delay="0"/>
                                  </p:stCondLst>
                                  <p:childTnLst>
                                    <p:set>
                                      <p:cBhvr>
                                        <p:cTn id="50" dur="1" fill="hold">
                                          <p:stCondLst>
                                            <p:cond delay="0"/>
                                          </p:stCondLst>
                                        </p:cTn>
                                        <p:tgtEl>
                                          <p:spTgt spid="65549"/>
                                        </p:tgtEl>
                                        <p:attrNameLst>
                                          <p:attrName>style.visibility</p:attrName>
                                        </p:attrNameLst>
                                      </p:cBhvr>
                                      <p:to>
                                        <p:strVal val="visible"/>
                                      </p:to>
                                    </p:set>
                                    <p:animEffect transition="in" filter="dissolve">
                                      <p:cBhvr>
                                        <p:cTn id="51" dur="1000"/>
                                        <p:tgtEl>
                                          <p:spTgt spid="65549"/>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16" presetClass="entr" presetSubtype="42" fill="hold" nodeType="clickEffect">
                                  <p:stCondLst>
                                    <p:cond delay="0"/>
                                  </p:stCondLst>
                                  <p:childTnLst>
                                    <p:set>
                                      <p:cBhvr>
                                        <p:cTn id="55" dur="1" fill="hold">
                                          <p:stCondLst>
                                            <p:cond delay="0"/>
                                          </p:stCondLst>
                                        </p:cTn>
                                        <p:tgtEl>
                                          <p:spTgt spid="2"/>
                                        </p:tgtEl>
                                        <p:attrNameLst>
                                          <p:attrName>style.visibility</p:attrName>
                                        </p:attrNameLst>
                                      </p:cBhvr>
                                      <p:to>
                                        <p:strVal val="visible"/>
                                      </p:to>
                                    </p:set>
                                    <p:animEffect transition="in" filter="barn(outHorizontal)">
                                      <p:cBhvr>
                                        <p:cTn id="56" dur="1000"/>
                                        <p:tgtEl>
                                          <p:spTgt spid="2"/>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16" presetClass="entr" presetSubtype="42" fill="hold" nodeType="clickEffect">
                                  <p:stCondLst>
                                    <p:cond delay="0"/>
                                  </p:stCondLst>
                                  <p:childTnLst>
                                    <p:set>
                                      <p:cBhvr>
                                        <p:cTn id="60" dur="1" fill="hold">
                                          <p:stCondLst>
                                            <p:cond delay="0"/>
                                          </p:stCondLst>
                                        </p:cTn>
                                        <p:tgtEl>
                                          <p:spTgt spid="3"/>
                                        </p:tgtEl>
                                        <p:attrNameLst>
                                          <p:attrName>style.visibility</p:attrName>
                                        </p:attrNameLst>
                                      </p:cBhvr>
                                      <p:to>
                                        <p:strVal val="visible"/>
                                      </p:to>
                                    </p:set>
                                    <p:animEffect transition="in" filter="barn(outHorizontal)">
                                      <p:cBhvr>
                                        <p:cTn id="61"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42" grpId="0" animBg="1" autoUpdateAnimBg="0"/>
      <p:bldP spid="65544" grpId="0" animBg="1" autoUpdateAnimBg="0"/>
      <p:bldP spid="65546" grpId="0" animBg="1" autoUpdateAnimBg="0"/>
      <p:bldP spid="65556" grpId="0" animBg="1"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6562" name="Text Box 2">
            <a:extLst>
              <a:ext uri="{FF2B5EF4-FFF2-40B4-BE49-F238E27FC236}">
                <a16:creationId xmlns:a16="http://schemas.microsoft.com/office/drawing/2014/main" id="{EB36A615-ED1A-4307-B79D-DCF256D46D2D}"/>
              </a:ext>
            </a:extLst>
          </p:cNvPr>
          <p:cNvSpPr txBox="1">
            <a:spLocks noChangeArrowheads="1"/>
          </p:cNvSpPr>
          <p:nvPr/>
        </p:nvSpPr>
        <p:spPr bwMode="auto">
          <a:xfrm>
            <a:off x="228600" y="1447800"/>
            <a:ext cx="1066800" cy="10668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ea typeface="楷体_GB2312" pitchFamily="49" charset="-122"/>
              </a:rPr>
              <a:t>模型分析</a:t>
            </a:r>
          </a:p>
        </p:txBody>
      </p:sp>
      <p:graphicFrame>
        <p:nvGraphicFramePr>
          <p:cNvPr id="66563" name="Object 3">
            <a:extLst>
              <a:ext uri="{FF2B5EF4-FFF2-40B4-BE49-F238E27FC236}">
                <a16:creationId xmlns:a16="http://schemas.microsoft.com/office/drawing/2014/main" id="{34C5E6F0-5694-4E9F-A54A-A5BEFE56D405}"/>
              </a:ext>
            </a:extLst>
          </p:cNvPr>
          <p:cNvGraphicFramePr>
            <a:graphicFrameLocks noChangeAspect="1"/>
          </p:cNvGraphicFramePr>
          <p:nvPr/>
        </p:nvGraphicFramePr>
        <p:xfrm>
          <a:off x="1600200" y="496888"/>
          <a:ext cx="3505200" cy="950912"/>
        </p:xfrm>
        <a:graphic>
          <a:graphicData uri="http://schemas.openxmlformats.org/presentationml/2006/ole">
            <mc:AlternateContent xmlns:mc="http://schemas.openxmlformats.org/markup-compatibility/2006">
              <mc:Choice xmlns:v="urn:schemas-microsoft-com:vml" Requires="v">
                <p:oleObj spid="_x0000_s66596" name="公式" r:id="rId3" imgW="2070100" imgH="571500" progId="Equation.3">
                  <p:embed/>
                </p:oleObj>
              </mc:Choice>
              <mc:Fallback>
                <p:oleObj name="公式" r:id="rId3" imgW="2070100" imgH="5715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0200" y="496888"/>
                        <a:ext cx="3505200" cy="95091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6564" name="Object 4">
            <a:extLst>
              <a:ext uri="{FF2B5EF4-FFF2-40B4-BE49-F238E27FC236}">
                <a16:creationId xmlns:a16="http://schemas.microsoft.com/office/drawing/2014/main" id="{5DF28375-4AC0-4993-B9D9-7C2DFB2D9ACD}"/>
              </a:ext>
            </a:extLst>
          </p:cNvPr>
          <p:cNvGraphicFramePr>
            <a:graphicFrameLocks noChangeAspect="1"/>
          </p:cNvGraphicFramePr>
          <p:nvPr/>
        </p:nvGraphicFramePr>
        <p:xfrm>
          <a:off x="5410200" y="457200"/>
          <a:ext cx="3276600" cy="990600"/>
        </p:xfrm>
        <a:graphic>
          <a:graphicData uri="http://schemas.openxmlformats.org/presentationml/2006/ole">
            <mc:AlternateContent xmlns:mc="http://schemas.openxmlformats.org/markup-compatibility/2006">
              <mc:Choice xmlns:v="urn:schemas-microsoft-com:vml" Requires="v">
                <p:oleObj spid="_x0000_s66597" name="公式" r:id="rId5" imgW="2133600" imgH="571500" progId="Equation.3">
                  <p:embed/>
                </p:oleObj>
              </mc:Choice>
              <mc:Fallback>
                <p:oleObj name="公式" r:id="rId5" imgW="2133600" imgH="5715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10200" y="457200"/>
                        <a:ext cx="3276600" cy="990600"/>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23">
            <a:extLst>
              <a:ext uri="{FF2B5EF4-FFF2-40B4-BE49-F238E27FC236}">
                <a16:creationId xmlns:a16="http://schemas.microsoft.com/office/drawing/2014/main" id="{890B918F-E976-4ACC-8E61-443B30C54F81}"/>
              </a:ext>
            </a:extLst>
          </p:cNvPr>
          <p:cNvGrpSpPr>
            <a:grpSpLocks/>
          </p:cNvGrpSpPr>
          <p:nvPr/>
        </p:nvGrpSpPr>
        <p:grpSpPr bwMode="auto">
          <a:xfrm>
            <a:off x="1476375" y="1625600"/>
            <a:ext cx="7486650" cy="549275"/>
            <a:chOff x="930" y="880"/>
            <a:chExt cx="4716" cy="346"/>
          </a:xfrm>
        </p:grpSpPr>
        <p:graphicFrame>
          <p:nvGraphicFramePr>
            <p:cNvPr id="66566" name="Object 6">
              <a:extLst>
                <a:ext uri="{FF2B5EF4-FFF2-40B4-BE49-F238E27FC236}">
                  <a16:creationId xmlns:a16="http://schemas.microsoft.com/office/drawing/2014/main" id="{569E9CA7-FF0B-4941-84BC-0299AD337781}"/>
                </a:ext>
              </a:extLst>
            </p:cNvPr>
            <p:cNvGraphicFramePr>
              <a:graphicFrameLocks noChangeAspect="1"/>
            </p:cNvGraphicFramePr>
            <p:nvPr/>
          </p:nvGraphicFramePr>
          <p:xfrm>
            <a:off x="930" y="890"/>
            <a:ext cx="2639" cy="336"/>
          </p:xfrm>
          <a:graphic>
            <a:graphicData uri="http://schemas.openxmlformats.org/presentationml/2006/ole">
              <mc:AlternateContent xmlns:mc="http://schemas.openxmlformats.org/markup-compatibility/2006">
                <mc:Choice xmlns:v="urn:schemas-microsoft-com:vml" Requires="v">
                  <p:oleObj spid="_x0000_s66598" name="公式" r:id="rId7" imgW="2005729" imgH="266584" progId="Equation.3">
                    <p:embed/>
                  </p:oleObj>
                </mc:Choice>
                <mc:Fallback>
                  <p:oleObj name="公式" r:id="rId7" imgW="2005729" imgH="266584"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30" y="890"/>
                          <a:ext cx="2639" cy="336"/>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6567" name="Text Box 7">
              <a:extLst>
                <a:ext uri="{FF2B5EF4-FFF2-40B4-BE49-F238E27FC236}">
                  <a16:creationId xmlns:a16="http://schemas.microsoft.com/office/drawing/2014/main" id="{8235520A-4DFF-4900-ADF0-CE82AEC92818}"/>
                </a:ext>
              </a:extLst>
            </p:cNvPr>
            <p:cNvSpPr txBox="1">
              <a:spLocks noChangeArrowheads="1"/>
            </p:cNvSpPr>
            <p:nvPr/>
          </p:nvSpPr>
          <p:spPr bwMode="auto">
            <a:xfrm>
              <a:off x="3560" y="880"/>
              <a:ext cx="2086" cy="327"/>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a:t>(</a:t>
              </a:r>
              <a:r>
                <a:rPr lang="zh-CN" altLang="en-US" sz="2800" b="1"/>
                <a:t>平衡点及其稳定性</a:t>
              </a:r>
              <a:r>
                <a:rPr lang="en-US" altLang="zh-CN" sz="2800" b="1"/>
                <a:t>)</a:t>
              </a:r>
            </a:p>
          </p:txBody>
        </p:sp>
      </p:grpSp>
      <p:grpSp>
        <p:nvGrpSpPr>
          <p:cNvPr id="3" name="Group 8">
            <a:extLst>
              <a:ext uri="{FF2B5EF4-FFF2-40B4-BE49-F238E27FC236}">
                <a16:creationId xmlns:a16="http://schemas.microsoft.com/office/drawing/2014/main" id="{709873F4-B45B-40A0-94DC-069967FBA10A}"/>
              </a:ext>
            </a:extLst>
          </p:cNvPr>
          <p:cNvGrpSpPr>
            <a:grpSpLocks/>
          </p:cNvGrpSpPr>
          <p:nvPr/>
        </p:nvGrpSpPr>
        <p:grpSpPr bwMode="auto">
          <a:xfrm>
            <a:off x="395288" y="2492375"/>
            <a:ext cx="8458200" cy="1271588"/>
            <a:chOff x="240" y="1488"/>
            <a:chExt cx="5280" cy="753"/>
          </a:xfrm>
        </p:grpSpPr>
        <p:sp>
          <p:nvSpPr>
            <p:cNvPr id="66569" name="Text Box 9">
              <a:extLst>
                <a:ext uri="{FF2B5EF4-FFF2-40B4-BE49-F238E27FC236}">
                  <a16:creationId xmlns:a16="http://schemas.microsoft.com/office/drawing/2014/main" id="{506C36CE-3156-49CB-930E-A906CB5DE887}"/>
                </a:ext>
              </a:extLst>
            </p:cNvPr>
            <p:cNvSpPr txBox="1">
              <a:spLocks noChangeArrowheads="1"/>
            </p:cNvSpPr>
            <p:nvPr/>
          </p:nvSpPr>
          <p:spPr bwMode="auto">
            <a:xfrm>
              <a:off x="240" y="1584"/>
              <a:ext cx="1488" cy="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20000"/>
                </a:spcBef>
              </a:pPr>
              <a:r>
                <a:rPr lang="zh-CN" altLang="en-US" sz="2800" b="1"/>
                <a:t>二阶非线性</a:t>
              </a:r>
            </a:p>
            <a:p>
              <a:pPr algn="ctr" eaLnBrk="1" hangingPunct="1">
                <a:spcBef>
                  <a:spcPct val="20000"/>
                </a:spcBef>
              </a:pPr>
              <a:r>
                <a:rPr lang="zh-CN" altLang="en-US" sz="2800" b="1">
                  <a:solidFill>
                    <a:srgbClr val="FF3300"/>
                  </a:solidFill>
                </a:rPr>
                <a:t>自治</a:t>
              </a:r>
              <a:r>
                <a:rPr lang="zh-CN" altLang="en-US" sz="2800" b="1"/>
                <a:t>方程</a:t>
              </a:r>
            </a:p>
          </p:txBody>
        </p:sp>
        <p:graphicFrame>
          <p:nvGraphicFramePr>
            <p:cNvPr id="66570" name="Object 10">
              <a:extLst>
                <a:ext uri="{FF2B5EF4-FFF2-40B4-BE49-F238E27FC236}">
                  <a16:creationId xmlns:a16="http://schemas.microsoft.com/office/drawing/2014/main" id="{10384D11-9524-4945-9983-DE6FEC92372A}"/>
                </a:ext>
              </a:extLst>
            </p:cNvPr>
            <p:cNvGraphicFramePr>
              <a:graphicFrameLocks noChangeAspect="1"/>
            </p:cNvGraphicFramePr>
            <p:nvPr/>
          </p:nvGraphicFramePr>
          <p:xfrm>
            <a:off x="1769" y="1488"/>
            <a:ext cx="1591" cy="753"/>
          </p:xfrm>
          <a:graphic>
            <a:graphicData uri="http://schemas.openxmlformats.org/presentationml/2006/ole">
              <mc:AlternateContent xmlns:mc="http://schemas.openxmlformats.org/markup-compatibility/2006">
                <mc:Choice xmlns:v="urn:schemas-microsoft-com:vml" Requires="v">
                  <p:oleObj spid="_x0000_s66599" name="公式" r:id="rId9" imgW="1218671" imgH="545863" progId="Equation.3">
                    <p:embed/>
                  </p:oleObj>
                </mc:Choice>
                <mc:Fallback>
                  <p:oleObj name="公式" r:id="rId9" imgW="1218671" imgH="545863" progId="Equation.3">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69" y="1488"/>
                          <a:ext cx="1591" cy="753"/>
                        </a:xfrm>
                        <a:prstGeom prst="rect">
                          <a:avLst/>
                        </a:prstGeom>
                        <a:noFill/>
                        <a:ln>
                          <a:noFill/>
                        </a:ln>
                        <a:effectLst/>
                        <a:extLst>
                          <a:ext uri="{909E8E84-426E-40DD-AFC4-6F175D3DCCD1}">
                            <a14:hiddenFill xmlns:a14="http://schemas.microsoft.com/office/drawing/2010/main">
                              <a:solidFill>
                                <a:srgbClr val="FF99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6571" name="Text Box 11">
              <a:extLst>
                <a:ext uri="{FF2B5EF4-FFF2-40B4-BE49-F238E27FC236}">
                  <a16:creationId xmlns:a16="http://schemas.microsoft.com/office/drawing/2014/main" id="{C765315E-9DC7-4C9A-9E83-AC2E2B83720D}"/>
                </a:ext>
              </a:extLst>
            </p:cNvPr>
            <p:cNvSpPr txBox="1">
              <a:spLocks noChangeArrowheads="1"/>
            </p:cNvSpPr>
            <p:nvPr/>
          </p:nvSpPr>
          <p:spPr bwMode="auto">
            <a:xfrm>
              <a:off x="3360" y="1680"/>
              <a:ext cx="2160"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的平衡点及其稳定性</a:t>
              </a:r>
            </a:p>
          </p:txBody>
        </p:sp>
      </p:grpSp>
      <p:grpSp>
        <p:nvGrpSpPr>
          <p:cNvPr id="4" name="Group 12">
            <a:extLst>
              <a:ext uri="{FF2B5EF4-FFF2-40B4-BE49-F238E27FC236}">
                <a16:creationId xmlns:a16="http://schemas.microsoft.com/office/drawing/2014/main" id="{0BF6A52F-1183-434F-9264-589881890B41}"/>
              </a:ext>
            </a:extLst>
          </p:cNvPr>
          <p:cNvGrpSpPr>
            <a:grpSpLocks/>
          </p:cNvGrpSpPr>
          <p:nvPr/>
        </p:nvGrpSpPr>
        <p:grpSpPr bwMode="auto">
          <a:xfrm>
            <a:off x="685800" y="3886200"/>
            <a:ext cx="8001000" cy="1019175"/>
            <a:chOff x="480" y="2144"/>
            <a:chExt cx="4656" cy="753"/>
          </a:xfrm>
        </p:grpSpPr>
        <p:sp>
          <p:nvSpPr>
            <p:cNvPr id="66573" name="Text Box 13">
              <a:extLst>
                <a:ext uri="{FF2B5EF4-FFF2-40B4-BE49-F238E27FC236}">
                  <a16:creationId xmlns:a16="http://schemas.microsoft.com/office/drawing/2014/main" id="{7308F858-6481-4F24-B8C4-A036F1B2601C}"/>
                </a:ext>
              </a:extLst>
            </p:cNvPr>
            <p:cNvSpPr txBox="1">
              <a:spLocks noChangeArrowheads="1"/>
            </p:cNvSpPr>
            <p:nvPr/>
          </p:nvSpPr>
          <p:spPr bwMode="auto">
            <a:xfrm>
              <a:off x="480" y="2352"/>
              <a:ext cx="2832" cy="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solidFill>
                    <a:srgbClr val="FF0000"/>
                  </a:solidFill>
                </a:rPr>
                <a:t>平衡点</a:t>
              </a:r>
              <a:r>
                <a:rPr lang="en-US" altLang="zh-CN" sz="2800" b="1" i="1"/>
                <a:t>P</a:t>
              </a:r>
              <a:r>
                <a:rPr lang="en-US" altLang="zh-CN" sz="2800" b="1" baseline="-25000"/>
                <a:t>0</a:t>
              </a:r>
              <a:r>
                <a:rPr lang="en-US" altLang="zh-CN" sz="2800" b="1"/>
                <a:t>(</a:t>
              </a:r>
              <a:r>
                <a:rPr lang="en-US" altLang="zh-CN" sz="2800" b="1" i="1"/>
                <a:t>x</a:t>
              </a:r>
              <a:r>
                <a:rPr lang="en-US" altLang="zh-CN" sz="2800" b="1" baseline="-25000"/>
                <a:t>1</a:t>
              </a:r>
              <a:r>
                <a:rPr lang="en-US" altLang="zh-CN" sz="2800" b="1" baseline="30000"/>
                <a:t>0</a:t>
              </a:r>
              <a:r>
                <a:rPr lang="en-US" altLang="zh-CN" sz="2800" b="1"/>
                <a:t>, </a:t>
              </a:r>
              <a:r>
                <a:rPr lang="en-US" altLang="zh-CN" sz="2800" b="1" i="1"/>
                <a:t>x</a:t>
              </a:r>
              <a:r>
                <a:rPr lang="en-US" altLang="zh-CN" sz="2800" b="1" baseline="-25000"/>
                <a:t>2</a:t>
              </a:r>
              <a:r>
                <a:rPr lang="en-US" altLang="zh-CN" sz="2800" b="1" baseline="30000"/>
                <a:t>0</a:t>
              </a:r>
              <a:r>
                <a:rPr lang="en-US" altLang="zh-CN" sz="2800" b="1"/>
                <a:t>) ~ </a:t>
              </a:r>
              <a:r>
                <a:rPr lang="zh-CN" altLang="en-US" sz="2800" b="1"/>
                <a:t>代数方程</a:t>
              </a:r>
            </a:p>
          </p:txBody>
        </p:sp>
        <p:graphicFrame>
          <p:nvGraphicFramePr>
            <p:cNvPr id="66574" name="Object 14">
              <a:extLst>
                <a:ext uri="{FF2B5EF4-FFF2-40B4-BE49-F238E27FC236}">
                  <a16:creationId xmlns:a16="http://schemas.microsoft.com/office/drawing/2014/main" id="{09BC343B-44A3-47F0-813D-B357C75EAE21}"/>
                </a:ext>
              </a:extLst>
            </p:cNvPr>
            <p:cNvGraphicFramePr>
              <a:graphicFrameLocks noChangeAspect="1"/>
            </p:cNvGraphicFramePr>
            <p:nvPr/>
          </p:nvGraphicFramePr>
          <p:xfrm>
            <a:off x="3253" y="2144"/>
            <a:ext cx="1259" cy="753"/>
          </p:xfrm>
          <a:graphic>
            <a:graphicData uri="http://schemas.openxmlformats.org/presentationml/2006/ole">
              <mc:AlternateContent xmlns:mc="http://schemas.openxmlformats.org/markup-compatibility/2006">
                <mc:Choice xmlns:v="urn:schemas-microsoft-com:vml" Requires="v">
                  <p:oleObj spid="_x0000_s66600" name="公式" r:id="rId11" imgW="964781" imgH="545863" progId="Equation.3">
                    <p:embed/>
                  </p:oleObj>
                </mc:Choice>
                <mc:Fallback>
                  <p:oleObj name="公式" r:id="rId11" imgW="964781" imgH="545863" progId="Equation.3">
                    <p:embed/>
                    <p:pic>
                      <p:nvPicPr>
                        <p:cNvPr id="0" name="Object 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253" y="2144"/>
                          <a:ext cx="1259" cy="7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6575" name="Text Box 15">
              <a:extLst>
                <a:ext uri="{FF2B5EF4-FFF2-40B4-BE49-F238E27FC236}">
                  <a16:creationId xmlns:a16="http://schemas.microsoft.com/office/drawing/2014/main" id="{73ED9F9C-4842-4A52-A941-3E3E22C79431}"/>
                </a:ext>
              </a:extLst>
            </p:cNvPr>
            <p:cNvSpPr txBox="1">
              <a:spLocks noChangeArrowheads="1"/>
            </p:cNvSpPr>
            <p:nvPr/>
          </p:nvSpPr>
          <p:spPr bwMode="auto">
            <a:xfrm>
              <a:off x="4512" y="2352"/>
              <a:ext cx="62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的根</a:t>
              </a:r>
              <a:r>
                <a:rPr lang="en-US" altLang="zh-CN" sz="2800" b="1"/>
                <a:t>.</a:t>
              </a:r>
            </a:p>
          </p:txBody>
        </p:sp>
      </p:grpSp>
      <p:grpSp>
        <p:nvGrpSpPr>
          <p:cNvPr id="5" name="Group 16">
            <a:extLst>
              <a:ext uri="{FF2B5EF4-FFF2-40B4-BE49-F238E27FC236}">
                <a16:creationId xmlns:a16="http://schemas.microsoft.com/office/drawing/2014/main" id="{55AF7361-8D3D-4836-B3B7-8DA6FB9B26A0}"/>
              </a:ext>
            </a:extLst>
          </p:cNvPr>
          <p:cNvGrpSpPr>
            <a:grpSpLocks/>
          </p:cNvGrpSpPr>
          <p:nvPr/>
        </p:nvGrpSpPr>
        <p:grpSpPr bwMode="auto">
          <a:xfrm>
            <a:off x="457200" y="5037138"/>
            <a:ext cx="8305800" cy="1439862"/>
            <a:chOff x="288" y="2976"/>
            <a:chExt cx="4930" cy="907"/>
          </a:xfrm>
        </p:grpSpPr>
        <p:sp>
          <p:nvSpPr>
            <p:cNvPr id="66577" name="Text Box 17">
              <a:extLst>
                <a:ext uri="{FF2B5EF4-FFF2-40B4-BE49-F238E27FC236}">
                  <a16:creationId xmlns:a16="http://schemas.microsoft.com/office/drawing/2014/main" id="{465C69D2-EC14-4FF9-8958-BE0252791546}"/>
                </a:ext>
              </a:extLst>
            </p:cNvPr>
            <p:cNvSpPr txBox="1">
              <a:spLocks noChangeArrowheads="1"/>
            </p:cNvSpPr>
            <p:nvPr/>
          </p:nvSpPr>
          <p:spPr bwMode="auto">
            <a:xfrm>
              <a:off x="288" y="2976"/>
              <a:ext cx="4848" cy="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40000"/>
                </a:lnSpc>
                <a:spcBef>
                  <a:spcPct val="50000"/>
                </a:spcBef>
              </a:pPr>
              <a:r>
                <a:rPr lang="zh-CN" altLang="en-US" sz="2800" b="1"/>
                <a:t>若从</a:t>
              </a:r>
              <a:r>
                <a:rPr lang="en-US" altLang="zh-CN" sz="2800" b="1" i="1"/>
                <a:t>P</a:t>
              </a:r>
              <a:r>
                <a:rPr lang="en-US" altLang="zh-CN" sz="2800" b="1" baseline="-25000"/>
                <a:t>0</a:t>
              </a:r>
              <a:r>
                <a:rPr lang="zh-CN" altLang="en-US" sz="2800" b="1"/>
                <a:t>某邻域的任一初值出发，都有</a:t>
              </a:r>
              <a:endParaRPr lang="zh-CN" altLang="en-US" sz="2800" b="1" baseline="-25000"/>
            </a:p>
          </p:txBody>
        </p:sp>
        <p:graphicFrame>
          <p:nvGraphicFramePr>
            <p:cNvPr id="66578" name="Object 18">
              <a:extLst>
                <a:ext uri="{FF2B5EF4-FFF2-40B4-BE49-F238E27FC236}">
                  <a16:creationId xmlns:a16="http://schemas.microsoft.com/office/drawing/2014/main" id="{113B9CCB-BF34-49F8-A8E1-B5C2E9111839}"/>
                </a:ext>
              </a:extLst>
            </p:cNvPr>
            <p:cNvGraphicFramePr>
              <a:graphicFrameLocks noChangeAspect="1"/>
            </p:cNvGraphicFramePr>
            <p:nvPr/>
          </p:nvGraphicFramePr>
          <p:xfrm>
            <a:off x="3747" y="3016"/>
            <a:ext cx="1471" cy="435"/>
          </p:xfrm>
          <a:graphic>
            <a:graphicData uri="http://schemas.openxmlformats.org/presentationml/2006/ole">
              <mc:AlternateContent xmlns:mc="http://schemas.openxmlformats.org/markup-compatibility/2006">
                <mc:Choice xmlns:v="urn:schemas-microsoft-com:vml" Requires="v">
                  <p:oleObj spid="_x0000_s66601" name="公式" r:id="rId13" imgW="1066337" imgH="317362" progId="Equation.3">
                    <p:embed/>
                  </p:oleObj>
                </mc:Choice>
                <mc:Fallback>
                  <p:oleObj name="公式" r:id="rId13" imgW="1066337" imgH="317362" progId="Equation.3">
                    <p:embed/>
                    <p:pic>
                      <p:nvPicPr>
                        <p:cNvPr id="0" name="Object 1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747" y="3016"/>
                          <a:ext cx="1471" cy="435"/>
                        </a:xfrm>
                        <a:prstGeom prst="rect">
                          <a:avLst/>
                        </a:prstGeom>
                        <a:noFill/>
                        <a:ln>
                          <a:noFill/>
                        </a:ln>
                        <a:effectLst/>
                        <a:extLst>
                          <a:ext uri="{909E8E84-426E-40DD-AFC4-6F175D3DCCD1}">
                            <a14:hiddenFill xmlns:a14="http://schemas.microsoft.com/office/drawing/2010/main">
                              <a:solidFill>
                                <a:srgbClr val="00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6579" name="Text Box 19">
              <a:extLst>
                <a:ext uri="{FF2B5EF4-FFF2-40B4-BE49-F238E27FC236}">
                  <a16:creationId xmlns:a16="http://schemas.microsoft.com/office/drawing/2014/main" id="{16053A0C-17EF-403B-9F4B-CB3749CA82FF}"/>
                </a:ext>
              </a:extLst>
            </p:cNvPr>
            <p:cNvSpPr txBox="1">
              <a:spLocks noChangeArrowheads="1"/>
            </p:cNvSpPr>
            <p:nvPr/>
          </p:nvSpPr>
          <p:spPr bwMode="auto">
            <a:xfrm>
              <a:off x="1824" y="3504"/>
              <a:ext cx="316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称</a:t>
              </a:r>
              <a:r>
                <a:rPr lang="en-US" altLang="zh-CN" sz="2800" b="1" i="1"/>
                <a:t>P</a:t>
              </a:r>
              <a:r>
                <a:rPr lang="en-US" altLang="zh-CN" sz="2800" b="1" baseline="-25000"/>
                <a:t>0</a:t>
              </a:r>
              <a:r>
                <a:rPr lang="zh-CN" altLang="en-US" sz="2800" b="1"/>
                <a:t>是微分方程的</a:t>
              </a:r>
              <a:r>
                <a:rPr lang="zh-CN" altLang="en-US" sz="2800" b="1">
                  <a:solidFill>
                    <a:srgbClr val="FF3300"/>
                  </a:solidFill>
                </a:rPr>
                <a:t>稳定平衡点</a:t>
              </a:r>
              <a:r>
                <a:rPr lang="en-US" altLang="zh-CN" sz="2800" b="1">
                  <a:solidFill>
                    <a:srgbClr val="FF3300"/>
                  </a:solidFill>
                </a:rPr>
                <a:t>.</a:t>
              </a:r>
            </a:p>
          </p:txBody>
        </p:sp>
        <p:graphicFrame>
          <p:nvGraphicFramePr>
            <p:cNvPr id="66580" name="Object 20">
              <a:extLst>
                <a:ext uri="{FF2B5EF4-FFF2-40B4-BE49-F238E27FC236}">
                  <a16:creationId xmlns:a16="http://schemas.microsoft.com/office/drawing/2014/main" id="{D9E65B73-8102-4900-BE83-6E65C2BD23C9}"/>
                </a:ext>
              </a:extLst>
            </p:cNvPr>
            <p:cNvGraphicFramePr>
              <a:graphicFrameLocks noChangeAspect="1"/>
            </p:cNvGraphicFramePr>
            <p:nvPr/>
          </p:nvGraphicFramePr>
          <p:xfrm>
            <a:off x="349" y="3448"/>
            <a:ext cx="1488" cy="435"/>
          </p:xfrm>
          <a:graphic>
            <a:graphicData uri="http://schemas.openxmlformats.org/presentationml/2006/ole">
              <mc:AlternateContent xmlns:mc="http://schemas.openxmlformats.org/markup-compatibility/2006">
                <mc:Choice xmlns:v="urn:schemas-microsoft-com:vml" Requires="v">
                  <p:oleObj spid="_x0000_s66602" name="公式" r:id="rId15" imgW="1079032" imgH="317362" progId="Equation.3">
                    <p:embed/>
                  </p:oleObj>
                </mc:Choice>
                <mc:Fallback>
                  <p:oleObj name="公式" r:id="rId15" imgW="1079032" imgH="317362" progId="Equation.3">
                    <p:embed/>
                    <p:pic>
                      <p:nvPicPr>
                        <p:cNvPr id="0" name="Object 2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49" y="3448"/>
                          <a:ext cx="1488" cy="435"/>
                        </a:xfrm>
                        <a:prstGeom prst="rect">
                          <a:avLst/>
                        </a:prstGeom>
                        <a:noFill/>
                        <a:ln>
                          <a:noFill/>
                        </a:ln>
                        <a:effectLst/>
                        <a:extLst>
                          <a:ext uri="{909E8E84-426E-40DD-AFC4-6F175D3DCCD1}">
                            <a14:hiddenFill xmlns:a14="http://schemas.microsoft.com/office/drawing/2010/main">
                              <a:solidFill>
                                <a:srgbClr val="00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66581" name="Text Box 22">
            <a:extLst>
              <a:ext uri="{FF2B5EF4-FFF2-40B4-BE49-F238E27FC236}">
                <a16:creationId xmlns:a16="http://schemas.microsoft.com/office/drawing/2014/main" id="{3978C99F-7491-4EEB-A072-ABC5FCE9A20D}"/>
              </a:ext>
            </a:extLst>
          </p:cNvPr>
          <p:cNvSpPr txBox="1">
            <a:spLocks noChangeArrowheads="1"/>
          </p:cNvSpPr>
          <p:nvPr/>
        </p:nvSpPr>
        <p:spPr bwMode="auto">
          <a:xfrm>
            <a:off x="304800" y="609600"/>
            <a:ext cx="1066800" cy="579438"/>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ea typeface="楷体_GB2312" pitchFamily="49" charset="-122"/>
              </a:rPr>
              <a:t>模型</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656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1000"/>
                                        <p:tgtEl>
                                          <p:spTgt spid="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5" presetClass="entr" presetSubtype="5" fill="hold"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checkerboard(down)">
                                      <p:cBhvr>
                                        <p:cTn id="16" dur="1000"/>
                                        <p:tgtEl>
                                          <p:spTgt spid="3"/>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 presetClass="entr" presetSubtype="1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checkerboard(across)">
                                      <p:cBhvr>
                                        <p:cTn id="21" dur="1000"/>
                                        <p:tgtEl>
                                          <p:spTgt spid="4"/>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5" presetClass="entr" presetSubtype="5" fill="hold" nodeType="click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checkerboard(down)">
                                      <p:cBhvr>
                                        <p:cTn id="26"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2" grpId="0" animBg="1" autoUpdateAnimBg="0"/>
    </p:bldLst>
  </p:timing>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7586" name="Text Box 2">
            <a:extLst>
              <a:ext uri="{FF2B5EF4-FFF2-40B4-BE49-F238E27FC236}">
                <a16:creationId xmlns:a16="http://schemas.microsoft.com/office/drawing/2014/main" id="{699010A5-5006-47E8-8BD6-C925A34EED32}"/>
              </a:ext>
            </a:extLst>
          </p:cNvPr>
          <p:cNvSpPr txBox="1">
            <a:spLocks noChangeArrowheads="1"/>
          </p:cNvSpPr>
          <p:nvPr/>
        </p:nvSpPr>
        <p:spPr bwMode="auto">
          <a:xfrm>
            <a:off x="457200" y="395288"/>
            <a:ext cx="3581400" cy="94615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判断</a:t>
            </a:r>
            <a:r>
              <a:rPr lang="en-US" altLang="zh-CN" sz="2800" b="1" i="1"/>
              <a:t>P</a:t>
            </a:r>
            <a:r>
              <a:rPr lang="en-US" altLang="zh-CN" sz="2800" b="1" baseline="-25000"/>
              <a:t>0</a:t>
            </a:r>
            <a:r>
              <a:rPr lang="en-US" altLang="zh-CN" sz="2800" b="1"/>
              <a:t> (</a:t>
            </a:r>
            <a:r>
              <a:rPr lang="en-US" altLang="zh-CN" sz="2800" b="1" i="1"/>
              <a:t>x</a:t>
            </a:r>
            <a:r>
              <a:rPr lang="en-US" altLang="zh-CN" sz="2800" b="1" baseline="-25000"/>
              <a:t>1</a:t>
            </a:r>
            <a:r>
              <a:rPr lang="en-US" altLang="zh-CN" sz="2800" b="1" baseline="30000"/>
              <a:t>0</a:t>
            </a:r>
            <a:r>
              <a:rPr lang="en-US" altLang="zh-CN" sz="2800" b="1"/>
              <a:t>, </a:t>
            </a:r>
            <a:r>
              <a:rPr lang="en-US" altLang="zh-CN" sz="2800" b="1" i="1"/>
              <a:t>x</a:t>
            </a:r>
            <a:r>
              <a:rPr lang="en-US" altLang="zh-CN" sz="2800" b="1" baseline="-25000"/>
              <a:t>2</a:t>
            </a:r>
            <a:r>
              <a:rPr lang="en-US" altLang="zh-CN" sz="2800" b="1" baseline="30000"/>
              <a:t>0</a:t>
            </a:r>
            <a:r>
              <a:rPr lang="en-US" altLang="zh-CN" sz="2800" b="1"/>
              <a:t>) </a:t>
            </a:r>
            <a:r>
              <a:rPr lang="zh-CN" altLang="en-US" sz="2800" b="1"/>
              <a:t>稳定性的方法</a:t>
            </a:r>
            <a:r>
              <a:rPr lang="en-US" altLang="zh-CN" sz="2800" b="1"/>
              <a:t>——</a:t>
            </a:r>
            <a:r>
              <a:rPr lang="zh-CN" altLang="en-US" sz="2800" b="1"/>
              <a:t>直接法</a:t>
            </a:r>
          </a:p>
        </p:txBody>
      </p:sp>
      <p:sp>
        <p:nvSpPr>
          <p:cNvPr id="67587" name="Text Box 3">
            <a:extLst>
              <a:ext uri="{FF2B5EF4-FFF2-40B4-BE49-F238E27FC236}">
                <a16:creationId xmlns:a16="http://schemas.microsoft.com/office/drawing/2014/main" id="{7466ABD2-C74D-4369-AD80-34E95EC3D52D}"/>
              </a:ext>
            </a:extLst>
          </p:cNvPr>
          <p:cNvSpPr txBox="1">
            <a:spLocks noChangeArrowheads="1"/>
          </p:cNvSpPr>
          <p:nvPr/>
        </p:nvSpPr>
        <p:spPr bwMode="auto">
          <a:xfrm>
            <a:off x="533400" y="1462088"/>
            <a:ext cx="3276600" cy="519112"/>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a:t>(1)</a:t>
            </a:r>
            <a:r>
              <a:rPr lang="zh-CN" altLang="en-US" sz="2800" b="1"/>
              <a:t>的近似线性方程</a:t>
            </a:r>
          </a:p>
        </p:txBody>
      </p:sp>
      <p:graphicFrame>
        <p:nvGraphicFramePr>
          <p:cNvPr id="67588" name="Object 4">
            <a:extLst>
              <a:ext uri="{FF2B5EF4-FFF2-40B4-BE49-F238E27FC236}">
                <a16:creationId xmlns:a16="http://schemas.microsoft.com/office/drawing/2014/main" id="{735BA871-5B9F-4DCD-AADF-39445CBFB889}"/>
              </a:ext>
            </a:extLst>
          </p:cNvPr>
          <p:cNvGraphicFramePr>
            <a:graphicFrameLocks noChangeAspect="1"/>
          </p:cNvGraphicFramePr>
          <p:nvPr/>
        </p:nvGraphicFramePr>
        <p:xfrm>
          <a:off x="4648200" y="533400"/>
          <a:ext cx="3287713" cy="1195388"/>
        </p:xfrm>
        <a:graphic>
          <a:graphicData uri="http://schemas.openxmlformats.org/presentationml/2006/ole">
            <mc:AlternateContent xmlns:mc="http://schemas.openxmlformats.org/markup-compatibility/2006">
              <mc:Choice xmlns:v="urn:schemas-microsoft-com:vml" Requires="v">
                <p:oleObj spid="_x0000_s67604" name="公式" r:id="rId3" imgW="1586811" imgH="545863" progId="Equation.3">
                  <p:embed/>
                </p:oleObj>
              </mc:Choice>
              <mc:Fallback>
                <p:oleObj name="公式" r:id="rId3" imgW="1586811" imgH="545863"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48200" y="533400"/>
                        <a:ext cx="3287713" cy="1195388"/>
                      </a:xfrm>
                      <a:prstGeom prst="rect">
                        <a:avLst/>
                      </a:prstGeom>
                      <a:noFill/>
                      <a:ln>
                        <a:noFill/>
                      </a:ln>
                      <a:effectLst/>
                      <a:extLst>
                        <a:ext uri="{909E8E84-426E-40DD-AFC4-6F175D3DCCD1}">
                          <a14:hiddenFill xmlns:a14="http://schemas.microsoft.com/office/drawing/2010/main">
                            <a:solidFill>
                              <a:srgbClr val="00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7589" name="Object 5">
            <a:extLst>
              <a:ext uri="{FF2B5EF4-FFF2-40B4-BE49-F238E27FC236}">
                <a16:creationId xmlns:a16="http://schemas.microsoft.com/office/drawing/2014/main" id="{429CE279-3DE4-40B4-B3FA-4F5E43D546A2}"/>
              </a:ext>
            </a:extLst>
          </p:cNvPr>
          <p:cNvGraphicFramePr>
            <a:graphicFrameLocks noChangeAspect="1"/>
          </p:cNvGraphicFramePr>
          <p:nvPr/>
        </p:nvGraphicFramePr>
        <p:xfrm>
          <a:off x="533400" y="2060575"/>
          <a:ext cx="8229600" cy="1350963"/>
        </p:xfrm>
        <a:graphic>
          <a:graphicData uri="http://schemas.openxmlformats.org/presentationml/2006/ole">
            <mc:AlternateContent xmlns:mc="http://schemas.openxmlformats.org/markup-compatibility/2006">
              <mc:Choice xmlns:v="urn:schemas-microsoft-com:vml" Requires="v">
                <p:oleObj spid="_x0000_s67605" name="公式" r:id="rId5" imgW="3962400" imgH="609600" progId="Equation.3">
                  <p:embed/>
                </p:oleObj>
              </mc:Choice>
              <mc:Fallback>
                <p:oleObj name="公式" r:id="rId5" imgW="3962400" imgH="6096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3400" y="2060575"/>
                        <a:ext cx="8229600" cy="1350963"/>
                      </a:xfrm>
                      <a:prstGeom prst="rect">
                        <a:avLst/>
                      </a:prstGeom>
                      <a:solidFill>
                        <a:srgbClr val="FF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7590" name="Object 6">
            <a:extLst>
              <a:ext uri="{FF2B5EF4-FFF2-40B4-BE49-F238E27FC236}">
                <a16:creationId xmlns:a16="http://schemas.microsoft.com/office/drawing/2014/main" id="{F4D2F220-2A04-485F-A16E-B5C15E142E44}"/>
              </a:ext>
            </a:extLst>
          </p:cNvPr>
          <p:cNvGraphicFramePr>
            <a:graphicFrameLocks noChangeAspect="1"/>
          </p:cNvGraphicFramePr>
          <p:nvPr/>
        </p:nvGraphicFramePr>
        <p:xfrm>
          <a:off x="533400" y="3500438"/>
          <a:ext cx="3394075" cy="1493837"/>
        </p:xfrm>
        <a:graphic>
          <a:graphicData uri="http://schemas.openxmlformats.org/presentationml/2006/ole">
            <mc:AlternateContent xmlns:mc="http://schemas.openxmlformats.org/markup-compatibility/2006">
              <mc:Choice xmlns:v="urn:schemas-microsoft-com:vml" Requires="v">
                <p:oleObj spid="_x0000_s67606" name="公式" r:id="rId7" imgW="1308100" imgH="609600" progId="Equation.3">
                  <p:embed/>
                </p:oleObj>
              </mc:Choice>
              <mc:Fallback>
                <p:oleObj name="公式" r:id="rId7" imgW="1308100" imgH="609600"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3400" y="3500438"/>
                        <a:ext cx="3394075" cy="14938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7591" name="Object 7">
            <a:extLst>
              <a:ext uri="{FF2B5EF4-FFF2-40B4-BE49-F238E27FC236}">
                <a16:creationId xmlns:a16="http://schemas.microsoft.com/office/drawing/2014/main" id="{972CAA4A-D9CA-4FC8-8F4E-4C3B8A3ADB24}"/>
              </a:ext>
            </a:extLst>
          </p:cNvPr>
          <p:cNvGraphicFramePr>
            <a:graphicFrameLocks noChangeAspect="1"/>
          </p:cNvGraphicFramePr>
          <p:nvPr/>
        </p:nvGraphicFramePr>
        <p:xfrm>
          <a:off x="4356100" y="3429000"/>
          <a:ext cx="3744913" cy="1770063"/>
        </p:xfrm>
        <a:graphic>
          <a:graphicData uri="http://schemas.openxmlformats.org/presentationml/2006/ole">
            <mc:AlternateContent xmlns:mc="http://schemas.openxmlformats.org/markup-compatibility/2006">
              <mc:Choice xmlns:v="urn:schemas-microsoft-com:vml" Requires="v">
                <p:oleObj spid="_x0000_s67607" name="公式" r:id="rId9" imgW="1459866" imgH="939392" progId="Equation.3">
                  <p:embed/>
                </p:oleObj>
              </mc:Choice>
              <mc:Fallback>
                <p:oleObj name="公式" r:id="rId9" imgW="1459866" imgH="939392" progId="Equation.3">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356100" y="3429000"/>
                        <a:ext cx="3744913" cy="1770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7594" name="Text Box 10">
            <a:extLst>
              <a:ext uri="{FF2B5EF4-FFF2-40B4-BE49-F238E27FC236}">
                <a16:creationId xmlns:a16="http://schemas.microsoft.com/office/drawing/2014/main" id="{67037875-6888-4F46-8FF0-C1A4F2080BD0}"/>
              </a:ext>
            </a:extLst>
          </p:cNvPr>
          <p:cNvSpPr txBox="1">
            <a:spLocks noChangeArrowheads="1"/>
          </p:cNvSpPr>
          <p:nvPr/>
        </p:nvSpPr>
        <p:spPr bwMode="auto">
          <a:xfrm>
            <a:off x="323850" y="5734050"/>
            <a:ext cx="38877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solidFill>
                  <a:srgbClr val="FF0000"/>
                </a:solidFill>
              </a:rPr>
              <a:t>平衡点 </a:t>
            </a:r>
            <a:r>
              <a:rPr lang="en-US" altLang="zh-CN" sz="2800" b="1" i="1"/>
              <a:t>P</a:t>
            </a:r>
            <a:r>
              <a:rPr lang="en-US" altLang="zh-CN" sz="2800" b="1" baseline="-25000"/>
              <a:t>0</a:t>
            </a:r>
            <a:r>
              <a:rPr lang="zh-CN" altLang="en-US" sz="2800" b="1"/>
              <a:t>稳定</a:t>
            </a:r>
            <a:r>
              <a:rPr lang="en-US" altLang="zh-CN" sz="2800" b="1"/>
              <a:t>(</a:t>
            </a:r>
            <a:r>
              <a:rPr lang="zh-CN" altLang="en-US" sz="2800" b="1"/>
              <a:t>对</a:t>
            </a:r>
            <a:r>
              <a:rPr lang="en-US" altLang="zh-CN" sz="2800" b="1"/>
              <a:t>(2),(1))</a:t>
            </a:r>
          </a:p>
        </p:txBody>
      </p:sp>
      <p:sp>
        <p:nvSpPr>
          <p:cNvPr id="67600" name="Text Box 16">
            <a:extLst>
              <a:ext uri="{FF2B5EF4-FFF2-40B4-BE49-F238E27FC236}">
                <a16:creationId xmlns:a16="http://schemas.microsoft.com/office/drawing/2014/main" id="{ED82B068-15C7-4214-86E0-2E419CBE5E56}"/>
              </a:ext>
            </a:extLst>
          </p:cNvPr>
          <p:cNvSpPr txBox="1">
            <a:spLocks noChangeArrowheads="1"/>
          </p:cNvSpPr>
          <p:nvPr/>
        </p:nvSpPr>
        <p:spPr bwMode="auto">
          <a:xfrm>
            <a:off x="990600" y="5141913"/>
            <a:ext cx="2286000" cy="519112"/>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t>p </a:t>
            </a:r>
            <a:r>
              <a:rPr lang="en-US" altLang="zh-CN" sz="2800" b="1"/>
              <a:t>&gt; 0 </a:t>
            </a:r>
            <a:r>
              <a:rPr lang="zh-CN" altLang="en-US" sz="2800" b="1"/>
              <a:t>且 </a:t>
            </a:r>
            <a:r>
              <a:rPr lang="en-US" altLang="zh-CN" sz="2800" b="1" i="1"/>
              <a:t>q </a:t>
            </a:r>
            <a:r>
              <a:rPr lang="en-US" altLang="zh-CN" sz="2800" b="1"/>
              <a:t>&gt; 0</a:t>
            </a:r>
          </a:p>
        </p:txBody>
      </p:sp>
      <p:sp>
        <p:nvSpPr>
          <p:cNvPr id="67597" name="Text Box 13">
            <a:extLst>
              <a:ext uri="{FF2B5EF4-FFF2-40B4-BE49-F238E27FC236}">
                <a16:creationId xmlns:a16="http://schemas.microsoft.com/office/drawing/2014/main" id="{8193882D-671B-4C09-BC29-06671F8660F4}"/>
              </a:ext>
            </a:extLst>
          </p:cNvPr>
          <p:cNvSpPr txBox="1">
            <a:spLocks noChangeArrowheads="1"/>
          </p:cNvSpPr>
          <p:nvPr/>
        </p:nvSpPr>
        <p:spPr bwMode="auto">
          <a:xfrm>
            <a:off x="4572000" y="5734050"/>
            <a:ext cx="43211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solidFill>
                  <a:srgbClr val="FF0000"/>
                </a:solidFill>
              </a:rPr>
              <a:t>平衡点 </a:t>
            </a:r>
            <a:r>
              <a:rPr lang="en-US" altLang="zh-CN" sz="2800" b="1" i="1"/>
              <a:t>P</a:t>
            </a:r>
            <a:r>
              <a:rPr lang="en-US" altLang="zh-CN" sz="2800" b="1" baseline="-25000"/>
              <a:t>0</a:t>
            </a:r>
            <a:r>
              <a:rPr lang="zh-CN" altLang="en-US" sz="2800" b="1"/>
              <a:t>不稳定</a:t>
            </a:r>
            <a:r>
              <a:rPr lang="en-US" altLang="zh-CN" sz="2800" b="1"/>
              <a:t>(</a:t>
            </a:r>
            <a:r>
              <a:rPr lang="zh-CN" altLang="en-US" sz="2800" b="1"/>
              <a:t>对</a:t>
            </a:r>
            <a:r>
              <a:rPr lang="en-US" altLang="zh-CN" sz="2800" b="1"/>
              <a:t>(2),(1))</a:t>
            </a:r>
          </a:p>
        </p:txBody>
      </p:sp>
      <p:sp>
        <p:nvSpPr>
          <p:cNvPr id="67601" name="Text Box 17">
            <a:extLst>
              <a:ext uri="{FF2B5EF4-FFF2-40B4-BE49-F238E27FC236}">
                <a16:creationId xmlns:a16="http://schemas.microsoft.com/office/drawing/2014/main" id="{3B39C2EC-0609-47EB-89FB-5C5DC6723026}"/>
              </a:ext>
            </a:extLst>
          </p:cNvPr>
          <p:cNvSpPr txBox="1">
            <a:spLocks noChangeArrowheads="1"/>
          </p:cNvSpPr>
          <p:nvPr/>
        </p:nvSpPr>
        <p:spPr bwMode="auto">
          <a:xfrm>
            <a:off x="5486400" y="5157788"/>
            <a:ext cx="2286000" cy="519112"/>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t>p </a:t>
            </a:r>
            <a:r>
              <a:rPr lang="en-US" altLang="zh-CN" sz="2800" b="1"/>
              <a:t>&lt; 0 </a:t>
            </a:r>
            <a:r>
              <a:rPr lang="zh-CN" altLang="en-US" sz="2800" b="1"/>
              <a:t>或 </a:t>
            </a:r>
            <a:r>
              <a:rPr lang="en-US" altLang="zh-CN" sz="2800" b="1" i="1"/>
              <a:t>q </a:t>
            </a:r>
            <a:r>
              <a:rPr lang="en-US" altLang="zh-CN" sz="2800" b="1"/>
              <a:t>&lt; 0</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nodeType="clickEffect">
                                  <p:stCondLst>
                                    <p:cond delay="0"/>
                                  </p:stCondLst>
                                  <p:childTnLst>
                                    <p:set>
                                      <p:cBhvr>
                                        <p:cTn id="6" dur="1" fill="hold">
                                          <p:stCondLst>
                                            <p:cond delay="0"/>
                                          </p:stCondLst>
                                        </p:cTn>
                                        <p:tgtEl>
                                          <p:spTgt spid="67588"/>
                                        </p:tgtEl>
                                        <p:attrNameLst>
                                          <p:attrName>style.visibility</p:attrName>
                                        </p:attrNameLst>
                                      </p:cBhvr>
                                      <p:to>
                                        <p:strVal val="visible"/>
                                      </p:to>
                                    </p:set>
                                    <p:anim calcmode="lin" valueType="num">
                                      <p:cBhvr additive="base">
                                        <p:cTn id="7" dur="1000" fill="hold"/>
                                        <p:tgtEl>
                                          <p:spTgt spid="67588"/>
                                        </p:tgtEl>
                                        <p:attrNameLst>
                                          <p:attrName>ppt_x</p:attrName>
                                        </p:attrNameLst>
                                      </p:cBhvr>
                                      <p:tavLst>
                                        <p:tav tm="0">
                                          <p:val>
                                            <p:strVal val="#ppt_x"/>
                                          </p:val>
                                        </p:tav>
                                        <p:tav tm="100000">
                                          <p:val>
                                            <p:strVal val="#ppt_x"/>
                                          </p:val>
                                        </p:tav>
                                      </p:tavLst>
                                    </p:anim>
                                    <p:anim calcmode="lin" valueType="num">
                                      <p:cBhvr additive="base">
                                        <p:cTn id="8" dur="1000" fill="hold"/>
                                        <p:tgtEl>
                                          <p:spTgt spid="67588"/>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67587"/>
                                        </p:tgtEl>
                                        <p:attrNameLst>
                                          <p:attrName>style.visibility</p:attrName>
                                        </p:attrNameLst>
                                      </p:cBhvr>
                                      <p:to>
                                        <p:strVal val="visible"/>
                                      </p:to>
                                    </p:set>
                                    <p:animEffect transition="in" filter="box(in)">
                                      <p:cBhvr>
                                        <p:cTn id="13" dur="1000"/>
                                        <p:tgtEl>
                                          <p:spTgt spid="67587"/>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nodeType="clickEffect">
                                  <p:stCondLst>
                                    <p:cond delay="0"/>
                                  </p:stCondLst>
                                  <p:childTnLst>
                                    <p:set>
                                      <p:cBhvr>
                                        <p:cTn id="17" dur="1" fill="hold">
                                          <p:stCondLst>
                                            <p:cond delay="0"/>
                                          </p:stCondLst>
                                        </p:cTn>
                                        <p:tgtEl>
                                          <p:spTgt spid="67589"/>
                                        </p:tgtEl>
                                        <p:attrNameLst>
                                          <p:attrName>style.visibility</p:attrName>
                                        </p:attrNameLst>
                                      </p:cBhvr>
                                      <p:to>
                                        <p:strVal val="visible"/>
                                      </p:to>
                                    </p:set>
                                    <p:animEffect transition="in" filter="blinds(horizontal)">
                                      <p:cBhvr>
                                        <p:cTn id="18" dur="1000"/>
                                        <p:tgtEl>
                                          <p:spTgt spid="67589"/>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9" presetClass="entr" presetSubtype="0" fill="hold" nodeType="clickEffect">
                                  <p:stCondLst>
                                    <p:cond delay="0"/>
                                  </p:stCondLst>
                                  <p:childTnLst>
                                    <p:set>
                                      <p:cBhvr>
                                        <p:cTn id="22" dur="1" fill="hold">
                                          <p:stCondLst>
                                            <p:cond delay="0"/>
                                          </p:stCondLst>
                                        </p:cTn>
                                        <p:tgtEl>
                                          <p:spTgt spid="67590"/>
                                        </p:tgtEl>
                                        <p:attrNameLst>
                                          <p:attrName>style.visibility</p:attrName>
                                        </p:attrNameLst>
                                      </p:cBhvr>
                                      <p:to>
                                        <p:strVal val="visible"/>
                                      </p:to>
                                    </p:set>
                                    <p:animEffect transition="in" filter="dissolve">
                                      <p:cBhvr>
                                        <p:cTn id="23" dur="1000"/>
                                        <p:tgtEl>
                                          <p:spTgt spid="67590"/>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4" presetClass="entr" presetSubtype="16" fill="hold" nodeType="clickEffect">
                                  <p:stCondLst>
                                    <p:cond delay="0"/>
                                  </p:stCondLst>
                                  <p:childTnLst>
                                    <p:set>
                                      <p:cBhvr>
                                        <p:cTn id="27" dur="1" fill="hold">
                                          <p:stCondLst>
                                            <p:cond delay="0"/>
                                          </p:stCondLst>
                                        </p:cTn>
                                        <p:tgtEl>
                                          <p:spTgt spid="67591"/>
                                        </p:tgtEl>
                                        <p:attrNameLst>
                                          <p:attrName>style.visibility</p:attrName>
                                        </p:attrNameLst>
                                      </p:cBhvr>
                                      <p:to>
                                        <p:strVal val="visible"/>
                                      </p:to>
                                    </p:set>
                                    <p:animEffect transition="in" filter="box(in)">
                                      <p:cBhvr>
                                        <p:cTn id="28" dur="1000"/>
                                        <p:tgtEl>
                                          <p:spTgt spid="67591"/>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67600"/>
                                        </p:tgtEl>
                                        <p:attrNameLst>
                                          <p:attrName>style.visibility</p:attrName>
                                        </p:attrNameLst>
                                      </p:cBhvr>
                                      <p:to>
                                        <p:strVal val="visible"/>
                                      </p:to>
                                    </p:set>
                                    <p:animEffect transition="in" filter="blinds(horizontal)">
                                      <p:cBhvr>
                                        <p:cTn id="33" dur="1000"/>
                                        <p:tgtEl>
                                          <p:spTgt spid="67600"/>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67594"/>
                                        </p:tgtEl>
                                        <p:attrNameLst>
                                          <p:attrName>style.visibility</p:attrName>
                                        </p:attrNameLst>
                                      </p:cBhvr>
                                      <p:to>
                                        <p:strVal val="visible"/>
                                      </p:to>
                                    </p:set>
                                    <p:animEffect transition="in" filter="blinds(horizontal)">
                                      <p:cBhvr>
                                        <p:cTn id="38" dur="1000"/>
                                        <p:tgtEl>
                                          <p:spTgt spid="67594"/>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4" presetClass="entr" presetSubtype="16" fill="hold" grpId="0" nodeType="clickEffect">
                                  <p:stCondLst>
                                    <p:cond delay="0"/>
                                  </p:stCondLst>
                                  <p:childTnLst>
                                    <p:set>
                                      <p:cBhvr>
                                        <p:cTn id="42" dur="1" fill="hold">
                                          <p:stCondLst>
                                            <p:cond delay="0"/>
                                          </p:stCondLst>
                                        </p:cTn>
                                        <p:tgtEl>
                                          <p:spTgt spid="67601"/>
                                        </p:tgtEl>
                                        <p:attrNameLst>
                                          <p:attrName>style.visibility</p:attrName>
                                        </p:attrNameLst>
                                      </p:cBhvr>
                                      <p:to>
                                        <p:strVal val="visible"/>
                                      </p:to>
                                    </p:set>
                                    <p:animEffect transition="in" filter="box(in)">
                                      <p:cBhvr>
                                        <p:cTn id="43" dur="1000"/>
                                        <p:tgtEl>
                                          <p:spTgt spid="67601"/>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4" presetClass="entr" presetSubtype="16" fill="hold" grpId="0" nodeType="clickEffect">
                                  <p:stCondLst>
                                    <p:cond delay="0"/>
                                  </p:stCondLst>
                                  <p:childTnLst>
                                    <p:set>
                                      <p:cBhvr>
                                        <p:cTn id="47" dur="1" fill="hold">
                                          <p:stCondLst>
                                            <p:cond delay="0"/>
                                          </p:stCondLst>
                                        </p:cTn>
                                        <p:tgtEl>
                                          <p:spTgt spid="67597"/>
                                        </p:tgtEl>
                                        <p:attrNameLst>
                                          <p:attrName>style.visibility</p:attrName>
                                        </p:attrNameLst>
                                      </p:cBhvr>
                                      <p:to>
                                        <p:strVal val="visible"/>
                                      </p:to>
                                    </p:set>
                                    <p:animEffect transition="in" filter="box(in)">
                                      <p:cBhvr>
                                        <p:cTn id="48" dur="1000"/>
                                        <p:tgtEl>
                                          <p:spTgt spid="675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7" grpId="0" animBg="1" autoUpdateAnimBg="0"/>
      <p:bldP spid="67594" grpId="0"/>
      <p:bldP spid="67600" grpId="0" animBg="1"/>
      <p:bldP spid="67597" grpId="0"/>
      <p:bldP spid="67601" grpId="0" animBg="1"/>
    </p:bldLst>
  </p:timing>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68610" name="Object 2">
            <a:extLst>
              <a:ext uri="{FF2B5EF4-FFF2-40B4-BE49-F238E27FC236}">
                <a16:creationId xmlns:a16="http://schemas.microsoft.com/office/drawing/2014/main" id="{89BBECC7-63E4-4325-8BA1-DB9606B6ECA3}"/>
              </a:ext>
            </a:extLst>
          </p:cNvPr>
          <p:cNvGraphicFramePr>
            <a:graphicFrameLocks noChangeAspect="1"/>
          </p:cNvGraphicFramePr>
          <p:nvPr/>
        </p:nvGraphicFramePr>
        <p:xfrm>
          <a:off x="1619250" y="3933825"/>
          <a:ext cx="5562600" cy="550863"/>
        </p:xfrm>
        <a:graphic>
          <a:graphicData uri="http://schemas.openxmlformats.org/presentationml/2006/ole">
            <mc:AlternateContent xmlns:mc="http://schemas.openxmlformats.org/markup-compatibility/2006">
              <mc:Choice xmlns:v="urn:schemas-microsoft-com:vml" Requires="v">
                <p:oleObj spid="_x0000_s68628" name="Equation" r:id="rId3" imgW="1853396" imgH="215806" progId="Equation.3">
                  <p:embed/>
                </p:oleObj>
              </mc:Choice>
              <mc:Fallback>
                <p:oleObj name="Equation" r:id="rId3" imgW="1853396" imgH="215806"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9250" y="3933825"/>
                        <a:ext cx="5562600" cy="550863"/>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8611" name="Object 3">
            <a:extLst>
              <a:ext uri="{FF2B5EF4-FFF2-40B4-BE49-F238E27FC236}">
                <a16:creationId xmlns:a16="http://schemas.microsoft.com/office/drawing/2014/main" id="{8CD6E043-2C74-4F72-A1BB-B9A8E5B6F836}"/>
              </a:ext>
            </a:extLst>
          </p:cNvPr>
          <p:cNvGraphicFramePr>
            <a:graphicFrameLocks noChangeAspect="1"/>
          </p:cNvGraphicFramePr>
          <p:nvPr/>
        </p:nvGraphicFramePr>
        <p:xfrm>
          <a:off x="1371600" y="1524000"/>
          <a:ext cx="6096000" cy="2438400"/>
        </p:xfrm>
        <a:graphic>
          <a:graphicData uri="http://schemas.openxmlformats.org/presentationml/2006/ole">
            <mc:AlternateContent xmlns:mc="http://schemas.openxmlformats.org/markup-compatibility/2006">
              <mc:Choice xmlns:v="urn:schemas-microsoft-com:vml" Requires="v">
                <p:oleObj spid="_x0000_s68629" name="公式" r:id="rId5" imgW="2794000" imgH="1206500" progId="Equation.3">
                  <p:embed/>
                </p:oleObj>
              </mc:Choice>
              <mc:Fallback>
                <p:oleObj name="公式" r:id="rId5" imgW="2794000" imgH="12065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71600" y="1524000"/>
                        <a:ext cx="6096000" cy="2438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8">
            <a:extLst>
              <a:ext uri="{FF2B5EF4-FFF2-40B4-BE49-F238E27FC236}">
                <a16:creationId xmlns:a16="http://schemas.microsoft.com/office/drawing/2014/main" id="{1476FD31-4CA2-4567-BE0B-119021C9B4EE}"/>
              </a:ext>
            </a:extLst>
          </p:cNvPr>
          <p:cNvGrpSpPr>
            <a:grpSpLocks/>
          </p:cNvGrpSpPr>
          <p:nvPr/>
        </p:nvGrpSpPr>
        <p:grpSpPr bwMode="auto">
          <a:xfrm>
            <a:off x="1524000" y="457200"/>
            <a:ext cx="6934200" cy="1143000"/>
            <a:chOff x="960" y="96"/>
            <a:chExt cx="4368" cy="720"/>
          </a:xfrm>
        </p:grpSpPr>
        <p:graphicFrame>
          <p:nvGraphicFramePr>
            <p:cNvPr id="68613" name="Object 4">
              <a:extLst>
                <a:ext uri="{FF2B5EF4-FFF2-40B4-BE49-F238E27FC236}">
                  <a16:creationId xmlns:a16="http://schemas.microsoft.com/office/drawing/2014/main" id="{3D3B4181-1798-4024-B05A-3846C57DF99D}"/>
                </a:ext>
              </a:extLst>
            </p:cNvPr>
            <p:cNvGraphicFramePr>
              <a:graphicFrameLocks noChangeAspect="1"/>
            </p:cNvGraphicFramePr>
            <p:nvPr/>
          </p:nvGraphicFramePr>
          <p:xfrm>
            <a:off x="960" y="96"/>
            <a:ext cx="2208" cy="708"/>
          </p:xfrm>
          <a:graphic>
            <a:graphicData uri="http://schemas.openxmlformats.org/presentationml/2006/ole">
              <mc:AlternateContent xmlns:mc="http://schemas.openxmlformats.org/markup-compatibility/2006">
                <mc:Choice xmlns:v="urn:schemas-microsoft-com:vml" Requires="v">
                  <p:oleObj spid="_x0000_s68630" name="公式" r:id="rId7" imgW="2070100" imgH="571500" progId="Equation.3">
                    <p:embed/>
                  </p:oleObj>
                </mc:Choice>
                <mc:Fallback>
                  <p:oleObj name="公式" r:id="rId7" imgW="2070100" imgH="5715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60" y="96"/>
                          <a:ext cx="2208" cy="708"/>
                        </a:xfrm>
                        <a:prstGeom prst="rect">
                          <a:avLst/>
                        </a:prstGeom>
                        <a:solidFill>
                          <a:srgbClr val="FF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 name="Object 5">
              <a:extLst>
                <a:ext uri="{FF2B5EF4-FFF2-40B4-BE49-F238E27FC236}">
                  <a16:creationId xmlns:a16="http://schemas.microsoft.com/office/drawing/2014/main" id="{A47353ED-2C50-4E59-BFBD-FF8404B02293}"/>
                </a:ext>
              </a:extLst>
            </p:cNvPr>
            <p:cNvGraphicFramePr>
              <a:graphicFrameLocks noChangeAspect="1"/>
            </p:cNvGraphicFramePr>
            <p:nvPr/>
          </p:nvGraphicFramePr>
          <p:xfrm>
            <a:off x="3360" y="144"/>
            <a:ext cx="1968" cy="672"/>
          </p:xfrm>
          <a:graphic>
            <a:graphicData uri="http://schemas.openxmlformats.org/presentationml/2006/ole">
              <mc:AlternateContent xmlns:mc="http://schemas.openxmlformats.org/markup-compatibility/2006">
                <mc:Choice xmlns:v="urn:schemas-microsoft-com:vml" Requires="v">
                  <p:oleObj spid="_x0000_s68631" name="公式" r:id="rId9" imgW="2133600" imgH="571500" progId="Equation.3">
                    <p:embed/>
                  </p:oleObj>
                </mc:Choice>
                <mc:Fallback>
                  <p:oleObj name="公式" r:id="rId9" imgW="2133600" imgH="571500"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60" y="144"/>
                          <a:ext cx="1968" cy="672"/>
                        </a:xfrm>
                        <a:prstGeom prst="rect">
                          <a:avLst/>
                        </a:prstGeom>
                        <a:solidFill>
                          <a:srgbClr val="FF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68614" name="Text Box 6">
            <a:extLst>
              <a:ext uri="{FF2B5EF4-FFF2-40B4-BE49-F238E27FC236}">
                <a16:creationId xmlns:a16="http://schemas.microsoft.com/office/drawing/2014/main" id="{EB1FF81F-5C92-4354-9722-7AF5B5DB3287}"/>
              </a:ext>
            </a:extLst>
          </p:cNvPr>
          <p:cNvSpPr txBox="1">
            <a:spLocks noChangeArrowheads="1"/>
          </p:cNvSpPr>
          <p:nvPr/>
        </p:nvSpPr>
        <p:spPr bwMode="auto">
          <a:xfrm>
            <a:off x="1143000" y="5867400"/>
            <a:ext cx="6705600" cy="519113"/>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仅当</a:t>
            </a:r>
            <a:r>
              <a:rPr lang="zh-CN" altLang="en-US" sz="2800" b="1" i="1">
                <a:sym typeface="Symbol" panose="05050102010706020507" pitchFamily="18" charset="2"/>
              </a:rPr>
              <a:t></a:t>
            </a:r>
            <a:r>
              <a:rPr lang="en-US" altLang="zh-CN" sz="2800" b="1" baseline="-25000">
                <a:sym typeface="Symbol" panose="05050102010706020507" pitchFamily="18" charset="2"/>
              </a:rPr>
              <a:t>1</a:t>
            </a:r>
            <a:r>
              <a:rPr lang="en-US" altLang="zh-CN" sz="2800" b="1">
                <a:sym typeface="Symbol" panose="05050102010706020507" pitchFamily="18" charset="2"/>
              </a:rPr>
              <a:t>, </a:t>
            </a:r>
            <a:r>
              <a:rPr lang="en-US" altLang="zh-CN" sz="2800" b="1" i="1">
                <a:sym typeface="Symbol" panose="05050102010706020507" pitchFamily="18" charset="2"/>
              </a:rPr>
              <a:t></a:t>
            </a:r>
            <a:r>
              <a:rPr lang="en-US" altLang="zh-CN" sz="2800" b="1" baseline="-25000">
                <a:sym typeface="Symbol" panose="05050102010706020507" pitchFamily="18" charset="2"/>
              </a:rPr>
              <a:t>2 </a:t>
            </a:r>
            <a:r>
              <a:rPr lang="en-US" altLang="zh-CN" sz="2800" b="1">
                <a:sym typeface="Symbol" panose="05050102010706020507" pitchFamily="18" charset="2"/>
              </a:rPr>
              <a:t>&lt; 1</a:t>
            </a:r>
            <a:r>
              <a:rPr lang="zh-CN" altLang="en-US" sz="2800" b="1"/>
              <a:t>或</a:t>
            </a:r>
            <a:r>
              <a:rPr lang="zh-CN" altLang="en-US" sz="2800" b="1" i="1">
                <a:sym typeface="Symbol" panose="05050102010706020507" pitchFamily="18" charset="2"/>
              </a:rPr>
              <a:t></a:t>
            </a:r>
            <a:r>
              <a:rPr lang="en-US" altLang="zh-CN" sz="2800" b="1" baseline="-25000">
                <a:sym typeface="Symbol" panose="05050102010706020507" pitchFamily="18" charset="2"/>
              </a:rPr>
              <a:t>1</a:t>
            </a:r>
            <a:r>
              <a:rPr lang="en-US" altLang="zh-CN" sz="2800" b="1">
                <a:sym typeface="Symbol" panose="05050102010706020507" pitchFamily="18" charset="2"/>
              </a:rPr>
              <a:t>, </a:t>
            </a:r>
            <a:r>
              <a:rPr lang="en-US" altLang="zh-CN" sz="2800" b="1" i="1">
                <a:sym typeface="Symbol" panose="05050102010706020507" pitchFamily="18" charset="2"/>
              </a:rPr>
              <a:t></a:t>
            </a:r>
            <a:r>
              <a:rPr lang="en-US" altLang="zh-CN" sz="2800" b="1" baseline="-25000">
                <a:sym typeface="Symbol" panose="05050102010706020507" pitchFamily="18" charset="2"/>
              </a:rPr>
              <a:t>2 </a:t>
            </a:r>
            <a:r>
              <a:rPr lang="en-US" altLang="zh-CN" sz="2800" b="1">
                <a:sym typeface="Symbol" panose="05050102010706020507" pitchFamily="18" charset="2"/>
              </a:rPr>
              <a:t>&gt; 1</a:t>
            </a:r>
            <a:r>
              <a:rPr lang="zh-CN" altLang="en-US" sz="2800" b="1"/>
              <a:t>时，</a:t>
            </a:r>
            <a:r>
              <a:rPr lang="en-US" altLang="zh-CN" sz="2800" b="1" i="1"/>
              <a:t>P</a:t>
            </a:r>
            <a:r>
              <a:rPr lang="en-US" altLang="zh-CN" sz="2800" b="1" baseline="-25000"/>
              <a:t>3</a:t>
            </a:r>
            <a:r>
              <a:rPr lang="zh-CN" altLang="en-US" sz="2800" b="1"/>
              <a:t>才有意义</a:t>
            </a:r>
            <a:r>
              <a:rPr lang="en-US" altLang="zh-CN" sz="2800" b="1"/>
              <a:t>.</a:t>
            </a:r>
          </a:p>
        </p:txBody>
      </p:sp>
      <p:sp>
        <p:nvSpPr>
          <p:cNvPr id="68616" name="Text Box 7">
            <a:extLst>
              <a:ext uri="{FF2B5EF4-FFF2-40B4-BE49-F238E27FC236}">
                <a16:creationId xmlns:a16="http://schemas.microsoft.com/office/drawing/2014/main" id="{B1080184-B656-4AEC-B1AA-FCA45C8C1FCC}"/>
              </a:ext>
            </a:extLst>
          </p:cNvPr>
          <p:cNvSpPr txBox="1">
            <a:spLocks noChangeArrowheads="1"/>
          </p:cNvSpPr>
          <p:nvPr/>
        </p:nvSpPr>
        <p:spPr bwMode="auto">
          <a:xfrm>
            <a:off x="304800" y="457200"/>
            <a:ext cx="1066800" cy="579438"/>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ea typeface="楷体_GB2312" pitchFamily="49" charset="-122"/>
              </a:rPr>
              <a:t>模型</a:t>
            </a:r>
          </a:p>
        </p:txBody>
      </p:sp>
      <p:graphicFrame>
        <p:nvGraphicFramePr>
          <p:cNvPr id="68617" name="Object 9">
            <a:extLst>
              <a:ext uri="{FF2B5EF4-FFF2-40B4-BE49-F238E27FC236}">
                <a16:creationId xmlns:a16="http://schemas.microsoft.com/office/drawing/2014/main" id="{3A2AB8A1-9BA2-43AD-93FF-32B7AC160409}"/>
              </a:ext>
            </a:extLst>
          </p:cNvPr>
          <p:cNvGraphicFramePr>
            <a:graphicFrameLocks noChangeAspect="1"/>
          </p:cNvGraphicFramePr>
          <p:nvPr/>
        </p:nvGraphicFramePr>
        <p:xfrm>
          <a:off x="1600200" y="4572000"/>
          <a:ext cx="5638800" cy="1123950"/>
        </p:xfrm>
        <a:graphic>
          <a:graphicData uri="http://schemas.openxmlformats.org/presentationml/2006/ole">
            <mc:AlternateContent xmlns:mc="http://schemas.openxmlformats.org/markup-compatibility/2006">
              <mc:Choice xmlns:v="urn:schemas-microsoft-com:vml" Requires="v">
                <p:oleObj spid="_x0000_s68632" name="Equation" r:id="rId11" imgW="2171700" imgH="482600" progId="Equation.3">
                  <p:embed/>
                </p:oleObj>
              </mc:Choice>
              <mc:Fallback>
                <p:oleObj name="Equation" r:id="rId11" imgW="2171700" imgH="482600" progId="Equation.3">
                  <p:embed/>
                  <p:pic>
                    <p:nvPicPr>
                      <p:cNvPr id="0" name="Object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600200" y="4572000"/>
                        <a:ext cx="5638800" cy="1123950"/>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3" presetClass="entr" presetSubtype="10" fill="hold" nodeType="clickEffect">
                                  <p:stCondLst>
                                    <p:cond delay="0"/>
                                  </p:stCondLst>
                                  <p:childTnLst>
                                    <p:set>
                                      <p:cBhvr>
                                        <p:cTn id="10" dur="1" fill="hold">
                                          <p:stCondLst>
                                            <p:cond delay="0"/>
                                          </p:stCondLst>
                                        </p:cTn>
                                        <p:tgtEl>
                                          <p:spTgt spid="68611"/>
                                        </p:tgtEl>
                                        <p:attrNameLst>
                                          <p:attrName>style.visibility</p:attrName>
                                        </p:attrNameLst>
                                      </p:cBhvr>
                                      <p:to>
                                        <p:strVal val="visible"/>
                                      </p:to>
                                    </p:set>
                                    <p:animEffect transition="in" filter="blinds(horizontal)">
                                      <p:cBhvr>
                                        <p:cTn id="11" dur="1000"/>
                                        <p:tgtEl>
                                          <p:spTgt spid="68611"/>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4" presetClass="entr" presetSubtype="32" fill="hold" nodeType="clickEffect">
                                  <p:stCondLst>
                                    <p:cond delay="0"/>
                                  </p:stCondLst>
                                  <p:childTnLst>
                                    <p:set>
                                      <p:cBhvr>
                                        <p:cTn id="15" dur="1" fill="hold">
                                          <p:stCondLst>
                                            <p:cond delay="0"/>
                                          </p:stCondLst>
                                        </p:cTn>
                                        <p:tgtEl>
                                          <p:spTgt spid="68610"/>
                                        </p:tgtEl>
                                        <p:attrNameLst>
                                          <p:attrName>style.visibility</p:attrName>
                                        </p:attrNameLst>
                                      </p:cBhvr>
                                      <p:to>
                                        <p:strVal val="visible"/>
                                      </p:to>
                                    </p:set>
                                    <p:animEffect transition="in" filter="box(out)">
                                      <p:cBhvr>
                                        <p:cTn id="16" dur="1000"/>
                                        <p:tgtEl>
                                          <p:spTgt spid="68610"/>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4" presetClass="entr" presetSubtype="32" fill="hold" nodeType="clickEffect">
                                  <p:stCondLst>
                                    <p:cond delay="0"/>
                                  </p:stCondLst>
                                  <p:childTnLst>
                                    <p:set>
                                      <p:cBhvr>
                                        <p:cTn id="20" dur="1" fill="hold">
                                          <p:stCondLst>
                                            <p:cond delay="0"/>
                                          </p:stCondLst>
                                        </p:cTn>
                                        <p:tgtEl>
                                          <p:spTgt spid="68617"/>
                                        </p:tgtEl>
                                        <p:attrNameLst>
                                          <p:attrName>style.visibility</p:attrName>
                                        </p:attrNameLst>
                                      </p:cBhvr>
                                      <p:to>
                                        <p:strVal val="visible"/>
                                      </p:to>
                                    </p:set>
                                    <p:animEffect transition="in" filter="box(out)">
                                      <p:cBhvr>
                                        <p:cTn id="21" dur="1000"/>
                                        <p:tgtEl>
                                          <p:spTgt spid="68617"/>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68614"/>
                                        </p:tgtEl>
                                        <p:attrNameLst>
                                          <p:attrName>style.visibility</p:attrName>
                                        </p:attrNameLst>
                                      </p:cBhvr>
                                      <p:to>
                                        <p:strVal val="visible"/>
                                      </p:to>
                                    </p:set>
                                    <p:animEffect transition="in" filter="wipe(left)">
                                      <p:cBhvr>
                                        <p:cTn id="26" dur="1000"/>
                                        <p:tgtEl>
                                          <p:spTgt spid="686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4" grpId="0" animBg="1" autoUpdateAnimBg="0"/>
    </p:bldLst>
  </p:timing>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69634" name="Object 2">
            <a:extLst>
              <a:ext uri="{FF2B5EF4-FFF2-40B4-BE49-F238E27FC236}">
                <a16:creationId xmlns:a16="http://schemas.microsoft.com/office/drawing/2014/main" id="{66DB7BA8-849B-49E2-B583-847EF0576A86}"/>
              </a:ext>
            </a:extLst>
          </p:cNvPr>
          <p:cNvGraphicFramePr>
            <a:graphicFrameLocks noChangeAspect="1"/>
          </p:cNvGraphicFramePr>
          <p:nvPr/>
        </p:nvGraphicFramePr>
        <p:xfrm>
          <a:off x="319088" y="2562225"/>
          <a:ext cx="8429625" cy="2201863"/>
        </p:xfrm>
        <a:graphic>
          <a:graphicData uri="http://schemas.openxmlformats.org/presentationml/2006/ole">
            <mc:AlternateContent xmlns:mc="http://schemas.openxmlformats.org/markup-compatibility/2006">
              <mc:Choice xmlns:v="urn:schemas-microsoft-com:vml" Requires="v">
                <p:oleObj spid="_x0000_s69645" name="公式" r:id="rId3" imgW="3632200" imgH="990600" progId="Equation.3">
                  <p:embed/>
                </p:oleObj>
              </mc:Choice>
              <mc:Fallback>
                <p:oleObj name="公式" r:id="rId3" imgW="3632200" imgH="9906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9088" y="2562225"/>
                        <a:ext cx="8429625" cy="2201863"/>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9635" name="Text Box 3">
            <a:extLst>
              <a:ext uri="{FF2B5EF4-FFF2-40B4-BE49-F238E27FC236}">
                <a16:creationId xmlns:a16="http://schemas.microsoft.com/office/drawing/2014/main" id="{3C1DD5EA-7409-4B0D-98A2-2863385954E1}"/>
              </a:ext>
            </a:extLst>
          </p:cNvPr>
          <p:cNvSpPr txBox="1">
            <a:spLocks noChangeArrowheads="1"/>
          </p:cNvSpPr>
          <p:nvPr/>
        </p:nvSpPr>
        <p:spPr bwMode="auto">
          <a:xfrm>
            <a:off x="609600" y="685800"/>
            <a:ext cx="1905000" cy="106680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ea typeface="楷体_GB2312" pitchFamily="49" charset="-122"/>
              </a:rPr>
              <a:t>平衡点稳定性分析</a:t>
            </a:r>
          </a:p>
        </p:txBody>
      </p:sp>
      <p:graphicFrame>
        <p:nvGraphicFramePr>
          <p:cNvPr id="69639" name="Object 7">
            <a:extLst>
              <a:ext uri="{FF2B5EF4-FFF2-40B4-BE49-F238E27FC236}">
                <a16:creationId xmlns:a16="http://schemas.microsoft.com/office/drawing/2014/main" id="{6B8F8553-B47C-45FC-AFB3-D105C6526351}"/>
              </a:ext>
            </a:extLst>
          </p:cNvPr>
          <p:cNvGraphicFramePr>
            <a:graphicFrameLocks noChangeAspect="1"/>
          </p:cNvGraphicFramePr>
          <p:nvPr/>
        </p:nvGraphicFramePr>
        <p:xfrm>
          <a:off x="1022350" y="4868863"/>
          <a:ext cx="7345363" cy="803275"/>
        </p:xfrm>
        <a:graphic>
          <a:graphicData uri="http://schemas.openxmlformats.org/presentationml/2006/ole">
            <mc:AlternateContent xmlns:mc="http://schemas.openxmlformats.org/markup-compatibility/2006">
              <mc:Choice xmlns:v="urn:schemas-microsoft-com:vml" Requires="v">
                <p:oleObj spid="_x0000_s69646" name="公式" r:id="rId5" imgW="2565400" imgH="330200" progId="Equation.3">
                  <p:embed/>
                </p:oleObj>
              </mc:Choice>
              <mc:Fallback>
                <p:oleObj name="公式" r:id="rId5" imgW="2565400" imgH="33020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22350" y="4868863"/>
                        <a:ext cx="7345363" cy="803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9640" name="Object 8">
            <a:extLst>
              <a:ext uri="{FF2B5EF4-FFF2-40B4-BE49-F238E27FC236}">
                <a16:creationId xmlns:a16="http://schemas.microsoft.com/office/drawing/2014/main" id="{24CF360E-3777-41EF-B349-1DFAAE8A68F5}"/>
              </a:ext>
            </a:extLst>
          </p:cNvPr>
          <p:cNvGraphicFramePr>
            <a:graphicFrameLocks noChangeAspect="1"/>
          </p:cNvGraphicFramePr>
          <p:nvPr/>
        </p:nvGraphicFramePr>
        <p:xfrm>
          <a:off x="3276600" y="577850"/>
          <a:ext cx="4800600" cy="1936750"/>
        </p:xfrm>
        <a:graphic>
          <a:graphicData uri="http://schemas.openxmlformats.org/presentationml/2006/ole">
            <mc:AlternateContent xmlns:mc="http://schemas.openxmlformats.org/markup-compatibility/2006">
              <mc:Choice xmlns:v="urn:schemas-microsoft-com:vml" Requires="v">
                <p:oleObj spid="_x0000_s69647" name="公式" r:id="rId7" imgW="2057400" imgH="990360" progId="Equation.3">
                  <p:embed/>
                </p:oleObj>
              </mc:Choice>
              <mc:Fallback>
                <p:oleObj name="公式" r:id="rId7" imgW="2057400" imgH="990360"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76600" y="577850"/>
                        <a:ext cx="4800600" cy="1936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9643" name="Text Box 11">
            <a:extLst>
              <a:ext uri="{FF2B5EF4-FFF2-40B4-BE49-F238E27FC236}">
                <a16:creationId xmlns:a16="http://schemas.microsoft.com/office/drawing/2014/main" id="{CF43AC08-4406-44D6-A8BC-B5C4C9C0B924}"/>
              </a:ext>
            </a:extLst>
          </p:cNvPr>
          <p:cNvSpPr txBox="1">
            <a:spLocks noChangeArrowheads="1"/>
          </p:cNvSpPr>
          <p:nvPr/>
        </p:nvSpPr>
        <p:spPr bwMode="auto">
          <a:xfrm>
            <a:off x="1371600" y="5805488"/>
            <a:ext cx="5715000" cy="519112"/>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solidFill>
                  <a:srgbClr val="FF0000"/>
                </a:solidFill>
              </a:rPr>
              <a:t>平衡点 </a:t>
            </a:r>
            <a:r>
              <a:rPr lang="en-US" altLang="zh-CN" sz="2800" b="1" i="1"/>
              <a:t>P</a:t>
            </a:r>
            <a:r>
              <a:rPr lang="en-US" altLang="zh-CN" sz="2800" b="1" i="1" baseline="-25000"/>
              <a:t>i </a:t>
            </a:r>
            <a:r>
              <a:rPr lang="zh-CN" altLang="en-US" sz="2800" b="1"/>
              <a:t>稳定条件： </a:t>
            </a:r>
            <a:r>
              <a:rPr lang="en-US" altLang="zh-CN" sz="2800" b="1" i="1"/>
              <a:t>p </a:t>
            </a:r>
            <a:r>
              <a:rPr lang="en-US" altLang="zh-CN" sz="2800" b="1"/>
              <a:t>&gt; 0 </a:t>
            </a:r>
            <a:r>
              <a:rPr lang="zh-CN" altLang="en-US" sz="2800" b="1"/>
              <a:t>且 </a:t>
            </a:r>
            <a:r>
              <a:rPr lang="en-US" altLang="zh-CN" sz="2800" b="1" i="1"/>
              <a:t>q </a:t>
            </a:r>
            <a:r>
              <a:rPr lang="en-US" altLang="zh-CN" sz="2800" b="1"/>
              <a:t>&gt; 0</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9640"/>
                                        </p:tgtEl>
                                        <p:attrNameLst>
                                          <p:attrName>style.visibility</p:attrName>
                                        </p:attrNameLst>
                                      </p:cBhvr>
                                      <p:to>
                                        <p:strVal val="visible"/>
                                      </p:to>
                                    </p:set>
                                    <p:animEffect transition="in" filter="blinds(horizontal)">
                                      <p:cBhvr>
                                        <p:cTn id="7" dur="1000"/>
                                        <p:tgtEl>
                                          <p:spTgt spid="6964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nodeType="clickEffect">
                                  <p:stCondLst>
                                    <p:cond delay="0"/>
                                  </p:stCondLst>
                                  <p:childTnLst>
                                    <p:set>
                                      <p:cBhvr>
                                        <p:cTn id="11" dur="1" fill="hold">
                                          <p:stCondLst>
                                            <p:cond delay="0"/>
                                          </p:stCondLst>
                                        </p:cTn>
                                        <p:tgtEl>
                                          <p:spTgt spid="69634"/>
                                        </p:tgtEl>
                                        <p:attrNameLst>
                                          <p:attrName>style.visibility</p:attrName>
                                        </p:attrNameLst>
                                      </p:cBhvr>
                                      <p:to>
                                        <p:strVal val="visible"/>
                                      </p:to>
                                    </p:set>
                                    <p:animEffect transition="in" filter="box(out)">
                                      <p:cBhvr>
                                        <p:cTn id="12" dur="1000"/>
                                        <p:tgtEl>
                                          <p:spTgt spid="6963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nodeType="clickEffect">
                                  <p:stCondLst>
                                    <p:cond delay="0"/>
                                  </p:stCondLst>
                                  <p:childTnLst>
                                    <p:set>
                                      <p:cBhvr>
                                        <p:cTn id="16" dur="1" fill="hold">
                                          <p:stCondLst>
                                            <p:cond delay="0"/>
                                          </p:stCondLst>
                                        </p:cTn>
                                        <p:tgtEl>
                                          <p:spTgt spid="69639"/>
                                        </p:tgtEl>
                                        <p:attrNameLst>
                                          <p:attrName>style.visibility</p:attrName>
                                        </p:attrNameLst>
                                      </p:cBhvr>
                                      <p:to>
                                        <p:strVal val="visible"/>
                                      </p:to>
                                    </p:set>
                                    <p:animEffect transition="in" filter="box(out)">
                                      <p:cBhvr>
                                        <p:cTn id="17" dur="1000"/>
                                        <p:tgtEl>
                                          <p:spTgt spid="6963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69643"/>
                                        </p:tgtEl>
                                        <p:attrNameLst>
                                          <p:attrName>style.visibility</p:attrName>
                                        </p:attrNameLst>
                                      </p:cBhvr>
                                      <p:to>
                                        <p:strVal val="visible"/>
                                      </p:to>
                                    </p:set>
                                    <p:animEffect transition="in" filter="dissolve">
                                      <p:cBhvr>
                                        <p:cTn id="22" dur="1000"/>
                                        <p:tgtEl>
                                          <p:spTgt spid="696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43" grpId="0" animBg="1" autoUpdateAnimBg="0"/>
    </p:bldLst>
  </p:timing>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0658" name="Text Box 3">
            <a:extLst>
              <a:ext uri="{FF2B5EF4-FFF2-40B4-BE49-F238E27FC236}">
                <a16:creationId xmlns:a16="http://schemas.microsoft.com/office/drawing/2014/main" id="{0E42FDFE-862E-4014-8831-01436E382FB8}"/>
              </a:ext>
            </a:extLst>
          </p:cNvPr>
          <p:cNvSpPr txBox="1">
            <a:spLocks noChangeArrowheads="1"/>
          </p:cNvSpPr>
          <p:nvPr/>
        </p:nvSpPr>
        <p:spPr bwMode="auto">
          <a:xfrm>
            <a:off x="1241425" y="350838"/>
            <a:ext cx="5526088" cy="519112"/>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b="1">
                <a:ea typeface="楷体_GB2312" pitchFamily="49" charset="-122"/>
              </a:rPr>
              <a:t>种群竞争模型的平衡点及稳定性</a:t>
            </a:r>
          </a:p>
        </p:txBody>
      </p:sp>
      <p:sp>
        <p:nvSpPr>
          <p:cNvPr id="70671" name="Text Box 15">
            <a:extLst>
              <a:ext uri="{FF2B5EF4-FFF2-40B4-BE49-F238E27FC236}">
                <a16:creationId xmlns:a16="http://schemas.microsoft.com/office/drawing/2014/main" id="{7A54A648-2B6E-41C2-8ADD-EE297E3999F8}"/>
              </a:ext>
            </a:extLst>
          </p:cNvPr>
          <p:cNvSpPr txBox="1">
            <a:spLocks noChangeArrowheads="1"/>
          </p:cNvSpPr>
          <p:nvPr/>
        </p:nvSpPr>
        <p:spPr bwMode="auto">
          <a:xfrm>
            <a:off x="7566025" y="4649788"/>
            <a:ext cx="1219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a:t>不稳定</a:t>
            </a:r>
          </a:p>
        </p:txBody>
      </p:sp>
      <p:sp>
        <p:nvSpPr>
          <p:cNvPr id="70660" name="Line 6">
            <a:extLst>
              <a:ext uri="{FF2B5EF4-FFF2-40B4-BE49-F238E27FC236}">
                <a16:creationId xmlns:a16="http://schemas.microsoft.com/office/drawing/2014/main" id="{3764A97E-8D8B-4785-A9F0-66D69C4F23D4}"/>
              </a:ext>
            </a:extLst>
          </p:cNvPr>
          <p:cNvSpPr>
            <a:spLocks noChangeShapeType="1"/>
          </p:cNvSpPr>
          <p:nvPr/>
        </p:nvSpPr>
        <p:spPr bwMode="auto">
          <a:xfrm>
            <a:off x="87313" y="1749425"/>
            <a:ext cx="87058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661" name="Line 7">
            <a:extLst>
              <a:ext uri="{FF2B5EF4-FFF2-40B4-BE49-F238E27FC236}">
                <a16:creationId xmlns:a16="http://schemas.microsoft.com/office/drawing/2014/main" id="{26F5AD4C-A425-4F00-AE79-FA5A90DE7366}"/>
              </a:ext>
            </a:extLst>
          </p:cNvPr>
          <p:cNvSpPr>
            <a:spLocks noChangeShapeType="1"/>
          </p:cNvSpPr>
          <p:nvPr/>
        </p:nvSpPr>
        <p:spPr bwMode="auto">
          <a:xfrm>
            <a:off x="87313" y="2446338"/>
            <a:ext cx="87058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662" name="Line 8">
            <a:extLst>
              <a:ext uri="{FF2B5EF4-FFF2-40B4-BE49-F238E27FC236}">
                <a16:creationId xmlns:a16="http://schemas.microsoft.com/office/drawing/2014/main" id="{108A4EEC-4B85-4B57-B409-18CCDD4B0612}"/>
              </a:ext>
            </a:extLst>
          </p:cNvPr>
          <p:cNvSpPr>
            <a:spLocks noChangeShapeType="1"/>
          </p:cNvSpPr>
          <p:nvPr/>
        </p:nvSpPr>
        <p:spPr bwMode="auto">
          <a:xfrm>
            <a:off x="87313" y="3141663"/>
            <a:ext cx="87058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663" name="Line 4">
            <a:extLst>
              <a:ext uri="{FF2B5EF4-FFF2-40B4-BE49-F238E27FC236}">
                <a16:creationId xmlns:a16="http://schemas.microsoft.com/office/drawing/2014/main" id="{51A8F56F-946D-4C29-818D-02EAA1735A91}"/>
              </a:ext>
            </a:extLst>
          </p:cNvPr>
          <p:cNvSpPr>
            <a:spLocks noChangeShapeType="1"/>
          </p:cNvSpPr>
          <p:nvPr/>
        </p:nvSpPr>
        <p:spPr bwMode="auto">
          <a:xfrm>
            <a:off x="87313" y="1052513"/>
            <a:ext cx="8620125"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664" name="Line 5">
            <a:extLst>
              <a:ext uri="{FF2B5EF4-FFF2-40B4-BE49-F238E27FC236}">
                <a16:creationId xmlns:a16="http://schemas.microsoft.com/office/drawing/2014/main" id="{04CE862B-DE04-4C38-B44B-D9E7D46702CE}"/>
              </a:ext>
            </a:extLst>
          </p:cNvPr>
          <p:cNvSpPr>
            <a:spLocks noChangeShapeType="1"/>
          </p:cNvSpPr>
          <p:nvPr/>
        </p:nvSpPr>
        <p:spPr bwMode="auto">
          <a:xfrm>
            <a:off x="87313" y="5232400"/>
            <a:ext cx="8620125"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665" name="Line 9">
            <a:extLst>
              <a:ext uri="{FF2B5EF4-FFF2-40B4-BE49-F238E27FC236}">
                <a16:creationId xmlns:a16="http://schemas.microsoft.com/office/drawing/2014/main" id="{D56AA309-B632-4E16-8DAD-E535F5180DD8}"/>
              </a:ext>
            </a:extLst>
          </p:cNvPr>
          <p:cNvSpPr>
            <a:spLocks noChangeShapeType="1"/>
          </p:cNvSpPr>
          <p:nvPr/>
        </p:nvSpPr>
        <p:spPr bwMode="auto">
          <a:xfrm>
            <a:off x="0" y="4535488"/>
            <a:ext cx="870743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2" name="Group 75">
            <a:extLst>
              <a:ext uri="{FF2B5EF4-FFF2-40B4-BE49-F238E27FC236}">
                <a16:creationId xmlns:a16="http://schemas.microsoft.com/office/drawing/2014/main" id="{C64D22EE-AE42-4886-BF0D-CFA16A336F05}"/>
              </a:ext>
            </a:extLst>
          </p:cNvPr>
          <p:cNvGrpSpPr>
            <a:grpSpLocks/>
          </p:cNvGrpSpPr>
          <p:nvPr/>
        </p:nvGrpSpPr>
        <p:grpSpPr bwMode="auto">
          <a:xfrm>
            <a:off x="73025" y="1052513"/>
            <a:ext cx="7261225" cy="4179887"/>
            <a:chOff x="46" y="663"/>
            <a:chExt cx="4574" cy="2633"/>
          </a:xfrm>
        </p:grpSpPr>
        <p:sp>
          <p:nvSpPr>
            <p:cNvPr id="70667" name="Line 10">
              <a:extLst>
                <a:ext uri="{FF2B5EF4-FFF2-40B4-BE49-F238E27FC236}">
                  <a16:creationId xmlns:a16="http://schemas.microsoft.com/office/drawing/2014/main" id="{46549F12-FC63-4E80-B48F-76868A2624A7}"/>
                </a:ext>
              </a:extLst>
            </p:cNvPr>
            <p:cNvSpPr>
              <a:spLocks noChangeShapeType="1"/>
            </p:cNvSpPr>
            <p:nvPr/>
          </p:nvSpPr>
          <p:spPr bwMode="auto">
            <a:xfrm>
              <a:off x="1864" y="663"/>
              <a:ext cx="0" cy="263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668" name="Line 11">
              <a:extLst>
                <a:ext uri="{FF2B5EF4-FFF2-40B4-BE49-F238E27FC236}">
                  <a16:creationId xmlns:a16="http://schemas.microsoft.com/office/drawing/2014/main" id="{5D91AAC6-2329-450F-B221-4CFBB2CF0FAA}"/>
                </a:ext>
              </a:extLst>
            </p:cNvPr>
            <p:cNvSpPr>
              <a:spLocks noChangeShapeType="1"/>
            </p:cNvSpPr>
            <p:nvPr/>
          </p:nvSpPr>
          <p:spPr bwMode="auto">
            <a:xfrm>
              <a:off x="3235" y="663"/>
              <a:ext cx="0" cy="263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669" name="Line 12">
              <a:extLst>
                <a:ext uri="{FF2B5EF4-FFF2-40B4-BE49-F238E27FC236}">
                  <a16:creationId xmlns:a16="http://schemas.microsoft.com/office/drawing/2014/main" id="{13A7C396-3420-4DB8-8F93-F9512D99BFC8}"/>
                </a:ext>
              </a:extLst>
            </p:cNvPr>
            <p:cNvSpPr>
              <a:spLocks noChangeShapeType="1"/>
            </p:cNvSpPr>
            <p:nvPr/>
          </p:nvSpPr>
          <p:spPr bwMode="auto">
            <a:xfrm>
              <a:off x="4620" y="663"/>
              <a:ext cx="0" cy="263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670" name="Text Box 13">
              <a:extLst>
                <a:ext uri="{FF2B5EF4-FFF2-40B4-BE49-F238E27FC236}">
                  <a16:creationId xmlns:a16="http://schemas.microsoft.com/office/drawing/2014/main" id="{3CEF86C7-4C72-4048-8E0D-E863094F3406}"/>
                </a:ext>
              </a:extLst>
            </p:cNvPr>
            <p:cNvSpPr txBox="1">
              <a:spLocks noChangeArrowheads="1"/>
            </p:cNvSpPr>
            <p:nvPr/>
          </p:nvSpPr>
          <p:spPr bwMode="auto">
            <a:xfrm>
              <a:off x="687" y="773"/>
              <a:ext cx="80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a:t>平 衡点</a:t>
              </a:r>
            </a:p>
          </p:txBody>
        </p:sp>
        <p:graphicFrame>
          <p:nvGraphicFramePr>
            <p:cNvPr id="3" name="Object 16">
              <a:extLst>
                <a:ext uri="{FF2B5EF4-FFF2-40B4-BE49-F238E27FC236}">
                  <a16:creationId xmlns:a16="http://schemas.microsoft.com/office/drawing/2014/main" id="{26654999-230F-4A2F-9148-CB16A2F13B3E}"/>
                </a:ext>
              </a:extLst>
            </p:cNvPr>
            <p:cNvGraphicFramePr>
              <a:graphicFrameLocks noChangeAspect="1"/>
            </p:cNvGraphicFramePr>
            <p:nvPr/>
          </p:nvGraphicFramePr>
          <p:xfrm>
            <a:off x="612" y="1182"/>
            <a:ext cx="780" cy="308"/>
          </p:xfrm>
          <a:graphic>
            <a:graphicData uri="http://schemas.openxmlformats.org/presentationml/2006/ole">
              <mc:AlternateContent xmlns:mc="http://schemas.openxmlformats.org/markup-compatibility/2006">
                <mc:Choice xmlns:v="urn:schemas-microsoft-com:vml" Requires="v">
                  <p:oleObj spid="_x0000_s70722" name="公式" r:id="rId3" imgW="545626" imgH="215713" progId="Equation.3">
                    <p:embed/>
                  </p:oleObj>
                </mc:Choice>
                <mc:Fallback>
                  <p:oleObj name="公式" r:id="rId3" imgW="545626" imgH="215713" progId="Equation.3">
                    <p:embed/>
                    <p:pic>
                      <p:nvPicPr>
                        <p:cNvPr id="0" name="Object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2" y="1182"/>
                          <a:ext cx="780" cy="3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0672" name="Object 17">
              <a:extLst>
                <a:ext uri="{FF2B5EF4-FFF2-40B4-BE49-F238E27FC236}">
                  <a16:creationId xmlns:a16="http://schemas.microsoft.com/office/drawing/2014/main" id="{ADDC3D13-B8C0-4ECA-A9A4-D77CEE1D26B9}"/>
                </a:ext>
              </a:extLst>
            </p:cNvPr>
            <p:cNvGraphicFramePr>
              <a:graphicFrameLocks noChangeAspect="1"/>
            </p:cNvGraphicFramePr>
            <p:nvPr/>
          </p:nvGraphicFramePr>
          <p:xfrm>
            <a:off x="1949" y="1185"/>
            <a:ext cx="1173" cy="292"/>
          </p:xfrm>
          <a:graphic>
            <a:graphicData uri="http://schemas.openxmlformats.org/presentationml/2006/ole">
              <mc:AlternateContent xmlns:mc="http://schemas.openxmlformats.org/markup-compatibility/2006">
                <mc:Choice xmlns:v="urn:schemas-microsoft-com:vml" Requires="v">
                  <p:oleObj spid="_x0000_s70723" name="公式" r:id="rId5" imgW="1015559" imgH="253890" progId="Equation.3">
                    <p:embed/>
                  </p:oleObj>
                </mc:Choice>
                <mc:Fallback>
                  <p:oleObj name="公式" r:id="rId5" imgW="1015559" imgH="253890" progId="Equation.3">
                    <p:embed/>
                    <p:pic>
                      <p:nvPicPr>
                        <p:cNvPr id="0" name="Object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49" y="1185"/>
                          <a:ext cx="1173"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0673" name="Object 18">
              <a:extLst>
                <a:ext uri="{FF2B5EF4-FFF2-40B4-BE49-F238E27FC236}">
                  <a16:creationId xmlns:a16="http://schemas.microsoft.com/office/drawing/2014/main" id="{854AF8D4-22D3-4A78-A96D-90F3E6362CAA}"/>
                </a:ext>
              </a:extLst>
            </p:cNvPr>
            <p:cNvGraphicFramePr>
              <a:graphicFrameLocks noChangeAspect="1"/>
            </p:cNvGraphicFramePr>
            <p:nvPr/>
          </p:nvGraphicFramePr>
          <p:xfrm>
            <a:off x="2468" y="800"/>
            <a:ext cx="211" cy="245"/>
          </p:xfrm>
          <a:graphic>
            <a:graphicData uri="http://schemas.openxmlformats.org/presentationml/2006/ole">
              <mc:AlternateContent xmlns:mc="http://schemas.openxmlformats.org/markup-compatibility/2006">
                <mc:Choice xmlns:v="urn:schemas-microsoft-com:vml" Requires="v">
                  <p:oleObj spid="_x0000_s70724" name="公式" r:id="rId7" imgW="164957" imgH="190335" progId="Equation.3">
                    <p:embed/>
                  </p:oleObj>
                </mc:Choice>
                <mc:Fallback>
                  <p:oleObj name="公式" r:id="rId7" imgW="164957" imgH="190335" progId="Equation.3">
                    <p:embed/>
                    <p:pic>
                      <p:nvPicPr>
                        <p:cNvPr id="0" name="Object 1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68" y="800"/>
                          <a:ext cx="211" cy="2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0674" name="Object 19">
              <a:extLst>
                <a:ext uri="{FF2B5EF4-FFF2-40B4-BE49-F238E27FC236}">
                  <a16:creationId xmlns:a16="http://schemas.microsoft.com/office/drawing/2014/main" id="{2065D373-D35D-440F-80BF-1599DAD90FE4}"/>
                </a:ext>
              </a:extLst>
            </p:cNvPr>
            <p:cNvGraphicFramePr>
              <a:graphicFrameLocks noChangeAspect="1"/>
            </p:cNvGraphicFramePr>
            <p:nvPr/>
          </p:nvGraphicFramePr>
          <p:xfrm>
            <a:off x="3763" y="827"/>
            <a:ext cx="195" cy="245"/>
          </p:xfrm>
          <a:graphic>
            <a:graphicData uri="http://schemas.openxmlformats.org/presentationml/2006/ole">
              <mc:AlternateContent xmlns:mc="http://schemas.openxmlformats.org/markup-compatibility/2006">
                <mc:Choice xmlns:v="urn:schemas-microsoft-com:vml" Requires="v">
                  <p:oleObj spid="_x0000_s70725" name="公式" r:id="rId9" imgW="152334" imgH="190417" progId="Equation.3">
                    <p:embed/>
                  </p:oleObj>
                </mc:Choice>
                <mc:Fallback>
                  <p:oleObj name="公式" r:id="rId9" imgW="152334" imgH="190417" progId="Equation.3">
                    <p:embed/>
                    <p:pic>
                      <p:nvPicPr>
                        <p:cNvPr id="0" name="Object 1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763" y="827"/>
                          <a:ext cx="195" cy="2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0675" name="Object 20">
              <a:extLst>
                <a:ext uri="{FF2B5EF4-FFF2-40B4-BE49-F238E27FC236}">
                  <a16:creationId xmlns:a16="http://schemas.microsoft.com/office/drawing/2014/main" id="{4AA32FDD-6C3F-46FB-9806-37DFF63274D7}"/>
                </a:ext>
              </a:extLst>
            </p:cNvPr>
            <p:cNvGraphicFramePr>
              <a:graphicFrameLocks noChangeAspect="1"/>
            </p:cNvGraphicFramePr>
            <p:nvPr/>
          </p:nvGraphicFramePr>
          <p:xfrm>
            <a:off x="3308" y="1200"/>
            <a:ext cx="1084" cy="284"/>
          </p:xfrm>
          <a:graphic>
            <a:graphicData uri="http://schemas.openxmlformats.org/presentationml/2006/ole">
              <mc:AlternateContent xmlns:mc="http://schemas.openxmlformats.org/markup-compatibility/2006">
                <mc:Choice xmlns:v="urn:schemas-microsoft-com:vml" Requires="v">
                  <p:oleObj spid="_x0000_s70726" name="公式" r:id="rId11" imgW="965200" imgH="254000" progId="Equation.3">
                    <p:embed/>
                  </p:oleObj>
                </mc:Choice>
                <mc:Fallback>
                  <p:oleObj name="公式" r:id="rId11" imgW="965200" imgH="254000" progId="Equation.3">
                    <p:embed/>
                    <p:pic>
                      <p:nvPicPr>
                        <p:cNvPr id="0" name="Object 2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308" y="1200"/>
                          <a:ext cx="1084" cy="2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0676" name="Object 21">
              <a:extLst>
                <a:ext uri="{FF2B5EF4-FFF2-40B4-BE49-F238E27FC236}">
                  <a16:creationId xmlns:a16="http://schemas.microsoft.com/office/drawing/2014/main" id="{DF1A5970-632F-4C6C-B18F-482D655A6D58}"/>
                </a:ext>
              </a:extLst>
            </p:cNvPr>
            <p:cNvGraphicFramePr>
              <a:graphicFrameLocks noChangeAspect="1"/>
            </p:cNvGraphicFramePr>
            <p:nvPr/>
          </p:nvGraphicFramePr>
          <p:xfrm>
            <a:off x="612" y="1606"/>
            <a:ext cx="780" cy="320"/>
          </p:xfrm>
          <a:graphic>
            <a:graphicData uri="http://schemas.openxmlformats.org/presentationml/2006/ole">
              <mc:AlternateContent xmlns:mc="http://schemas.openxmlformats.org/markup-compatibility/2006">
                <mc:Choice xmlns:v="urn:schemas-microsoft-com:vml" Requires="v">
                  <p:oleObj spid="_x0000_s70727" name="公式" r:id="rId13" imgW="596641" imgH="215806" progId="Equation.3">
                    <p:embed/>
                  </p:oleObj>
                </mc:Choice>
                <mc:Fallback>
                  <p:oleObj name="公式" r:id="rId13" imgW="596641" imgH="215806" progId="Equation.3">
                    <p:embed/>
                    <p:pic>
                      <p:nvPicPr>
                        <p:cNvPr id="0" name="Object 2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12" y="1606"/>
                          <a:ext cx="780" cy="3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0677" name="Object 22">
              <a:extLst>
                <a:ext uri="{FF2B5EF4-FFF2-40B4-BE49-F238E27FC236}">
                  <a16:creationId xmlns:a16="http://schemas.microsoft.com/office/drawing/2014/main" id="{523D7776-BF88-41F9-B00D-D787B38BC85E}"/>
                </a:ext>
              </a:extLst>
            </p:cNvPr>
            <p:cNvGraphicFramePr>
              <a:graphicFrameLocks noChangeAspect="1"/>
            </p:cNvGraphicFramePr>
            <p:nvPr/>
          </p:nvGraphicFramePr>
          <p:xfrm>
            <a:off x="1904" y="1650"/>
            <a:ext cx="1264" cy="286"/>
          </p:xfrm>
          <a:graphic>
            <a:graphicData uri="http://schemas.openxmlformats.org/presentationml/2006/ole">
              <mc:AlternateContent xmlns:mc="http://schemas.openxmlformats.org/markup-compatibility/2006">
                <mc:Choice xmlns:v="urn:schemas-microsoft-com:vml" Requires="v">
                  <p:oleObj spid="_x0000_s70728" name="公式" r:id="rId15" imgW="1117115" imgH="253890" progId="Equation.3">
                    <p:embed/>
                  </p:oleObj>
                </mc:Choice>
                <mc:Fallback>
                  <p:oleObj name="公式" r:id="rId15" imgW="1117115" imgH="253890" progId="Equation.3">
                    <p:embed/>
                    <p:pic>
                      <p:nvPicPr>
                        <p:cNvPr id="0" name="Object 2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904" y="1650"/>
                          <a:ext cx="1264" cy="2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0678" name="Object 23">
              <a:extLst>
                <a:ext uri="{FF2B5EF4-FFF2-40B4-BE49-F238E27FC236}">
                  <a16:creationId xmlns:a16="http://schemas.microsoft.com/office/drawing/2014/main" id="{9AFB1449-CF2C-409A-9A53-126E1DB02900}"/>
                </a:ext>
              </a:extLst>
            </p:cNvPr>
            <p:cNvGraphicFramePr>
              <a:graphicFrameLocks noChangeAspect="1"/>
            </p:cNvGraphicFramePr>
            <p:nvPr/>
          </p:nvGraphicFramePr>
          <p:xfrm>
            <a:off x="3304" y="1616"/>
            <a:ext cx="1134" cy="302"/>
          </p:xfrm>
          <a:graphic>
            <a:graphicData uri="http://schemas.openxmlformats.org/presentationml/2006/ole">
              <mc:AlternateContent xmlns:mc="http://schemas.openxmlformats.org/markup-compatibility/2006">
                <mc:Choice xmlns:v="urn:schemas-microsoft-com:vml" Requires="v">
                  <p:oleObj spid="_x0000_s70729" name="公式" r:id="rId17" imgW="952087" imgH="253890" progId="Equation.3">
                    <p:embed/>
                  </p:oleObj>
                </mc:Choice>
                <mc:Fallback>
                  <p:oleObj name="公式" r:id="rId17" imgW="952087" imgH="253890" progId="Equation.3">
                    <p:embed/>
                    <p:pic>
                      <p:nvPicPr>
                        <p:cNvPr id="0" name="Object 2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304" y="1616"/>
                          <a:ext cx="1134" cy="3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0679" name="Object 24">
              <a:extLst>
                <a:ext uri="{FF2B5EF4-FFF2-40B4-BE49-F238E27FC236}">
                  <a16:creationId xmlns:a16="http://schemas.microsoft.com/office/drawing/2014/main" id="{519096A8-B1CB-4AC2-AA44-3667677B3614}"/>
                </a:ext>
              </a:extLst>
            </p:cNvPr>
            <p:cNvGraphicFramePr>
              <a:graphicFrameLocks noChangeAspect="1"/>
            </p:cNvGraphicFramePr>
            <p:nvPr/>
          </p:nvGraphicFramePr>
          <p:xfrm>
            <a:off x="46" y="2115"/>
            <a:ext cx="1791" cy="617"/>
          </p:xfrm>
          <a:graphic>
            <a:graphicData uri="http://schemas.openxmlformats.org/presentationml/2006/ole">
              <mc:AlternateContent xmlns:mc="http://schemas.openxmlformats.org/markup-compatibility/2006">
                <mc:Choice xmlns:v="urn:schemas-microsoft-com:vml" Requires="v">
                  <p:oleObj spid="_x0000_s70730" name="公式" r:id="rId19" imgW="1676400" imgH="482600" progId="Equation.3">
                    <p:embed/>
                  </p:oleObj>
                </mc:Choice>
                <mc:Fallback>
                  <p:oleObj name="公式" r:id="rId19" imgW="1676400" imgH="482600" progId="Equation.3">
                    <p:embed/>
                    <p:pic>
                      <p:nvPicPr>
                        <p:cNvPr id="0" name="Object 24"/>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6" y="2115"/>
                          <a:ext cx="1791" cy="61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0680" name="Object 25">
              <a:extLst>
                <a:ext uri="{FF2B5EF4-FFF2-40B4-BE49-F238E27FC236}">
                  <a16:creationId xmlns:a16="http://schemas.microsoft.com/office/drawing/2014/main" id="{AB98C4B9-EF6B-405D-B7F6-B490924DA083}"/>
                </a:ext>
              </a:extLst>
            </p:cNvPr>
            <p:cNvGraphicFramePr>
              <a:graphicFrameLocks noChangeAspect="1"/>
            </p:cNvGraphicFramePr>
            <p:nvPr/>
          </p:nvGraphicFramePr>
          <p:xfrm>
            <a:off x="3291" y="2206"/>
            <a:ext cx="1206" cy="498"/>
          </p:xfrm>
          <a:graphic>
            <a:graphicData uri="http://schemas.openxmlformats.org/presentationml/2006/ole">
              <mc:AlternateContent xmlns:mc="http://schemas.openxmlformats.org/markup-compatibility/2006">
                <mc:Choice xmlns:v="urn:schemas-microsoft-com:vml" Requires="v">
                  <p:oleObj spid="_x0000_s70731" name="公式" r:id="rId21" imgW="1397000" imgH="520700" progId="Equation.3">
                    <p:embed/>
                  </p:oleObj>
                </mc:Choice>
                <mc:Fallback>
                  <p:oleObj name="公式" r:id="rId21" imgW="1397000" imgH="520700" progId="Equation.3">
                    <p:embed/>
                    <p:pic>
                      <p:nvPicPr>
                        <p:cNvPr id="0" name="Object 25"/>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291" y="2206"/>
                          <a:ext cx="1206" cy="4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0681" name="Object 27">
              <a:extLst>
                <a:ext uri="{FF2B5EF4-FFF2-40B4-BE49-F238E27FC236}">
                  <a16:creationId xmlns:a16="http://schemas.microsoft.com/office/drawing/2014/main" id="{C7BD4224-56AD-4564-90E3-742D11A751FA}"/>
                </a:ext>
              </a:extLst>
            </p:cNvPr>
            <p:cNvGraphicFramePr>
              <a:graphicFrameLocks noChangeAspect="1"/>
            </p:cNvGraphicFramePr>
            <p:nvPr/>
          </p:nvGraphicFramePr>
          <p:xfrm>
            <a:off x="611" y="2940"/>
            <a:ext cx="727" cy="324"/>
          </p:xfrm>
          <a:graphic>
            <a:graphicData uri="http://schemas.openxmlformats.org/presentationml/2006/ole">
              <mc:AlternateContent xmlns:mc="http://schemas.openxmlformats.org/markup-compatibility/2006">
                <mc:Choice xmlns:v="urn:schemas-microsoft-com:vml" Requires="v">
                  <p:oleObj spid="_x0000_s70732" name="公式" r:id="rId23" imgW="482181" imgH="215713" progId="Equation.3">
                    <p:embed/>
                  </p:oleObj>
                </mc:Choice>
                <mc:Fallback>
                  <p:oleObj name="公式" r:id="rId23" imgW="482181" imgH="215713" progId="Equation.3">
                    <p:embed/>
                    <p:pic>
                      <p:nvPicPr>
                        <p:cNvPr id="0" name="Object 27"/>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611" y="2940"/>
                          <a:ext cx="727" cy="3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0682" name="Object 28">
              <a:extLst>
                <a:ext uri="{FF2B5EF4-FFF2-40B4-BE49-F238E27FC236}">
                  <a16:creationId xmlns:a16="http://schemas.microsoft.com/office/drawing/2014/main" id="{4DF26915-42D8-414B-A129-7305567B97FC}"/>
                </a:ext>
              </a:extLst>
            </p:cNvPr>
            <p:cNvGraphicFramePr>
              <a:graphicFrameLocks noChangeAspect="1"/>
            </p:cNvGraphicFramePr>
            <p:nvPr/>
          </p:nvGraphicFramePr>
          <p:xfrm>
            <a:off x="2170" y="2955"/>
            <a:ext cx="791" cy="277"/>
          </p:xfrm>
          <a:graphic>
            <a:graphicData uri="http://schemas.openxmlformats.org/presentationml/2006/ole">
              <mc:AlternateContent xmlns:mc="http://schemas.openxmlformats.org/markup-compatibility/2006">
                <mc:Choice xmlns:v="urn:schemas-microsoft-com:vml" Requires="v">
                  <p:oleObj spid="_x0000_s70733" name="公式" r:id="rId25" imgW="723586" imgH="253890" progId="Equation.3">
                    <p:embed/>
                  </p:oleObj>
                </mc:Choice>
                <mc:Fallback>
                  <p:oleObj name="公式" r:id="rId25" imgW="723586" imgH="253890" progId="Equation.3">
                    <p:embed/>
                    <p:pic>
                      <p:nvPicPr>
                        <p:cNvPr id="0" name="Object 28"/>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2170" y="2955"/>
                          <a:ext cx="791" cy="2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0683" name="Object 29">
              <a:extLst>
                <a:ext uri="{FF2B5EF4-FFF2-40B4-BE49-F238E27FC236}">
                  <a16:creationId xmlns:a16="http://schemas.microsoft.com/office/drawing/2014/main" id="{EFC916BF-9D64-42F5-A7E2-824D2BB309D0}"/>
                </a:ext>
              </a:extLst>
            </p:cNvPr>
            <p:cNvGraphicFramePr>
              <a:graphicFrameLocks noChangeAspect="1"/>
            </p:cNvGraphicFramePr>
            <p:nvPr/>
          </p:nvGraphicFramePr>
          <p:xfrm>
            <a:off x="3621" y="2967"/>
            <a:ext cx="454" cy="274"/>
          </p:xfrm>
          <a:graphic>
            <a:graphicData uri="http://schemas.openxmlformats.org/presentationml/2006/ole">
              <mc:AlternateContent xmlns:mc="http://schemas.openxmlformats.org/markup-compatibility/2006">
                <mc:Choice xmlns:v="urn:schemas-microsoft-com:vml" Requires="v">
                  <p:oleObj spid="_x0000_s70734" name="公式" r:id="rId27" imgW="253780" imgH="253780" progId="Equation.3">
                    <p:embed/>
                  </p:oleObj>
                </mc:Choice>
                <mc:Fallback>
                  <p:oleObj name="公式" r:id="rId27" imgW="253780" imgH="253780" progId="Equation.3">
                    <p:embed/>
                    <p:pic>
                      <p:nvPicPr>
                        <p:cNvPr id="0" name="Object 29"/>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3621" y="2967"/>
                          <a:ext cx="454"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0684" name="Object 30">
              <a:extLst>
                <a:ext uri="{FF2B5EF4-FFF2-40B4-BE49-F238E27FC236}">
                  <a16:creationId xmlns:a16="http://schemas.microsoft.com/office/drawing/2014/main" id="{F698EFF9-68AD-4BBB-BF16-31B531B0AC37}"/>
                </a:ext>
              </a:extLst>
            </p:cNvPr>
            <p:cNvGraphicFramePr>
              <a:graphicFrameLocks noChangeAspect="1"/>
            </p:cNvGraphicFramePr>
            <p:nvPr/>
          </p:nvGraphicFramePr>
          <p:xfrm>
            <a:off x="1874" y="2160"/>
            <a:ext cx="1361" cy="545"/>
          </p:xfrm>
          <a:graphic>
            <a:graphicData uri="http://schemas.openxmlformats.org/presentationml/2006/ole">
              <mc:AlternateContent xmlns:mc="http://schemas.openxmlformats.org/markup-compatibility/2006">
                <mc:Choice xmlns:v="urn:schemas-microsoft-com:vml" Requires="v">
                  <p:oleObj spid="_x0000_s70735" name="公式" r:id="rId29" imgW="1587500" imgH="520700" progId="Equation.3">
                    <p:embed/>
                  </p:oleObj>
                </mc:Choice>
                <mc:Fallback>
                  <p:oleObj name="公式" r:id="rId29" imgW="1587500" imgH="520700" progId="Equation.3">
                    <p:embed/>
                    <p:pic>
                      <p:nvPicPr>
                        <p:cNvPr id="0" name="Object 30"/>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1874" y="2160"/>
                          <a:ext cx="1361" cy="5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70687" name="Text Box 31">
            <a:extLst>
              <a:ext uri="{FF2B5EF4-FFF2-40B4-BE49-F238E27FC236}">
                <a16:creationId xmlns:a16="http://schemas.microsoft.com/office/drawing/2014/main" id="{A4826FBB-4976-4D8E-AC9D-CDD052C7F6D3}"/>
              </a:ext>
            </a:extLst>
          </p:cNvPr>
          <p:cNvSpPr txBox="1">
            <a:spLocks noChangeArrowheads="1"/>
          </p:cNvSpPr>
          <p:nvPr/>
        </p:nvSpPr>
        <p:spPr bwMode="auto">
          <a:xfrm>
            <a:off x="7337425" y="1830388"/>
            <a:ext cx="838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i="1">
                <a:sym typeface="Symbol" panose="05050102010706020507" pitchFamily="18" charset="2"/>
              </a:rPr>
              <a:t></a:t>
            </a:r>
            <a:r>
              <a:rPr lang="en-US" altLang="zh-CN" b="1" baseline="-25000">
                <a:sym typeface="Symbol" panose="05050102010706020507" pitchFamily="18" charset="2"/>
              </a:rPr>
              <a:t>2</a:t>
            </a:r>
            <a:r>
              <a:rPr lang="en-US" altLang="zh-CN" b="1">
                <a:sym typeface="Symbol" panose="05050102010706020507" pitchFamily="18" charset="2"/>
              </a:rPr>
              <a:t>&gt;1,</a:t>
            </a:r>
            <a:endParaRPr lang="en-US" altLang="zh-CN" b="1"/>
          </a:p>
        </p:txBody>
      </p:sp>
      <p:sp>
        <p:nvSpPr>
          <p:cNvPr id="70688" name="Text Box 32">
            <a:extLst>
              <a:ext uri="{FF2B5EF4-FFF2-40B4-BE49-F238E27FC236}">
                <a16:creationId xmlns:a16="http://schemas.microsoft.com/office/drawing/2014/main" id="{536DAF84-8E41-47D8-AFCD-617643E9F581}"/>
              </a:ext>
            </a:extLst>
          </p:cNvPr>
          <p:cNvSpPr txBox="1">
            <a:spLocks noChangeArrowheads="1"/>
          </p:cNvSpPr>
          <p:nvPr/>
        </p:nvSpPr>
        <p:spPr bwMode="auto">
          <a:xfrm>
            <a:off x="7337425" y="2439988"/>
            <a:ext cx="936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i="1">
                <a:sym typeface="Symbol" panose="05050102010706020507" pitchFamily="18" charset="2"/>
              </a:rPr>
              <a:t></a:t>
            </a:r>
            <a:r>
              <a:rPr lang="en-US" altLang="zh-CN" b="1" baseline="-25000">
                <a:sym typeface="Symbol" panose="05050102010706020507" pitchFamily="18" charset="2"/>
              </a:rPr>
              <a:t>1</a:t>
            </a:r>
            <a:r>
              <a:rPr lang="en-US" altLang="zh-CN" b="1">
                <a:sym typeface="Symbol" panose="05050102010706020507" pitchFamily="18" charset="2"/>
              </a:rPr>
              <a:t>&gt;1, </a:t>
            </a:r>
            <a:endParaRPr lang="en-US" altLang="zh-CN" b="1"/>
          </a:p>
        </p:txBody>
      </p:sp>
      <p:sp>
        <p:nvSpPr>
          <p:cNvPr id="70689" name="Text Box 33">
            <a:extLst>
              <a:ext uri="{FF2B5EF4-FFF2-40B4-BE49-F238E27FC236}">
                <a16:creationId xmlns:a16="http://schemas.microsoft.com/office/drawing/2014/main" id="{163BBD55-C11A-457E-B9EA-F932759641EC}"/>
              </a:ext>
            </a:extLst>
          </p:cNvPr>
          <p:cNvSpPr txBox="1">
            <a:spLocks noChangeArrowheads="1"/>
          </p:cNvSpPr>
          <p:nvPr/>
        </p:nvSpPr>
        <p:spPr bwMode="auto">
          <a:xfrm>
            <a:off x="142875" y="5348288"/>
            <a:ext cx="7308850" cy="519112"/>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t>P</a:t>
            </a:r>
            <a:r>
              <a:rPr lang="en-US" altLang="zh-CN" sz="2800" b="1" baseline="-25000"/>
              <a:t>1</a:t>
            </a:r>
            <a:r>
              <a:rPr lang="en-US" altLang="zh-CN" sz="2800" b="1"/>
              <a:t>, </a:t>
            </a:r>
            <a:r>
              <a:rPr lang="en-US" altLang="zh-CN" sz="2800" b="1" i="1"/>
              <a:t>P</a:t>
            </a:r>
            <a:r>
              <a:rPr lang="en-US" altLang="zh-CN" sz="2800" b="1" baseline="-25000"/>
              <a:t>2 </a:t>
            </a:r>
            <a:r>
              <a:rPr lang="zh-CN" altLang="zh-CN" sz="2800" b="1"/>
              <a:t>是一个种群存活而另一</a:t>
            </a:r>
            <a:r>
              <a:rPr lang="zh-CN" altLang="en-US" sz="2800" b="1"/>
              <a:t>个</a:t>
            </a:r>
            <a:r>
              <a:rPr lang="zh-CN" altLang="zh-CN" sz="2800" b="1"/>
              <a:t>灭绝的平衡点</a:t>
            </a:r>
            <a:endParaRPr lang="zh-CN" altLang="en-US" sz="2800" b="1"/>
          </a:p>
        </p:txBody>
      </p:sp>
      <p:sp>
        <p:nvSpPr>
          <p:cNvPr id="70690" name="Text Box 34">
            <a:extLst>
              <a:ext uri="{FF2B5EF4-FFF2-40B4-BE49-F238E27FC236}">
                <a16:creationId xmlns:a16="http://schemas.microsoft.com/office/drawing/2014/main" id="{BF18BF0D-8ECE-4567-81C6-418D402A625B}"/>
              </a:ext>
            </a:extLst>
          </p:cNvPr>
          <p:cNvSpPr txBox="1">
            <a:spLocks noChangeArrowheads="1"/>
          </p:cNvSpPr>
          <p:nvPr/>
        </p:nvSpPr>
        <p:spPr bwMode="auto">
          <a:xfrm>
            <a:off x="219075" y="5957888"/>
            <a:ext cx="4568825" cy="51911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t>P</a:t>
            </a:r>
            <a:r>
              <a:rPr lang="en-US" altLang="zh-CN" sz="2800" b="1" baseline="-25000"/>
              <a:t>3 </a:t>
            </a:r>
            <a:r>
              <a:rPr lang="zh-CN" altLang="zh-CN" sz="2800" b="1"/>
              <a:t>是两</a:t>
            </a:r>
            <a:r>
              <a:rPr lang="zh-CN" altLang="en-US" sz="2800" b="1"/>
              <a:t>个</a:t>
            </a:r>
            <a:r>
              <a:rPr lang="zh-CN" altLang="zh-CN" sz="2800" b="1"/>
              <a:t>种群共存的平衡点</a:t>
            </a:r>
            <a:endParaRPr lang="zh-CN" altLang="en-US" sz="2800" b="1"/>
          </a:p>
        </p:txBody>
      </p:sp>
      <p:sp>
        <p:nvSpPr>
          <p:cNvPr id="70723" name="Text Box 67">
            <a:extLst>
              <a:ext uri="{FF2B5EF4-FFF2-40B4-BE49-F238E27FC236}">
                <a16:creationId xmlns:a16="http://schemas.microsoft.com/office/drawing/2014/main" id="{D24237D7-7E64-4724-B5EE-0D1278149AF3}"/>
              </a:ext>
            </a:extLst>
          </p:cNvPr>
          <p:cNvSpPr txBox="1">
            <a:spLocks noChangeArrowheads="1"/>
          </p:cNvSpPr>
          <p:nvPr/>
        </p:nvSpPr>
        <p:spPr bwMode="auto">
          <a:xfrm>
            <a:off x="7391400" y="3582988"/>
            <a:ext cx="1698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i="1">
                <a:sym typeface="Symbol" panose="05050102010706020507" pitchFamily="18" charset="2"/>
              </a:rPr>
              <a:t></a:t>
            </a:r>
            <a:r>
              <a:rPr lang="en-US" altLang="zh-CN" b="1" baseline="-25000">
                <a:sym typeface="Symbol" panose="05050102010706020507" pitchFamily="18" charset="2"/>
              </a:rPr>
              <a:t>1</a:t>
            </a:r>
            <a:r>
              <a:rPr lang="en-US" altLang="zh-CN" b="1">
                <a:sym typeface="Symbol" panose="05050102010706020507" pitchFamily="18" charset="2"/>
              </a:rPr>
              <a:t>&lt;1, </a:t>
            </a:r>
            <a:r>
              <a:rPr lang="en-US" altLang="zh-CN" b="1" i="1">
                <a:sym typeface="Symbol" panose="05050102010706020507" pitchFamily="18" charset="2"/>
              </a:rPr>
              <a:t></a:t>
            </a:r>
            <a:r>
              <a:rPr lang="en-US" altLang="zh-CN" b="1" baseline="-25000">
                <a:sym typeface="Symbol" panose="05050102010706020507" pitchFamily="18" charset="2"/>
              </a:rPr>
              <a:t>2</a:t>
            </a:r>
            <a:r>
              <a:rPr lang="en-US" altLang="zh-CN" b="1">
                <a:sym typeface="Symbol" panose="05050102010706020507" pitchFamily="18" charset="2"/>
              </a:rPr>
              <a:t>&lt;1</a:t>
            </a:r>
            <a:endParaRPr lang="en-US" altLang="zh-CN" b="1"/>
          </a:p>
        </p:txBody>
      </p:sp>
      <p:sp>
        <p:nvSpPr>
          <p:cNvPr id="70725" name="Text Box 69">
            <a:extLst>
              <a:ext uri="{FF2B5EF4-FFF2-40B4-BE49-F238E27FC236}">
                <a16:creationId xmlns:a16="http://schemas.microsoft.com/office/drawing/2014/main" id="{88DE2793-ED7B-494A-AE77-A575AAFC17B0}"/>
              </a:ext>
            </a:extLst>
          </p:cNvPr>
          <p:cNvSpPr txBox="1">
            <a:spLocks noChangeArrowheads="1"/>
          </p:cNvSpPr>
          <p:nvPr/>
        </p:nvSpPr>
        <p:spPr bwMode="auto">
          <a:xfrm>
            <a:off x="5019675" y="5957888"/>
            <a:ext cx="3505200" cy="519112"/>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t>P</a:t>
            </a:r>
            <a:r>
              <a:rPr lang="en-US" altLang="zh-CN" sz="2800" b="1" baseline="-25000"/>
              <a:t>1</a:t>
            </a:r>
            <a:r>
              <a:rPr lang="zh-CN" altLang="en-US" sz="2800" b="1"/>
              <a:t>稳定的条件 </a:t>
            </a:r>
            <a:r>
              <a:rPr lang="zh-CN" altLang="en-US" sz="2800" b="1" i="1">
                <a:solidFill>
                  <a:srgbClr val="FF3300"/>
                </a:solidFill>
                <a:sym typeface="Symbol" panose="05050102010706020507" pitchFamily="18" charset="2"/>
              </a:rPr>
              <a:t></a:t>
            </a:r>
            <a:r>
              <a:rPr lang="en-US" altLang="zh-CN" sz="2800" b="1" baseline="-25000">
                <a:solidFill>
                  <a:srgbClr val="FF3300"/>
                </a:solidFill>
                <a:sym typeface="Symbol" panose="05050102010706020507" pitchFamily="18" charset="2"/>
              </a:rPr>
              <a:t>1</a:t>
            </a:r>
            <a:r>
              <a:rPr lang="en-US" altLang="zh-CN" sz="2800" b="1">
                <a:solidFill>
                  <a:srgbClr val="FF3300"/>
                </a:solidFill>
                <a:sym typeface="Symbol" panose="05050102010706020507" pitchFamily="18" charset="2"/>
              </a:rPr>
              <a:t>&lt;1 ?</a:t>
            </a:r>
          </a:p>
        </p:txBody>
      </p:sp>
      <p:sp>
        <p:nvSpPr>
          <p:cNvPr id="70726" name="Text Box 70">
            <a:extLst>
              <a:ext uri="{FF2B5EF4-FFF2-40B4-BE49-F238E27FC236}">
                <a16:creationId xmlns:a16="http://schemas.microsoft.com/office/drawing/2014/main" id="{959692B7-DB07-4F70-89EF-05414931C7B8}"/>
              </a:ext>
            </a:extLst>
          </p:cNvPr>
          <p:cNvSpPr txBox="1">
            <a:spLocks noChangeArrowheads="1"/>
          </p:cNvSpPr>
          <p:nvPr/>
        </p:nvSpPr>
        <p:spPr bwMode="auto">
          <a:xfrm>
            <a:off x="8099425" y="1830388"/>
            <a:ext cx="91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i="1">
                <a:solidFill>
                  <a:srgbClr val="FF3300"/>
                </a:solidFill>
                <a:sym typeface="Symbol" panose="05050102010706020507" pitchFamily="18" charset="2"/>
              </a:rPr>
              <a:t></a:t>
            </a:r>
            <a:r>
              <a:rPr lang="en-US" altLang="zh-CN" b="1" baseline="-25000">
                <a:solidFill>
                  <a:srgbClr val="FF3300"/>
                </a:solidFill>
                <a:sym typeface="Symbol" panose="05050102010706020507" pitchFamily="18" charset="2"/>
              </a:rPr>
              <a:t>1</a:t>
            </a:r>
            <a:r>
              <a:rPr lang="en-US" altLang="zh-CN" b="1">
                <a:solidFill>
                  <a:srgbClr val="FF3300"/>
                </a:solidFill>
                <a:sym typeface="Symbol" panose="05050102010706020507" pitchFamily="18" charset="2"/>
              </a:rPr>
              <a:t>&lt;1</a:t>
            </a:r>
            <a:endParaRPr lang="en-US" altLang="zh-CN" b="1"/>
          </a:p>
        </p:txBody>
      </p:sp>
      <p:sp>
        <p:nvSpPr>
          <p:cNvPr id="70727" name="Text Box 71">
            <a:extLst>
              <a:ext uri="{FF2B5EF4-FFF2-40B4-BE49-F238E27FC236}">
                <a16:creationId xmlns:a16="http://schemas.microsoft.com/office/drawing/2014/main" id="{AE692FD4-EC4C-4264-A380-880986FBD586}"/>
              </a:ext>
            </a:extLst>
          </p:cNvPr>
          <p:cNvSpPr txBox="1">
            <a:spLocks noChangeArrowheads="1"/>
          </p:cNvSpPr>
          <p:nvPr/>
        </p:nvSpPr>
        <p:spPr bwMode="auto">
          <a:xfrm>
            <a:off x="8099425" y="2439988"/>
            <a:ext cx="91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i="1">
                <a:solidFill>
                  <a:srgbClr val="FF3300"/>
                </a:solidFill>
                <a:sym typeface="Symbol" panose="05050102010706020507" pitchFamily="18" charset="2"/>
              </a:rPr>
              <a:t></a:t>
            </a:r>
            <a:r>
              <a:rPr lang="en-US" altLang="zh-CN" b="1" baseline="-25000">
                <a:solidFill>
                  <a:srgbClr val="FF3300"/>
                </a:solidFill>
                <a:sym typeface="Symbol" panose="05050102010706020507" pitchFamily="18" charset="2"/>
              </a:rPr>
              <a:t>2</a:t>
            </a:r>
            <a:r>
              <a:rPr lang="en-US" altLang="zh-CN" b="1">
                <a:solidFill>
                  <a:srgbClr val="FF3300"/>
                </a:solidFill>
                <a:sym typeface="Symbol" panose="05050102010706020507" pitchFamily="18" charset="2"/>
              </a:rPr>
              <a:t>&lt;1</a:t>
            </a:r>
            <a:endParaRPr lang="en-US" altLang="zh-CN" b="1"/>
          </a:p>
        </p:txBody>
      </p:sp>
      <p:sp>
        <p:nvSpPr>
          <p:cNvPr id="70728" name="Text Box 72">
            <a:extLst>
              <a:ext uri="{FF2B5EF4-FFF2-40B4-BE49-F238E27FC236}">
                <a16:creationId xmlns:a16="http://schemas.microsoft.com/office/drawing/2014/main" id="{A47230B0-3372-4804-B492-87FBDB2F07EA}"/>
              </a:ext>
            </a:extLst>
          </p:cNvPr>
          <p:cNvSpPr txBox="1">
            <a:spLocks noChangeArrowheads="1"/>
          </p:cNvSpPr>
          <p:nvPr/>
        </p:nvSpPr>
        <p:spPr bwMode="auto">
          <a:xfrm>
            <a:off x="7413625" y="1144588"/>
            <a:ext cx="1600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a:t>稳定条件</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10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2" fill="hold" grpId="0" nodeType="clickEffect">
                                  <p:stCondLst>
                                    <p:cond delay="0"/>
                                  </p:stCondLst>
                                  <p:childTnLst>
                                    <p:set>
                                      <p:cBhvr>
                                        <p:cTn id="11" dur="1" fill="hold">
                                          <p:stCondLst>
                                            <p:cond delay="0"/>
                                          </p:stCondLst>
                                        </p:cTn>
                                        <p:tgtEl>
                                          <p:spTgt spid="70728"/>
                                        </p:tgtEl>
                                        <p:attrNameLst>
                                          <p:attrName>style.visibility</p:attrName>
                                        </p:attrNameLst>
                                      </p:cBhvr>
                                      <p:to>
                                        <p:strVal val="visible"/>
                                      </p:to>
                                    </p:set>
                                    <p:animEffect transition="in" filter="slide(fromRight)">
                                      <p:cBhvr>
                                        <p:cTn id="12" dur="1000"/>
                                        <p:tgtEl>
                                          <p:spTgt spid="7072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70687"/>
                                        </p:tgtEl>
                                        <p:attrNameLst>
                                          <p:attrName>style.visibility</p:attrName>
                                        </p:attrNameLst>
                                      </p:cBhvr>
                                      <p:to>
                                        <p:strVal val="visible"/>
                                      </p:to>
                                    </p:set>
                                    <p:anim calcmode="lin" valueType="num">
                                      <p:cBhvr additive="base">
                                        <p:cTn id="17" dur="1000" fill="hold"/>
                                        <p:tgtEl>
                                          <p:spTgt spid="70687"/>
                                        </p:tgtEl>
                                        <p:attrNameLst>
                                          <p:attrName>ppt_x</p:attrName>
                                        </p:attrNameLst>
                                      </p:cBhvr>
                                      <p:tavLst>
                                        <p:tav tm="0">
                                          <p:val>
                                            <p:strVal val="1+#ppt_w/2"/>
                                          </p:val>
                                        </p:tav>
                                        <p:tav tm="100000">
                                          <p:val>
                                            <p:strVal val="#ppt_x"/>
                                          </p:val>
                                        </p:tav>
                                      </p:tavLst>
                                    </p:anim>
                                    <p:anim calcmode="lin" valueType="num">
                                      <p:cBhvr additive="base">
                                        <p:cTn id="18" dur="1000" fill="hold"/>
                                        <p:tgtEl>
                                          <p:spTgt spid="70687"/>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5" presetClass="entr" presetSubtype="10" fill="hold" grpId="0" nodeType="clickEffect">
                                  <p:stCondLst>
                                    <p:cond delay="0"/>
                                  </p:stCondLst>
                                  <p:childTnLst>
                                    <p:set>
                                      <p:cBhvr>
                                        <p:cTn id="22" dur="1" fill="hold">
                                          <p:stCondLst>
                                            <p:cond delay="0"/>
                                          </p:stCondLst>
                                        </p:cTn>
                                        <p:tgtEl>
                                          <p:spTgt spid="70688"/>
                                        </p:tgtEl>
                                        <p:attrNameLst>
                                          <p:attrName>style.visibility</p:attrName>
                                        </p:attrNameLst>
                                      </p:cBhvr>
                                      <p:to>
                                        <p:strVal val="visible"/>
                                      </p:to>
                                    </p:set>
                                    <p:animEffect transition="in" filter="checkerboard(across)">
                                      <p:cBhvr>
                                        <p:cTn id="23" dur="1000"/>
                                        <p:tgtEl>
                                          <p:spTgt spid="70688"/>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70723"/>
                                        </p:tgtEl>
                                        <p:attrNameLst>
                                          <p:attrName>style.visibility</p:attrName>
                                        </p:attrNameLst>
                                      </p:cBhvr>
                                      <p:to>
                                        <p:strVal val="visible"/>
                                      </p:to>
                                    </p:set>
                                    <p:animEffect transition="in" filter="blinds(horizontal)">
                                      <p:cBhvr>
                                        <p:cTn id="28" dur="1000"/>
                                        <p:tgtEl>
                                          <p:spTgt spid="70723"/>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grpId="0" nodeType="clickEffect">
                                  <p:stCondLst>
                                    <p:cond delay="0"/>
                                  </p:stCondLst>
                                  <p:childTnLst>
                                    <p:set>
                                      <p:cBhvr>
                                        <p:cTn id="32" dur="1" fill="hold">
                                          <p:stCondLst>
                                            <p:cond delay="499"/>
                                          </p:stCondLst>
                                        </p:cTn>
                                        <p:tgtEl>
                                          <p:spTgt spid="70671"/>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70689"/>
                                        </p:tgtEl>
                                        <p:attrNameLst>
                                          <p:attrName>style.visibility</p:attrName>
                                        </p:attrNameLst>
                                      </p:cBhvr>
                                      <p:to>
                                        <p:strVal val="visible"/>
                                      </p:to>
                                    </p:set>
                                    <p:animEffect transition="in" filter="checkerboard(across)">
                                      <p:cBhvr>
                                        <p:cTn id="37" dur="1000"/>
                                        <p:tgtEl>
                                          <p:spTgt spid="7068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70690"/>
                                        </p:tgtEl>
                                        <p:attrNameLst>
                                          <p:attrName>style.visibility</p:attrName>
                                        </p:attrNameLst>
                                      </p:cBhvr>
                                      <p:to>
                                        <p:strVal val="visible"/>
                                      </p:to>
                                    </p:set>
                                    <p:animEffect transition="in" filter="checkerboard(across)">
                                      <p:cBhvr>
                                        <p:cTn id="42" dur="1000"/>
                                        <p:tgtEl>
                                          <p:spTgt spid="70690"/>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 presetClass="entr" presetSubtype="2" fill="hold" grpId="0" nodeType="clickEffect">
                                  <p:stCondLst>
                                    <p:cond delay="0"/>
                                  </p:stCondLst>
                                  <p:childTnLst>
                                    <p:set>
                                      <p:cBhvr>
                                        <p:cTn id="46" dur="1" fill="hold">
                                          <p:stCondLst>
                                            <p:cond delay="0"/>
                                          </p:stCondLst>
                                        </p:cTn>
                                        <p:tgtEl>
                                          <p:spTgt spid="70726"/>
                                        </p:tgtEl>
                                        <p:attrNameLst>
                                          <p:attrName>style.visibility</p:attrName>
                                        </p:attrNameLst>
                                      </p:cBhvr>
                                      <p:to>
                                        <p:strVal val="visible"/>
                                      </p:to>
                                    </p:set>
                                    <p:anim calcmode="lin" valueType="num">
                                      <p:cBhvr additive="base">
                                        <p:cTn id="47" dur="1000" fill="hold"/>
                                        <p:tgtEl>
                                          <p:spTgt spid="70726"/>
                                        </p:tgtEl>
                                        <p:attrNameLst>
                                          <p:attrName>ppt_x</p:attrName>
                                        </p:attrNameLst>
                                      </p:cBhvr>
                                      <p:tavLst>
                                        <p:tav tm="0">
                                          <p:val>
                                            <p:strVal val="1+#ppt_w/2"/>
                                          </p:val>
                                        </p:tav>
                                        <p:tav tm="100000">
                                          <p:val>
                                            <p:strVal val="#ppt_x"/>
                                          </p:val>
                                        </p:tav>
                                      </p:tavLst>
                                    </p:anim>
                                    <p:anim calcmode="lin" valueType="num">
                                      <p:cBhvr additive="base">
                                        <p:cTn id="48" dur="1000" fill="hold"/>
                                        <p:tgtEl>
                                          <p:spTgt spid="70726"/>
                                        </p:tgtEl>
                                        <p:attrNameLst>
                                          <p:attrName>ppt_y</p:attrName>
                                        </p:attrNameLst>
                                      </p:cBhvr>
                                      <p:tavLst>
                                        <p:tav tm="0">
                                          <p:val>
                                            <p:strVal val="#ppt_y"/>
                                          </p:val>
                                        </p:tav>
                                        <p:tav tm="100000">
                                          <p:val>
                                            <p:strVal val="#ppt_y"/>
                                          </p:val>
                                        </p:tav>
                                      </p:tavLst>
                                    </p:anim>
                                  </p:childTnLst>
                                </p:cTn>
                              </p:par>
                            </p:childTnLst>
                          </p:cTn>
                        </p:par>
                      </p:childTnLst>
                    </p:cTn>
                  </p:par>
                  <p:par>
                    <p:cTn id="49" fill="hold" nodeType="clickPar">
                      <p:stCondLst>
                        <p:cond delay="indefinite"/>
                      </p:stCondLst>
                      <p:childTnLst>
                        <p:par>
                          <p:cTn id="50" fill="hold" nodeType="withGroup">
                            <p:stCondLst>
                              <p:cond delay="0"/>
                            </p:stCondLst>
                            <p:childTnLst>
                              <p:par>
                                <p:cTn id="51" presetID="5" presetClass="entr" presetSubtype="10" fill="hold" grpId="0" nodeType="clickEffect">
                                  <p:stCondLst>
                                    <p:cond delay="0"/>
                                  </p:stCondLst>
                                  <p:childTnLst>
                                    <p:set>
                                      <p:cBhvr>
                                        <p:cTn id="52" dur="1" fill="hold">
                                          <p:stCondLst>
                                            <p:cond delay="0"/>
                                          </p:stCondLst>
                                        </p:cTn>
                                        <p:tgtEl>
                                          <p:spTgt spid="70727"/>
                                        </p:tgtEl>
                                        <p:attrNameLst>
                                          <p:attrName>style.visibility</p:attrName>
                                        </p:attrNameLst>
                                      </p:cBhvr>
                                      <p:to>
                                        <p:strVal val="visible"/>
                                      </p:to>
                                    </p:set>
                                    <p:animEffect transition="in" filter="checkerboard(across)">
                                      <p:cBhvr>
                                        <p:cTn id="53" dur="1000"/>
                                        <p:tgtEl>
                                          <p:spTgt spid="70727"/>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12" presetClass="entr" presetSubtype="4" fill="hold" grpId="0" nodeType="clickEffect">
                                  <p:stCondLst>
                                    <p:cond delay="0"/>
                                  </p:stCondLst>
                                  <p:childTnLst>
                                    <p:set>
                                      <p:cBhvr>
                                        <p:cTn id="57" dur="1" fill="hold">
                                          <p:stCondLst>
                                            <p:cond delay="0"/>
                                          </p:stCondLst>
                                        </p:cTn>
                                        <p:tgtEl>
                                          <p:spTgt spid="70725"/>
                                        </p:tgtEl>
                                        <p:attrNameLst>
                                          <p:attrName>style.visibility</p:attrName>
                                        </p:attrNameLst>
                                      </p:cBhvr>
                                      <p:to>
                                        <p:strVal val="visible"/>
                                      </p:to>
                                    </p:set>
                                    <p:animEffect transition="in" filter="slide(fromBottom)">
                                      <p:cBhvr>
                                        <p:cTn id="58" dur="1000"/>
                                        <p:tgtEl>
                                          <p:spTgt spid="707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71" grpId="0" autoUpdateAnimBg="0"/>
      <p:bldP spid="70687" grpId="0" autoUpdateAnimBg="0"/>
      <p:bldP spid="70688" grpId="0" autoUpdateAnimBg="0"/>
      <p:bldP spid="70689" grpId="0" animBg="1" autoUpdateAnimBg="0"/>
      <p:bldP spid="70690" grpId="0" animBg="1" autoUpdateAnimBg="0"/>
      <p:bldP spid="70723" grpId="0" autoUpdateAnimBg="0"/>
      <p:bldP spid="70725" grpId="0" animBg="1" autoUpdateAnimBg="0"/>
      <p:bldP spid="70726" grpId="0" autoUpdateAnimBg="0"/>
      <p:bldP spid="70727" grpId="0" autoUpdateAnimBg="0"/>
      <p:bldP spid="70728" grpId="0" autoUpdateAnimBg="0"/>
    </p:bldLst>
  </p:timing>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71682" name="Object 2">
            <a:extLst>
              <a:ext uri="{FF2B5EF4-FFF2-40B4-BE49-F238E27FC236}">
                <a16:creationId xmlns:a16="http://schemas.microsoft.com/office/drawing/2014/main" id="{91DFE394-97A8-4908-878F-C315CC02D841}"/>
              </a:ext>
            </a:extLst>
          </p:cNvPr>
          <p:cNvGraphicFramePr>
            <a:graphicFrameLocks noChangeAspect="1"/>
          </p:cNvGraphicFramePr>
          <p:nvPr/>
        </p:nvGraphicFramePr>
        <p:xfrm>
          <a:off x="5715000" y="381000"/>
          <a:ext cx="3276600" cy="1839913"/>
        </p:xfrm>
        <a:graphic>
          <a:graphicData uri="http://schemas.openxmlformats.org/presentationml/2006/ole">
            <mc:AlternateContent xmlns:mc="http://schemas.openxmlformats.org/markup-compatibility/2006">
              <mc:Choice xmlns:v="urn:schemas-microsoft-com:vml" Requires="v">
                <p:oleObj spid="_x0000_s71760" name="公式" r:id="rId3" imgW="1968500" imgH="1079500" progId="Equation.3">
                  <p:embed/>
                </p:oleObj>
              </mc:Choice>
              <mc:Fallback>
                <p:oleObj name="公式" r:id="rId3" imgW="1968500" imgH="10795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5000" y="381000"/>
                        <a:ext cx="3276600" cy="1839913"/>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683" name="Arc 3">
            <a:extLst>
              <a:ext uri="{FF2B5EF4-FFF2-40B4-BE49-F238E27FC236}">
                <a16:creationId xmlns:a16="http://schemas.microsoft.com/office/drawing/2014/main" id="{646CEB92-82B4-4FE1-A865-734F5350F4AE}"/>
              </a:ext>
            </a:extLst>
          </p:cNvPr>
          <p:cNvSpPr>
            <a:spLocks/>
          </p:cNvSpPr>
          <p:nvPr/>
        </p:nvSpPr>
        <p:spPr bwMode="auto">
          <a:xfrm rot="1399003" flipH="1">
            <a:off x="1752600" y="5354638"/>
            <a:ext cx="552450" cy="277812"/>
          </a:xfrm>
          <a:custGeom>
            <a:avLst/>
            <a:gdLst>
              <a:gd name="T0" fmla="*/ 0 w 26067"/>
              <a:gd name="T1" fmla="*/ 5884823 h 26221"/>
              <a:gd name="T2" fmla="*/ 2147483647 w 26067"/>
              <a:gd name="T3" fmla="*/ 330412393 h 26221"/>
              <a:gd name="T4" fmla="*/ 901203078 w 26067"/>
              <a:gd name="T5" fmla="*/ 272182315 h 26221"/>
              <a:gd name="T6" fmla="*/ 0 60000 65536"/>
              <a:gd name="T7" fmla="*/ 0 60000 65536"/>
              <a:gd name="T8" fmla="*/ 0 60000 65536"/>
              <a:gd name="T9" fmla="*/ 0 w 26067"/>
              <a:gd name="T10" fmla="*/ 0 h 26221"/>
              <a:gd name="T11" fmla="*/ 26067 w 26067"/>
              <a:gd name="T12" fmla="*/ 26221 h 26221"/>
            </a:gdLst>
            <a:ahLst/>
            <a:cxnLst>
              <a:cxn ang="T6">
                <a:pos x="T0" y="T1"/>
              </a:cxn>
              <a:cxn ang="T7">
                <a:pos x="T2" y="T3"/>
              </a:cxn>
              <a:cxn ang="T8">
                <a:pos x="T4" y="T5"/>
              </a:cxn>
            </a:cxnLst>
            <a:rect l="T9" t="T10" r="T11" b="T12"/>
            <a:pathLst>
              <a:path w="26067" h="26221" fill="none" extrusionOk="0">
                <a:moveTo>
                  <a:pt x="-1" y="466"/>
                </a:moveTo>
                <a:cubicBezTo>
                  <a:pt x="1468" y="156"/>
                  <a:pt x="2965" y="-1"/>
                  <a:pt x="4467" y="0"/>
                </a:cubicBezTo>
                <a:cubicBezTo>
                  <a:pt x="16396" y="0"/>
                  <a:pt x="26067" y="9670"/>
                  <a:pt x="26067" y="21600"/>
                </a:cubicBezTo>
                <a:cubicBezTo>
                  <a:pt x="26067" y="23153"/>
                  <a:pt x="25899" y="24703"/>
                  <a:pt x="25566" y="26220"/>
                </a:cubicBezTo>
              </a:path>
              <a:path w="26067" h="26221" stroke="0" extrusionOk="0">
                <a:moveTo>
                  <a:pt x="-1" y="466"/>
                </a:moveTo>
                <a:cubicBezTo>
                  <a:pt x="1468" y="156"/>
                  <a:pt x="2965" y="-1"/>
                  <a:pt x="4467" y="0"/>
                </a:cubicBezTo>
                <a:cubicBezTo>
                  <a:pt x="16396" y="0"/>
                  <a:pt x="26067" y="9670"/>
                  <a:pt x="26067" y="21600"/>
                </a:cubicBezTo>
                <a:cubicBezTo>
                  <a:pt x="26067" y="23153"/>
                  <a:pt x="25899" y="24703"/>
                  <a:pt x="25566" y="26220"/>
                </a:cubicBezTo>
                <a:lnTo>
                  <a:pt x="4467" y="21600"/>
                </a:lnTo>
                <a:lnTo>
                  <a:pt x="-1" y="466"/>
                </a:lnTo>
                <a:close/>
              </a:path>
            </a:pathLst>
          </a:custGeom>
          <a:noFill/>
          <a:ln w="9525">
            <a:solidFill>
              <a:schemeClr val="tx1"/>
            </a:solidFill>
            <a:round/>
            <a:headEnd type="stealth" w="med" len="lg"/>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1684" name="Arc 4">
            <a:extLst>
              <a:ext uri="{FF2B5EF4-FFF2-40B4-BE49-F238E27FC236}">
                <a16:creationId xmlns:a16="http://schemas.microsoft.com/office/drawing/2014/main" id="{040C7B13-BA46-4BFC-BCB0-983C5B94E422}"/>
              </a:ext>
            </a:extLst>
          </p:cNvPr>
          <p:cNvSpPr>
            <a:spLocks/>
          </p:cNvSpPr>
          <p:nvPr/>
        </p:nvSpPr>
        <p:spPr bwMode="auto">
          <a:xfrm rot="1465449" flipH="1">
            <a:off x="1066800" y="4648200"/>
            <a:ext cx="609600" cy="304800"/>
          </a:xfrm>
          <a:custGeom>
            <a:avLst/>
            <a:gdLst>
              <a:gd name="T0" fmla="*/ 0 w 21600"/>
              <a:gd name="T1" fmla="*/ 0 h 21600"/>
              <a:gd name="T2" fmla="*/ 2147483647 w 21600"/>
              <a:gd name="T3" fmla="*/ 856443324 h 21600"/>
              <a:gd name="T4" fmla="*/ 0 w 21600"/>
              <a:gd name="T5" fmla="*/ 85644332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chemeClr val="tx1"/>
            </a:solidFill>
            <a:round/>
            <a:headEnd type="stealth" w="med" len="lg"/>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1685" name="Arc 5">
            <a:extLst>
              <a:ext uri="{FF2B5EF4-FFF2-40B4-BE49-F238E27FC236}">
                <a16:creationId xmlns:a16="http://schemas.microsoft.com/office/drawing/2014/main" id="{A358BECA-9278-45C4-A062-6DE055055BC5}"/>
              </a:ext>
            </a:extLst>
          </p:cNvPr>
          <p:cNvSpPr>
            <a:spLocks/>
          </p:cNvSpPr>
          <p:nvPr/>
        </p:nvSpPr>
        <p:spPr bwMode="auto">
          <a:xfrm rot="-6704270">
            <a:off x="2432843" y="4974432"/>
            <a:ext cx="550863" cy="234950"/>
          </a:xfrm>
          <a:custGeom>
            <a:avLst/>
            <a:gdLst>
              <a:gd name="T0" fmla="*/ 0 w 26067"/>
              <a:gd name="T1" fmla="*/ 5787179 h 22268"/>
              <a:gd name="T2" fmla="*/ 2147483647 w 26067"/>
              <a:gd name="T3" fmla="*/ 275967640 h 22268"/>
              <a:gd name="T4" fmla="*/ 890892173 w 26067"/>
              <a:gd name="T5" fmla="*/ 267689156 h 22268"/>
              <a:gd name="T6" fmla="*/ 0 60000 65536"/>
              <a:gd name="T7" fmla="*/ 0 60000 65536"/>
              <a:gd name="T8" fmla="*/ 0 60000 65536"/>
              <a:gd name="T9" fmla="*/ 0 w 26067"/>
              <a:gd name="T10" fmla="*/ 0 h 22268"/>
              <a:gd name="T11" fmla="*/ 26067 w 26067"/>
              <a:gd name="T12" fmla="*/ 22268 h 22268"/>
            </a:gdLst>
            <a:ahLst/>
            <a:cxnLst>
              <a:cxn ang="T6">
                <a:pos x="T0" y="T1"/>
              </a:cxn>
              <a:cxn ang="T7">
                <a:pos x="T2" y="T3"/>
              </a:cxn>
              <a:cxn ang="T8">
                <a:pos x="T4" y="T5"/>
              </a:cxn>
            </a:cxnLst>
            <a:rect l="T9" t="T10" r="T11" b="T12"/>
            <a:pathLst>
              <a:path w="26067" h="22268" fill="none" extrusionOk="0">
                <a:moveTo>
                  <a:pt x="-1" y="466"/>
                </a:moveTo>
                <a:cubicBezTo>
                  <a:pt x="1468" y="156"/>
                  <a:pt x="2965" y="-1"/>
                  <a:pt x="4467" y="0"/>
                </a:cubicBezTo>
                <a:cubicBezTo>
                  <a:pt x="16396" y="0"/>
                  <a:pt x="26067" y="9670"/>
                  <a:pt x="26067" y="21600"/>
                </a:cubicBezTo>
                <a:cubicBezTo>
                  <a:pt x="26067" y="21822"/>
                  <a:pt x="26063" y="22045"/>
                  <a:pt x="26056" y="22267"/>
                </a:cubicBezTo>
              </a:path>
              <a:path w="26067" h="22268" stroke="0" extrusionOk="0">
                <a:moveTo>
                  <a:pt x="-1" y="466"/>
                </a:moveTo>
                <a:cubicBezTo>
                  <a:pt x="1468" y="156"/>
                  <a:pt x="2965" y="-1"/>
                  <a:pt x="4467" y="0"/>
                </a:cubicBezTo>
                <a:cubicBezTo>
                  <a:pt x="16396" y="0"/>
                  <a:pt x="26067" y="9670"/>
                  <a:pt x="26067" y="21600"/>
                </a:cubicBezTo>
                <a:cubicBezTo>
                  <a:pt x="26067" y="21822"/>
                  <a:pt x="26063" y="22045"/>
                  <a:pt x="26056" y="22267"/>
                </a:cubicBezTo>
                <a:lnTo>
                  <a:pt x="4467" y="21600"/>
                </a:lnTo>
                <a:lnTo>
                  <a:pt x="-1" y="466"/>
                </a:lnTo>
                <a:close/>
              </a:path>
            </a:pathLst>
          </a:custGeom>
          <a:noFill/>
          <a:ln w="9525">
            <a:solidFill>
              <a:schemeClr val="tx1"/>
            </a:solidFill>
            <a:round/>
            <a:headEnd type="stealth" w="med" len="lg"/>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1686" name="Arc 6">
            <a:extLst>
              <a:ext uri="{FF2B5EF4-FFF2-40B4-BE49-F238E27FC236}">
                <a16:creationId xmlns:a16="http://schemas.microsoft.com/office/drawing/2014/main" id="{5CFC566A-638A-4409-AFA6-DC3CE9684937}"/>
              </a:ext>
            </a:extLst>
          </p:cNvPr>
          <p:cNvSpPr>
            <a:spLocks/>
          </p:cNvSpPr>
          <p:nvPr/>
        </p:nvSpPr>
        <p:spPr bwMode="auto">
          <a:xfrm rot="-6704270">
            <a:off x="1747043" y="4501357"/>
            <a:ext cx="550863" cy="234950"/>
          </a:xfrm>
          <a:custGeom>
            <a:avLst/>
            <a:gdLst>
              <a:gd name="T0" fmla="*/ 0 w 26067"/>
              <a:gd name="T1" fmla="*/ 5787179 h 22268"/>
              <a:gd name="T2" fmla="*/ 2147483647 w 26067"/>
              <a:gd name="T3" fmla="*/ 275967640 h 22268"/>
              <a:gd name="T4" fmla="*/ 890892173 w 26067"/>
              <a:gd name="T5" fmla="*/ 267689156 h 22268"/>
              <a:gd name="T6" fmla="*/ 0 60000 65536"/>
              <a:gd name="T7" fmla="*/ 0 60000 65536"/>
              <a:gd name="T8" fmla="*/ 0 60000 65536"/>
              <a:gd name="T9" fmla="*/ 0 w 26067"/>
              <a:gd name="T10" fmla="*/ 0 h 22268"/>
              <a:gd name="T11" fmla="*/ 26067 w 26067"/>
              <a:gd name="T12" fmla="*/ 22268 h 22268"/>
            </a:gdLst>
            <a:ahLst/>
            <a:cxnLst>
              <a:cxn ang="T6">
                <a:pos x="T0" y="T1"/>
              </a:cxn>
              <a:cxn ang="T7">
                <a:pos x="T2" y="T3"/>
              </a:cxn>
              <a:cxn ang="T8">
                <a:pos x="T4" y="T5"/>
              </a:cxn>
            </a:cxnLst>
            <a:rect l="T9" t="T10" r="T11" b="T12"/>
            <a:pathLst>
              <a:path w="26067" h="22268" fill="none" extrusionOk="0">
                <a:moveTo>
                  <a:pt x="-1" y="466"/>
                </a:moveTo>
                <a:cubicBezTo>
                  <a:pt x="1468" y="156"/>
                  <a:pt x="2965" y="-1"/>
                  <a:pt x="4467" y="0"/>
                </a:cubicBezTo>
                <a:cubicBezTo>
                  <a:pt x="16396" y="0"/>
                  <a:pt x="26067" y="9670"/>
                  <a:pt x="26067" y="21600"/>
                </a:cubicBezTo>
                <a:cubicBezTo>
                  <a:pt x="26067" y="21822"/>
                  <a:pt x="26063" y="22045"/>
                  <a:pt x="26056" y="22267"/>
                </a:cubicBezTo>
              </a:path>
              <a:path w="26067" h="22268" stroke="0" extrusionOk="0">
                <a:moveTo>
                  <a:pt x="-1" y="466"/>
                </a:moveTo>
                <a:cubicBezTo>
                  <a:pt x="1468" y="156"/>
                  <a:pt x="2965" y="-1"/>
                  <a:pt x="4467" y="0"/>
                </a:cubicBezTo>
                <a:cubicBezTo>
                  <a:pt x="16396" y="0"/>
                  <a:pt x="26067" y="9670"/>
                  <a:pt x="26067" y="21600"/>
                </a:cubicBezTo>
                <a:cubicBezTo>
                  <a:pt x="26067" y="21822"/>
                  <a:pt x="26063" y="22045"/>
                  <a:pt x="26056" y="22267"/>
                </a:cubicBezTo>
                <a:lnTo>
                  <a:pt x="4467" y="21600"/>
                </a:lnTo>
                <a:lnTo>
                  <a:pt x="-1" y="466"/>
                </a:lnTo>
                <a:close/>
              </a:path>
            </a:pathLst>
          </a:custGeom>
          <a:noFill/>
          <a:ln w="9525">
            <a:solidFill>
              <a:schemeClr val="tx1"/>
            </a:solidFill>
            <a:round/>
            <a:headEnd type="stealth" w="med" len="lg"/>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1687" name="Arc 7">
            <a:extLst>
              <a:ext uri="{FF2B5EF4-FFF2-40B4-BE49-F238E27FC236}">
                <a16:creationId xmlns:a16="http://schemas.microsoft.com/office/drawing/2014/main" id="{0EBBEF4D-6FB4-461D-ADB0-9718515E9743}"/>
              </a:ext>
            </a:extLst>
          </p:cNvPr>
          <p:cNvSpPr>
            <a:spLocks/>
          </p:cNvSpPr>
          <p:nvPr/>
        </p:nvSpPr>
        <p:spPr bwMode="auto">
          <a:xfrm rot="905680" flipH="1" flipV="1">
            <a:off x="2286000" y="5183188"/>
            <a:ext cx="527050" cy="301625"/>
          </a:xfrm>
          <a:custGeom>
            <a:avLst/>
            <a:gdLst>
              <a:gd name="T0" fmla="*/ 1136740986 w 21338"/>
              <a:gd name="T1" fmla="*/ 0 h 21383"/>
              <a:gd name="T2" fmla="*/ 2147483647 w 21338"/>
              <a:gd name="T3" fmla="*/ 713783171 h 21383"/>
              <a:gd name="T4" fmla="*/ 0 w 21338"/>
              <a:gd name="T5" fmla="*/ 846571182 h 21383"/>
              <a:gd name="T6" fmla="*/ 0 60000 65536"/>
              <a:gd name="T7" fmla="*/ 0 60000 65536"/>
              <a:gd name="T8" fmla="*/ 0 60000 65536"/>
              <a:gd name="T9" fmla="*/ 0 w 21338"/>
              <a:gd name="T10" fmla="*/ 0 h 21383"/>
              <a:gd name="T11" fmla="*/ 21338 w 21338"/>
              <a:gd name="T12" fmla="*/ 21383 h 21383"/>
            </a:gdLst>
            <a:ahLst/>
            <a:cxnLst>
              <a:cxn ang="T6">
                <a:pos x="T0" y="T1"/>
              </a:cxn>
              <a:cxn ang="T7">
                <a:pos x="T2" y="T3"/>
              </a:cxn>
              <a:cxn ang="T8">
                <a:pos x="T4" y="T5"/>
              </a:cxn>
            </a:cxnLst>
            <a:rect l="T9" t="T10" r="T11" b="T12"/>
            <a:pathLst>
              <a:path w="21338" h="21383" fill="none" extrusionOk="0">
                <a:moveTo>
                  <a:pt x="3054" y="-1"/>
                </a:moveTo>
                <a:cubicBezTo>
                  <a:pt x="12446" y="1341"/>
                  <a:pt x="19864" y="8655"/>
                  <a:pt x="21338" y="18028"/>
                </a:cubicBezTo>
              </a:path>
              <a:path w="21338" h="21383" stroke="0" extrusionOk="0">
                <a:moveTo>
                  <a:pt x="3054" y="-1"/>
                </a:moveTo>
                <a:cubicBezTo>
                  <a:pt x="12446" y="1341"/>
                  <a:pt x="19864" y="8655"/>
                  <a:pt x="21338" y="18028"/>
                </a:cubicBezTo>
                <a:lnTo>
                  <a:pt x="0" y="21383"/>
                </a:lnTo>
                <a:lnTo>
                  <a:pt x="3054" y="-1"/>
                </a:lnTo>
                <a:close/>
              </a:path>
            </a:pathLst>
          </a:custGeom>
          <a:noFill/>
          <a:ln w="9525">
            <a:solidFill>
              <a:schemeClr val="tx1"/>
            </a:solidFill>
            <a:round/>
            <a:headEnd type="stealth" w="med" len="lg"/>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2" name="Group 25">
            <a:extLst>
              <a:ext uri="{FF2B5EF4-FFF2-40B4-BE49-F238E27FC236}">
                <a16:creationId xmlns:a16="http://schemas.microsoft.com/office/drawing/2014/main" id="{FC943BB6-5858-4D82-969E-BB3A5766927A}"/>
              </a:ext>
            </a:extLst>
          </p:cNvPr>
          <p:cNvGrpSpPr>
            <a:grpSpLocks/>
          </p:cNvGrpSpPr>
          <p:nvPr/>
        </p:nvGrpSpPr>
        <p:grpSpPr bwMode="auto">
          <a:xfrm>
            <a:off x="990600" y="3048000"/>
            <a:ext cx="762000" cy="2743200"/>
            <a:chOff x="624" y="2064"/>
            <a:chExt cx="480" cy="1728"/>
          </a:xfrm>
        </p:grpSpPr>
        <p:sp>
          <p:nvSpPr>
            <p:cNvPr id="71689" name="Text Box 26">
              <a:extLst>
                <a:ext uri="{FF2B5EF4-FFF2-40B4-BE49-F238E27FC236}">
                  <a16:creationId xmlns:a16="http://schemas.microsoft.com/office/drawing/2014/main" id="{08BEE8C1-09D2-4E1A-97F0-6CCD9C238EF3}"/>
                </a:ext>
              </a:extLst>
            </p:cNvPr>
            <p:cNvSpPr txBox="1">
              <a:spLocks noChangeArrowheads="1"/>
            </p:cNvSpPr>
            <p:nvPr/>
          </p:nvSpPr>
          <p:spPr bwMode="auto">
            <a:xfrm>
              <a:off x="624" y="3504"/>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i="1"/>
                <a:t>S</a:t>
              </a:r>
              <a:r>
                <a:rPr lang="en-US" altLang="zh-CN" b="1" baseline="-25000"/>
                <a:t>1</a:t>
              </a:r>
              <a:endParaRPr lang="en-US" altLang="zh-CN" b="1"/>
            </a:p>
          </p:txBody>
        </p:sp>
        <p:sp>
          <p:nvSpPr>
            <p:cNvPr id="71690" name="Text Box 27">
              <a:extLst>
                <a:ext uri="{FF2B5EF4-FFF2-40B4-BE49-F238E27FC236}">
                  <a16:creationId xmlns:a16="http://schemas.microsoft.com/office/drawing/2014/main" id="{EABD5CE2-3DBC-40EA-852F-520B552B7E4B}"/>
                </a:ext>
              </a:extLst>
            </p:cNvPr>
            <p:cNvSpPr txBox="1">
              <a:spLocks noChangeArrowheads="1"/>
            </p:cNvSpPr>
            <p:nvPr/>
          </p:nvSpPr>
          <p:spPr bwMode="auto">
            <a:xfrm>
              <a:off x="672" y="2736"/>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i="1"/>
                <a:t>S</a:t>
              </a:r>
              <a:r>
                <a:rPr lang="en-US" altLang="zh-CN" b="1" baseline="-25000"/>
                <a:t>2</a:t>
              </a:r>
              <a:endParaRPr lang="en-US" altLang="zh-CN" b="1"/>
            </a:p>
          </p:txBody>
        </p:sp>
        <p:sp>
          <p:nvSpPr>
            <p:cNvPr id="71691" name="Text Box 28">
              <a:extLst>
                <a:ext uri="{FF2B5EF4-FFF2-40B4-BE49-F238E27FC236}">
                  <a16:creationId xmlns:a16="http://schemas.microsoft.com/office/drawing/2014/main" id="{A00CBC92-3518-4D19-8D03-544798CE3BE2}"/>
                </a:ext>
              </a:extLst>
            </p:cNvPr>
            <p:cNvSpPr txBox="1">
              <a:spLocks noChangeArrowheads="1"/>
            </p:cNvSpPr>
            <p:nvPr/>
          </p:nvSpPr>
          <p:spPr bwMode="auto">
            <a:xfrm>
              <a:off x="720" y="2064"/>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i="1"/>
                <a:t>S</a:t>
              </a:r>
              <a:r>
                <a:rPr lang="en-US" altLang="zh-CN" b="1" baseline="-25000"/>
                <a:t>3</a:t>
              </a:r>
              <a:endParaRPr lang="en-US" altLang="zh-CN" b="1"/>
            </a:p>
          </p:txBody>
        </p:sp>
      </p:grpSp>
      <p:sp>
        <p:nvSpPr>
          <p:cNvPr id="71692" name="Text Box 29">
            <a:extLst>
              <a:ext uri="{FF2B5EF4-FFF2-40B4-BE49-F238E27FC236}">
                <a16:creationId xmlns:a16="http://schemas.microsoft.com/office/drawing/2014/main" id="{70AE3BED-47D5-41C6-BEF2-5155000652D9}"/>
              </a:ext>
            </a:extLst>
          </p:cNvPr>
          <p:cNvSpPr txBox="1">
            <a:spLocks noChangeArrowheads="1"/>
          </p:cNvSpPr>
          <p:nvPr/>
        </p:nvSpPr>
        <p:spPr bwMode="auto">
          <a:xfrm>
            <a:off x="250825" y="404813"/>
            <a:ext cx="1905000" cy="1563687"/>
          </a:xfrm>
          <a:prstGeom prst="rect">
            <a:avLst/>
          </a:prstGeom>
          <a:solidFill>
            <a:srgbClr val="FFCCFF"/>
          </a:solidFill>
          <a:ln w="9525">
            <a:solidFill>
              <a:srgbClr val="FFCCFF"/>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ea typeface="楷体_GB2312" pitchFamily="49" charset="-122"/>
              </a:rPr>
              <a:t>平衡点稳定性的相轨线分析</a:t>
            </a:r>
          </a:p>
        </p:txBody>
      </p:sp>
      <p:grpSp>
        <p:nvGrpSpPr>
          <p:cNvPr id="3" name="Group 30">
            <a:extLst>
              <a:ext uri="{FF2B5EF4-FFF2-40B4-BE49-F238E27FC236}">
                <a16:creationId xmlns:a16="http://schemas.microsoft.com/office/drawing/2014/main" id="{E2932C6A-3809-4F44-938C-39B499CEB9CD}"/>
              </a:ext>
            </a:extLst>
          </p:cNvPr>
          <p:cNvGrpSpPr>
            <a:grpSpLocks/>
          </p:cNvGrpSpPr>
          <p:nvPr/>
        </p:nvGrpSpPr>
        <p:grpSpPr bwMode="auto">
          <a:xfrm>
            <a:off x="2438400" y="381000"/>
            <a:ext cx="2971800" cy="1828800"/>
            <a:chOff x="1296" y="144"/>
            <a:chExt cx="1968" cy="1207"/>
          </a:xfrm>
        </p:grpSpPr>
        <p:graphicFrame>
          <p:nvGraphicFramePr>
            <p:cNvPr id="71694" name="Object 31">
              <a:extLst>
                <a:ext uri="{FF2B5EF4-FFF2-40B4-BE49-F238E27FC236}">
                  <a16:creationId xmlns:a16="http://schemas.microsoft.com/office/drawing/2014/main" id="{F6C0A7AC-5917-497B-AA28-3316F0347EC1}"/>
                </a:ext>
              </a:extLst>
            </p:cNvPr>
            <p:cNvGraphicFramePr>
              <a:graphicFrameLocks noChangeAspect="1"/>
            </p:cNvGraphicFramePr>
            <p:nvPr/>
          </p:nvGraphicFramePr>
          <p:xfrm>
            <a:off x="1296" y="144"/>
            <a:ext cx="1920" cy="616"/>
          </p:xfrm>
          <a:graphic>
            <a:graphicData uri="http://schemas.openxmlformats.org/presentationml/2006/ole">
              <mc:AlternateContent xmlns:mc="http://schemas.openxmlformats.org/markup-compatibility/2006">
                <mc:Choice xmlns:v="urn:schemas-microsoft-com:vml" Requires="v">
                  <p:oleObj spid="_x0000_s71761" name="公式" r:id="rId5" imgW="2070100" imgH="571500" progId="Equation.3">
                    <p:embed/>
                  </p:oleObj>
                </mc:Choice>
                <mc:Fallback>
                  <p:oleObj name="公式" r:id="rId5" imgW="2070100" imgH="571500" progId="Equation.3">
                    <p:embed/>
                    <p:pic>
                      <p:nvPicPr>
                        <p:cNvPr id="0" name="Object 3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96" y="144"/>
                          <a:ext cx="1920" cy="616"/>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695" name="Object 32">
              <a:extLst>
                <a:ext uri="{FF2B5EF4-FFF2-40B4-BE49-F238E27FC236}">
                  <a16:creationId xmlns:a16="http://schemas.microsoft.com/office/drawing/2014/main" id="{70BB12F0-A18E-49DB-8C26-9ED0E6D8D3E0}"/>
                </a:ext>
              </a:extLst>
            </p:cNvPr>
            <p:cNvGraphicFramePr>
              <a:graphicFrameLocks noChangeAspect="1"/>
            </p:cNvGraphicFramePr>
            <p:nvPr/>
          </p:nvGraphicFramePr>
          <p:xfrm>
            <a:off x="1296" y="720"/>
            <a:ext cx="1968" cy="631"/>
          </p:xfrm>
          <a:graphic>
            <a:graphicData uri="http://schemas.openxmlformats.org/presentationml/2006/ole">
              <mc:AlternateContent xmlns:mc="http://schemas.openxmlformats.org/markup-compatibility/2006">
                <mc:Choice xmlns:v="urn:schemas-microsoft-com:vml" Requires="v">
                  <p:oleObj spid="_x0000_s71762" name="公式" r:id="rId7" imgW="2133600" imgH="571500" progId="Equation.3">
                    <p:embed/>
                  </p:oleObj>
                </mc:Choice>
                <mc:Fallback>
                  <p:oleObj name="公式" r:id="rId7" imgW="2133600" imgH="571500" progId="Equation.3">
                    <p:embed/>
                    <p:pic>
                      <p:nvPicPr>
                        <p:cNvPr id="0" name="Object 3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96" y="720"/>
                          <a:ext cx="1968" cy="631"/>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71713" name="Object 33">
            <a:extLst>
              <a:ext uri="{FF2B5EF4-FFF2-40B4-BE49-F238E27FC236}">
                <a16:creationId xmlns:a16="http://schemas.microsoft.com/office/drawing/2014/main" id="{C0AFCCEC-BD81-47CF-AFA9-F5740B782FC9}"/>
              </a:ext>
            </a:extLst>
          </p:cNvPr>
          <p:cNvGraphicFramePr>
            <a:graphicFrameLocks noChangeAspect="1"/>
          </p:cNvGraphicFramePr>
          <p:nvPr/>
        </p:nvGraphicFramePr>
        <p:xfrm>
          <a:off x="3960813" y="2362200"/>
          <a:ext cx="2592387" cy="471488"/>
        </p:xfrm>
        <a:graphic>
          <a:graphicData uri="http://schemas.openxmlformats.org/presentationml/2006/ole">
            <mc:AlternateContent xmlns:mc="http://schemas.openxmlformats.org/markup-compatibility/2006">
              <mc:Choice xmlns:v="urn:schemas-microsoft-com:vml" Requires="v">
                <p:oleObj spid="_x0000_s71763" name="Equation" r:id="rId9" imgW="990170" imgH="215806" progId="Equation.3">
                  <p:embed/>
                </p:oleObj>
              </mc:Choice>
              <mc:Fallback>
                <p:oleObj name="Equation" r:id="rId9" imgW="990170" imgH="215806" progId="Equation.3">
                  <p:embed/>
                  <p:pic>
                    <p:nvPicPr>
                      <p:cNvPr id="0" name="Object 3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60813" y="2362200"/>
                        <a:ext cx="2592387" cy="471488"/>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714" name="Text Box 34">
            <a:extLst>
              <a:ext uri="{FF2B5EF4-FFF2-40B4-BE49-F238E27FC236}">
                <a16:creationId xmlns:a16="http://schemas.microsoft.com/office/drawing/2014/main" id="{EF9174A8-A02C-4D7E-8842-CCE10D1EC070}"/>
              </a:ext>
            </a:extLst>
          </p:cNvPr>
          <p:cNvSpPr txBox="1">
            <a:spLocks noChangeArrowheads="1"/>
          </p:cNvSpPr>
          <p:nvPr/>
        </p:nvSpPr>
        <p:spPr bwMode="auto">
          <a:xfrm>
            <a:off x="4572000" y="4724400"/>
            <a:ext cx="4191000"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zh-CN" altLang="en-US" sz="2800" b="1"/>
              <a:t>从任意点出发</a:t>
            </a:r>
            <a:r>
              <a:rPr lang="en-US" altLang="zh-CN" sz="2800" b="1"/>
              <a:t>(</a:t>
            </a:r>
            <a:r>
              <a:rPr lang="en-US" altLang="zh-CN" sz="2800" b="1" i="1"/>
              <a:t>t</a:t>
            </a:r>
            <a:r>
              <a:rPr lang="en-US" altLang="zh-CN" sz="2800" b="1"/>
              <a:t>=0)</a:t>
            </a:r>
            <a:r>
              <a:rPr lang="zh-CN" altLang="en-US" sz="2800" b="1"/>
              <a:t>的相轨线都趋向</a:t>
            </a:r>
            <a:r>
              <a:rPr lang="en-US" altLang="zh-CN" sz="2800" b="1" i="1"/>
              <a:t>P</a:t>
            </a:r>
            <a:r>
              <a:rPr lang="en-US" altLang="zh-CN" sz="2800" b="1" baseline="-25000"/>
              <a:t>1</a:t>
            </a:r>
            <a:r>
              <a:rPr lang="en-US" altLang="zh-CN" sz="2800" b="1"/>
              <a:t>(</a:t>
            </a:r>
            <a:r>
              <a:rPr lang="en-US" altLang="zh-CN" sz="2800" b="1" i="1"/>
              <a:t>N</a:t>
            </a:r>
            <a:r>
              <a:rPr lang="en-US" altLang="zh-CN" sz="2800" b="1" baseline="-25000"/>
              <a:t>1</a:t>
            </a:r>
            <a:r>
              <a:rPr lang="en-US" altLang="zh-CN" sz="2800" b="1"/>
              <a:t>,0) (</a:t>
            </a:r>
            <a:r>
              <a:rPr lang="en-US" altLang="zh-CN" sz="2800" b="1" i="1"/>
              <a:t>t</a:t>
            </a:r>
            <a:r>
              <a:rPr lang="en-US" altLang="zh-CN" sz="2800" b="1">
                <a:sym typeface="Symbol" panose="05050102010706020507" pitchFamily="18" charset="2"/>
              </a:rPr>
              <a:t></a:t>
            </a:r>
            <a:r>
              <a:rPr lang="en-US" altLang="zh-CN" sz="2800" b="1"/>
              <a:t>)</a:t>
            </a:r>
          </a:p>
        </p:txBody>
      </p:sp>
      <p:sp>
        <p:nvSpPr>
          <p:cNvPr id="71715" name="Text Box 35">
            <a:extLst>
              <a:ext uri="{FF2B5EF4-FFF2-40B4-BE49-F238E27FC236}">
                <a16:creationId xmlns:a16="http://schemas.microsoft.com/office/drawing/2014/main" id="{32F3DEB1-1D1B-4577-AD41-17D67CC3C394}"/>
              </a:ext>
            </a:extLst>
          </p:cNvPr>
          <p:cNvSpPr txBox="1">
            <a:spLocks noChangeArrowheads="1"/>
          </p:cNvSpPr>
          <p:nvPr/>
        </p:nvSpPr>
        <p:spPr bwMode="auto">
          <a:xfrm>
            <a:off x="4876800" y="5943600"/>
            <a:ext cx="3657600" cy="519113"/>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t>P</a:t>
            </a:r>
            <a:r>
              <a:rPr lang="en-US" altLang="zh-CN" sz="2800" b="1" baseline="-25000"/>
              <a:t>1</a:t>
            </a:r>
            <a:r>
              <a:rPr lang="en-US" altLang="zh-CN" sz="2800" b="1"/>
              <a:t>(</a:t>
            </a:r>
            <a:r>
              <a:rPr lang="en-US" altLang="zh-CN" sz="2800" b="1" i="1"/>
              <a:t>N</a:t>
            </a:r>
            <a:r>
              <a:rPr lang="en-US" altLang="zh-CN" sz="2800" b="1" baseline="-25000"/>
              <a:t>1</a:t>
            </a:r>
            <a:r>
              <a:rPr lang="en-US" altLang="zh-CN" sz="2800" b="1"/>
              <a:t>,0)</a:t>
            </a:r>
            <a:r>
              <a:rPr lang="zh-CN" altLang="en-US" sz="2800" b="1"/>
              <a:t>是稳定平衡点</a:t>
            </a:r>
          </a:p>
        </p:txBody>
      </p:sp>
      <p:graphicFrame>
        <p:nvGraphicFramePr>
          <p:cNvPr id="71716" name="Object 36">
            <a:extLst>
              <a:ext uri="{FF2B5EF4-FFF2-40B4-BE49-F238E27FC236}">
                <a16:creationId xmlns:a16="http://schemas.microsoft.com/office/drawing/2014/main" id="{88FDA956-2EBC-4212-9A61-DE9EBBB1DDFE}"/>
              </a:ext>
            </a:extLst>
          </p:cNvPr>
          <p:cNvGraphicFramePr>
            <a:graphicFrameLocks noChangeAspect="1"/>
          </p:cNvGraphicFramePr>
          <p:nvPr/>
        </p:nvGraphicFramePr>
        <p:xfrm>
          <a:off x="3886200" y="3611563"/>
          <a:ext cx="2590800" cy="503237"/>
        </p:xfrm>
        <a:graphic>
          <a:graphicData uri="http://schemas.openxmlformats.org/presentationml/2006/ole">
            <mc:AlternateContent xmlns:mc="http://schemas.openxmlformats.org/markup-compatibility/2006">
              <mc:Choice xmlns:v="urn:schemas-microsoft-com:vml" Requires="v">
                <p:oleObj spid="_x0000_s71764" name="Equation" r:id="rId11" imgW="1053643" imgH="215806" progId="Equation.3">
                  <p:embed/>
                </p:oleObj>
              </mc:Choice>
              <mc:Fallback>
                <p:oleObj name="Equation" r:id="rId11" imgW="1053643" imgH="215806" progId="Equation.3">
                  <p:embed/>
                  <p:pic>
                    <p:nvPicPr>
                      <p:cNvPr id="0" name="Object 3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886200" y="3611563"/>
                        <a:ext cx="2590800" cy="503237"/>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 name="Group 39">
            <a:extLst>
              <a:ext uri="{FF2B5EF4-FFF2-40B4-BE49-F238E27FC236}">
                <a16:creationId xmlns:a16="http://schemas.microsoft.com/office/drawing/2014/main" id="{A37F1E9B-B716-4A09-AB74-E0498EAB8A61}"/>
              </a:ext>
            </a:extLst>
          </p:cNvPr>
          <p:cNvGrpSpPr>
            <a:grpSpLocks/>
          </p:cNvGrpSpPr>
          <p:nvPr/>
        </p:nvGrpSpPr>
        <p:grpSpPr bwMode="auto">
          <a:xfrm>
            <a:off x="3884613" y="2819400"/>
            <a:ext cx="2644775" cy="744538"/>
            <a:chOff x="3600" y="1728"/>
            <a:chExt cx="1666" cy="469"/>
          </a:xfrm>
        </p:grpSpPr>
        <p:graphicFrame>
          <p:nvGraphicFramePr>
            <p:cNvPr id="71701" name="Object 37">
              <a:extLst>
                <a:ext uri="{FF2B5EF4-FFF2-40B4-BE49-F238E27FC236}">
                  <a16:creationId xmlns:a16="http://schemas.microsoft.com/office/drawing/2014/main" id="{FB84CDFD-D37A-438A-927D-E54A61C75A95}"/>
                </a:ext>
              </a:extLst>
            </p:cNvPr>
            <p:cNvGraphicFramePr>
              <a:graphicFrameLocks noChangeAspect="1"/>
            </p:cNvGraphicFramePr>
            <p:nvPr/>
          </p:nvGraphicFramePr>
          <p:xfrm>
            <a:off x="3600" y="1872"/>
            <a:ext cx="1666" cy="325"/>
          </p:xfrm>
          <a:graphic>
            <a:graphicData uri="http://schemas.openxmlformats.org/presentationml/2006/ole">
              <mc:AlternateContent xmlns:mc="http://schemas.openxmlformats.org/markup-compatibility/2006">
                <mc:Choice xmlns:v="urn:schemas-microsoft-com:vml" Requires="v">
                  <p:oleObj spid="_x0000_s71765" name="Equation" r:id="rId13" imgW="1040948" imgH="215806" progId="Equation.3">
                    <p:embed/>
                  </p:oleObj>
                </mc:Choice>
                <mc:Fallback>
                  <p:oleObj name="Equation" r:id="rId13" imgW="1040948" imgH="215806" progId="Equation.3">
                    <p:embed/>
                    <p:pic>
                      <p:nvPicPr>
                        <p:cNvPr id="0" name="Object 3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600" y="1872"/>
                          <a:ext cx="1666" cy="325"/>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702" name="AutoShape 38">
              <a:extLst>
                <a:ext uri="{FF2B5EF4-FFF2-40B4-BE49-F238E27FC236}">
                  <a16:creationId xmlns:a16="http://schemas.microsoft.com/office/drawing/2014/main" id="{FBE24719-9B0E-4FD4-A769-A0BF9D2587FA}"/>
                </a:ext>
              </a:extLst>
            </p:cNvPr>
            <p:cNvSpPr>
              <a:spLocks noChangeArrowheads="1"/>
            </p:cNvSpPr>
            <p:nvPr/>
          </p:nvSpPr>
          <p:spPr bwMode="auto">
            <a:xfrm>
              <a:off x="4272" y="1728"/>
              <a:ext cx="306" cy="96"/>
            </a:xfrm>
            <a:prstGeom prst="downArrow">
              <a:avLst>
                <a:gd name="adj1" fmla="val 50000"/>
                <a:gd name="adj2" fmla="val 25000"/>
              </a:avLst>
            </a:prstGeom>
            <a:solidFill>
              <a:srgbClr val="FFFF00"/>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71720" name="Text Box 40">
            <a:extLst>
              <a:ext uri="{FF2B5EF4-FFF2-40B4-BE49-F238E27FC236}">
                <a16:creationId xmlns:a16="http://schemas.microsoft.com/office/drawing/2014/main" id="{6D6D50A8-1985-4F40-BC4C-238FC3DF19DD}"/>
              </a:ext>
            </a:extLst>
          </p:cNvPr>
          <p:cNvSpPr txBox="1">
            <a:spLocks noChangeArrowheads="1"/>
          </p:cNvSpPr>
          <p:nvPr/>
        </p:nvSpPr>
        <p:spPr bwMode="auto">
          <a:xfrm>
            <a:off x="468313" y="2205038"/>
            <a:ext cx="2057400" cy="4572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t>(1) </a:t>
            </a:r>
            <a:r>
              <a:rPr lang="en-US" altLang="zh-CN" b="1" i="1">
                <a:sym typeface="Symbol" panose="05050102010706020507" pitchFamily="18" charset="2"/>
              </a:rPr>
              <a:t></a:t>
            </a:r>
            <a:r>
              <a:rPr lang="en-US" altLang="zh-CN" b="1" baseline="-25000">
                <a:sym typeface="Symbol" panose="05050102010706020507" pitchFamily="18" charset="2"/>
              </a:rPr>
              <a:t>2</a:t>
            </a:r>
            <a:r>
              <a:rPr lang="en-US" altLang="zh-CN" b="1">
                <a:sym typeface="Symbol" panose="05050102010706020507" pitchFamily="18" charset="2"/>
              </a:rPr>
              <a:t>&gt;1, </a:t>
            </a:r>
            <a:r>
              <a:rPr lang="en-US" altLang="zh-CN" b="1" baseline="-25000">
                <a:sym typeface="Symbol" panose="05050102010706020507" pitchFamily="18" charset="2"/>
              </a:rPr>
              <a:t> </a:t>
            </a:r>
            <a:r>
              <a:rPr lang="en-US" altLang="zh-CN" b="1" i="1">
                <a:solidFill>
                  <a:srgbClr val="FF0000"/>
                </a:solidFill>
                <a:sym typeface="Symbol" panose="05050102010706020507" pitchFamily="18" charset="2"/>
              </a:rPr>
              <a:t></a:t>
            </a:r>
            <a:r>
              <a:rPr lang="en-US" altLang="zh-CN" b="1" baseline="-25000">
                <a:solidFill>
                  <a:srgbClr val="FF0000"/>
                </a:solidFill>
                <a:sym typeface="Symbol" panose="05050102010706020507" pitchFamily="18" charset="2"/>
              </a:rPr>
              <a:t>1</a:t>
            </a:r>
            <a:r>
              <a:rPr lang="en-US" altLang="zh-CN" b="1">
                <a:solidFill>
                  <a:srgbClr val="FF0000"/>
                </a:solidFill>
                <a:sym typeface="Symbol" panose="05050102010706020507" pitchFamily="18" charset="2"/>
              </a:rPr>
              <a:t>&lt;1</a:t>
            </a:r>
            <a:endParaRPr lang="en-US" altLang="zh-CN" b="1" baseline="-25000">
              <a:solidFill>
                <a:srgbClr val="FF0000"/>
              </a:solidFill>
              <a:sym typeface="Symbol" panose="05050102010706020507" pitchFamily="18" charset="2"/>
            </a:endParaRPr>
          </a:p>
        </p:txBody>
      </p:sp>
      <p:grpSp>
        <p:nvGrpSpPr>
          <p:cNvPr id="5" name="Group 48">
            <a:extLst>
              <a:ext uri="{FF2B5EF4-FFF2-40B4-BE49-F238E27FC236}">
                <a16:creationId xmlns:a16="http://schemas.microsoft.com/office/drawing/2014/main" id="{B43E0449-A7E8-48A0-A816-D5C3B62B5719}"/>
              </a:ext>
            </a:extLst>
          </p:cNvPr>
          <p:cNvGrpSpPr>
            <a:grpSpLocks/>
          </p:cNvGrpSpPr>
          <p:nvPr/>
        </p:nvGrpSpPr>
        <p:grpSpPr bwMode="auto">
          <a:xfrm>
            <a:off x="6553200" y="3124200"/>
            <a:ext cx="2438400" cy="485775"/>
            <a:chOff x="4128" y="1854"/>
            <a:chExt cx="1536" cy="306"/>
          </a:xfrm>
        </p:grpSpPr>
        <p:sp>
          <p:nvSpPr>
            <p:cNvPr id="71705" name="Text Box 41">
              <a:extLst>
                <a:ext uri="{FF2B5EF4-FFF2-40B4-BE49-F238E27FC236}">
                  <a16:creationId xmlns:a16="http://schemas.microsoft.com/office/drawing/2014/main" id="{C5C26981-E47F-4D2A-9BED-6CE05F9F03C5}"/>
                </a:ext>
              </a:extLst>
            </p:cNvPr>
            <p:cNvSpPr txBox="1">
              <a:spLocks noChangeArrowheads="1"/>
            </p:cNvSpPr>
            <p:nvPr/>
          </p:nvSpPr>
          <p:spPr bwMode="auto">
            <a:xfrm>
              <a:off x="4272" y="1872"/>
              <a:ext cx="1392" cy="288"/>
            </a:xfrm>
            <a:prstGeom prst="rect">
              <a:avLst/>
            </a:prstGeom>
            <a:solidFill>
              <a:srgbClr val="99FF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i="1"/>
                <a:t>t </a:t>
              </a:r>
              <a:r>
                <a:rPr lang="en-US" altLang="zh-CN" b="1">
                  <a:sym typeface="Symbol" panose="05050102010706020507" pitchFamily="18" charset="2"/>
                </a:rPr>
                <a:t>  </a:t>
              </a:r>
              <a:r>
                <a:rPr lang="en-US" altLang="zh-CN" b="1" i="1">
                  <a:sym typeface="Symbol" panose="05050102010706020507" pitchFamily="18" charset="2"/>
                </a:rPr>
                <a:t>x</a:t>
              </a:r>
              <a:r>
                <a:rPr lang="en-US" altLang="zh-CN" b="1" baseline="-25000">
                  <a:sym typeface="Symbol" panose="05050102010706020507" pitchFamily="18" charset="2"/>
                </a:rPr>
                <a:t>1</a:t>
              </a:r>
              <a:r>
                <a:rPr lang="en-US" altLang="zh-CN" b="1">
                  <a:sym typeface="Symbol" panose="05050102010706020507" pitchFamily="18" charset="2"/>
                </a:rPr>
                <a:t>, </a:t>
              </a:r>
              <a:r>
                <a:rPr lang="en-US" altLang="zh-CN" b="1" i="1">
                  <a:sym typeface="Symbol" panose="05050102010706020507" pitchFamily="18" charset="2"/>
                </a:rPr>
                <a:t>x</a:t>
              </a:r>
              <a:r>
                <a:rPr lang="en-US" altLang="zh-CN" b="1" baseline="-25000">
                  <a:sym typeface="Symbol" panose="05050102010706020507" pitchFamily="18" charset="2"/>
                </a:rPr>
                <a:t>2</a:t>
              </a:r>
              <a:r>
                <a:rPr lang="en-US" altLang="zh-CN" b="1">
                  <a:sym typeface="Symbol" panose="05050102010706020507" pitchFamily="18" charset="2"/>
                </a:rPr>
                <a:t> </a:t>
              </a:r>
            </a:p>
          </p:txBody>
        </p:sp>
        <p:sp>
          <p:nvSpPr>
            <p:cNvPr id="71706" name="AutoShape 42">
              <a:extLst>
                <a:ext uri="{FF2B5EF4-FFF2-40B4-BE49-F238E27FC236}">
                  <a16:creationId xmlns:a16="http://schemas.microsoft.com/office/drawing/2014/main" id="{92D7C859-1B14-45B5-AC04-0300804DB5D6}"/>
                </a:ext>
              </a:extLst>
            </p:cNvPr>
            <p:cNvSpPr>
              <a:spLocks noChangeArrowheads="1"/>
            </p:cNvSpPr>
            <p:nvPr/>
          </p:nvSpPr>
          <p:spPr bwMode="auto">
            <a:xfrm>
              <a:off x="4128" y="1854"/>
              <a:ext cx="96" cy="306"/>
            </a:xfrm>
            <a:prstGeom prst="rightArrow">
              <a:avLst>
                <a:gd name="adj1" fmla="val 50000"/>
                <a:gd name="adj2" fmla="val 25000"/>
              </a:avLst>
            </a:prstGeom>
            <a:solidFill>
              <a:srgbClr val="99FF66"/>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aphicFrame>
        <p:nvGraphicFramePr>
          <p:cNvPr id="71723" name="Object 43">
            <a:extLst>
              <a:ext uri="{FF2B5EF4-FFF2-40B4-BE49-F238E27FC236}">
                <a16:creationId xmlns:a16="http://schemas.microsoft.com/office/drawing/2014/main" id="{3C8CC512-ECC8-4F72-B845-01CE91E84DD1}"/>
              </a:ext>
            </a:extLst>
          </p:cNvPr>
          <p:cNvGraphicFramePr>
            <a:graphicFrameLocks noChangeAspect="1"/>
          </p:cNvGraphicFramePr>
          <p:nvPr/>
        </p:nvGraphicFramePr>
        <p:xfrm>
          <a:off x="3886200" y="4191000"/>
          <a:ext cx="2590800" cy="533400"/>
        </p:xfrm>
        <a:graphic>
          <a:graphicData uri="http://schemas.openxmlformats.org/presentationml/2006/ole">
            <mc:AlternateContent xmlns:mc="http://schemas.openxmlformats.org/markup-compatibility/2006">
              <mc:Choice xmlns:v="urn:schemas-microsoft-com:vml" Requires="v">
                <p:oleObj spid="_x0000_s71766" name="Equation" r:id="rId15" imgW="1054100" imgH="228600" progId="Equation.3">
                  <p:embed/>
                </p:oleObj>
              </mc:Choice>
              <mc:Fallback>
                <p:oleObj name="Equation" r:id="rId15" imgW="1054100" imgH="228600" progId="Equation.3">
                  <p:embed/>
                  <p:pic>
                    <p:nvPicPr>
                      <p:cNvPr id="0" name="Object 4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886200" y="4191000"/>
                        <a:ext cx="2590800" cy="533400"/>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 name="Group 49">
            <a:extLst>
              <a:ext uri="{FF2B5EF4-FFF2-40B4-BE49-F238E27FC236}">
                <a16:creationId xmlns:a16="http://schemas.microsoft.com/office/drawing/2014/main" id="{9E84CB90-C07A-4CF6-8210-550F92CD3D17}"/>
              </a:ext>
            </a:extLst>
          </p:cNvPr>
          <p:cNvGrpSpPr>
            <a:grpSpLocks/>
          </p:cNvGrpSpPr>
          <p:nvPr/>
        </p:nvGrpSpPr>
        <p:grpSpPr bwMode="auto">
          <a:xfrm>
            <a:off x="6553200" y="3629025"/>
            <a:ext cx="2514600" cy="485775"/>
            <a:chOff x="4128" y="2190"/>
            <a:chExt cx="1584" cy="306"/>
          </a:xfrm>
        </p:grpSpPr>
        <p:sp>
          <p:nvSpPr>
            <p:cNvPr id="71709" name="Text Box 44">
              <a:extLst>
                <a:ext uri="{FF2B5EF4-FFF2-40B4-BE49-F238E27FC236}">
                  <a16:creationId xmlns:a16="http://schemas.microsoft.com/office/drawing/2014/main" id="{A2011CF9-D7AD-46C1-9C40-819668EC09DF}"/>
                </a:ext>
              </a:extLst>
            </p:cNvPr>
            <p:cNvSpPr txBox="1">
              <a:spLocks noChangeArrowheads="1"/>
            </p:cNvSpPr>
            <p:nvPr/>
          </p:nvSpPr>
          <p:spPr bwMode="auto">
            <a:xfrm>
              <a:off x="4272" y="2208"/>
              <a:ext cx="1440" cy="288"/>
            </a:xfrm>
            <a:prstGeom prst="rect">
              <a:avLst/>
            </a:prstGeom>
            <a:solidFill>
              <a:srgbClr val="99FF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i="1"/>
                <a:t>t </a:t>
              </a:r>
              <a:r>
                <a:rPr lang="en-US" altLang="zh-CN" b="1">
                  <a:sym typeface="Symbol" panose="05050102010706020507" pitchFamily="18" charset="2"/>
                </a:rPr>
                <a:t>  </a:t>
              </a:r>
              <a:r>
                <a:rPr lang="en-US" altLang="zh-CN" b="1" i="1">
                  <a:sym typeface="Symbol" panose="05050102010706020507" pitchFamily="18" charset="2"/>
                </a:rPr>
                <a:t>x</a:t>
              </a:r>
              <a:r>
                <a:rPr lang="en-US" altLang="zh-CN" b="1" baseline="-25000">
                  <a:sym typeface="Symbol" panose="05050102010706020507" pitchFamily="18" charset="2"/>
                </a:rPr>
                <a:t>1 </a:t>
              </a:r>
              <a:r>
                <a:rPr lang="en-US" altLang="zh-CN" b="1">
                  <a:sym typeface="Symbol" panose="05050102010706020507" pitchFamily="18" charset="2"/>
                </a:rPr>
                <a:t>, </a:t>
              </a:r>
              <a:r>
                <a:rPr lang="en-US" altLang="zh-CN" b="1" i="1">
                  <a:sym typeface="Symbol" panose="05050102010706020507" pitchFamily="18" charset="2"/>
                </a:rPr>
                <a:t>x</a:t>
              </a:r>
              <a:r>
                <a:rPr lang="en-US" altLang="zh-CN" b="1" baseline="-25000">
                  <a:sym typeface="Symbol" panose="05050102010706020507" pitchFamily="18" charset="2"/>
                </a:rPr>
                <a:t>2</a:t>
              </a:r>
              <a:r>
                <a:rPr lang="en-US" altLang="zh-CN" b="1">
                  <a:sym typeface="Symbol" panose="05050102010706020507" pitchFamily="18" charset="2"/>
                </a:rPr>
                <a:t></a:t>
              </a:r>
            </a:p>
          </p:txBody>
        </p:sp>
        <p:sp>
          <p:nvSpPr>
            <p:cNvPr id="71710" name="AutoShape 46">
              <a:extLst>
                <a:ext uri="{FF2B5EF4-FFF2-40B4-BE49-F238E27FC236}">
                  <a16:creationId xmlns:a16="http://schemas.microsoft.com/office/drawing/2014/main" id="{EBCD5434-4F96-465A-A2B3-DF94321A9E41}"/>
                </a:ext>
              </a:extLst>
            </p:cNvPr>
            <p:cNvSpPr>
              <a:spLocks noChangeArrowheads="1"/>
            </p:cNvSpPr>
            <p:nvPr/>
          </p:nvSpPr>
          <p:spPr bwMode="auto">
            <a:xfrm>
              <a:off x="4128" y="2190"/>
              <a:ext cx="96" cy="306"/>
            </a:xfrm>
            <a:prstGeom prst="rightArrow">
              <a:avLst>
                <a:gd name="adj1" fmla="val 50000"/>
                <a:gd name="adj2" fmla="val 25000"/>
              </a:avLst>
            </a:prstGeom>
            <a:solidFill>
              <a:srgbClr val="99FF66"/>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7" name="Group 50">
            <a:extLst>
              <a:ext uri="{FF2B5EF4-FFF2-40B4-BE49-F238E27FC236}">
                <a16:creationId xmlns:a16="http://schemas.microsoft.com/office/drawing/2014/main" id="{1D078EFC-FEF1-4F7B-8DD4-08A5A7CC9BBD}"/>
              </a:ext>
            </a:extLst>
          </p:cNvPr>
          <p:cNvGrpSpPr>
            <a:grpSpLocks/>
          </p:cNvGrpSpPr>
          <p:nvPr/>
        </p:nvGrpSpPr>
        <p:grpSpPr bwMode="auto">
          <a:xfrm>
            <a:off x="6553200" y="4191000"/>
            <a:ext cx="2514600" cy="533400"/>
            <a:chOff x="4128" y="2544"/>
            <a:chExt cx="1584" cy="336"/>
          </a:xfrm>
        </p:grpSpPr>
        <p:sp>
          <p:nvSpPr>
            <p:cNvPr id="71712" name="Text Box 45">
              <a:extLst>
                <a:ext uri="{FF2B5EF4-FFF2-40B4-BE49-F238E27FC236}">
                  <a16:creationId xmlns:a16="http://schemas.microsoft.com/office/drawing/2014/main" id="{35EFFF7F-C489-41E2-AFFB-A93280D117BA}"/>
                </a:ext>
              </a:extLst>
            </p:cNvPr>
            <p:cNvSpPr txBox="1">
              <a:spLocks noChangeArrowheads="1"/>
            </p:cNvSpPr>
            <p:nvPr/>
          </p:nvSpPr>
          <p:spPr bwMode="auto">
            <a:xfrm>
              <a:off x="4272" y="2544"/>
              <a:ext cx="1440" cy="288"/>
            </a:xfrm>
            <a:prstGeom prst="rect">
              <a:avLst/>
            </a:prstGeom>
            <a:solidFill>
              <a:srgbClr val="99FF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i="1"/>
                <a:t>t </a:t>
              </a:r>
              <a:r>
                <a:rPr lang="en-US" altLang="zh-CN" b="1">
                  <a:sym typeface="Symbol" panose="05050102010706020507" pitchFamily="18" charset="2"/>
                </a:rPr>
                <a:t>  </a:t>
              </a:r>
              <a:r>
                <a:rPr lang="en-US" altLang="zh-CN" b="1" i="1">
                  <a:sym typeface="Symbol" panose="05050102010706020507" pitchFamily="18" charset="2"/>
                </a:rPr>
                <a:t>x</a:t>
              </a:r>
              <a:r>
                <a:rPr lang="en-US" altLang="zh-CN" b="1" baseline="-25000">
                  <a:sym typeface="Symbol" panose="05050102010706020507" pitchFamily="18" charset="2"/>
                </a:rPr>
                <a:t>1</a:t>
              </a:r>
              <a:r>
                <a:rPr lang="en-US" altLang="zh-CN" b="1">
                  <a:sym typeface="Symbol" panose="05050102010706020507" pitchFamily="18" charset="2"/>
                </a:rPr>
                <a:t>, </a:t>
              </a:r>
              <a:r>
                <a:rPr lang="en-US" altLang="zh-CN" b="1" i="1">
                  <a:sym typeface="Symbol" panose="05050102010706020507" pitchFamily="18" charset="2"/>
                </a:rPr>
                <a:t>x</a:t>
              </a:r>
              <a:r>
                <a:rPr lang="en-US" altLang="zh-CN" b="1" baseline="-25000">
                  <a:sym typeface="Symbol" panose="05050102010706020507" pitchFamily="18" charset="2"/>
                </a:rPr>
                <a:t>2</a:t>
              </a:r>
              <a:r>
                <a:rPr lang="en-US" altLang="zh-CN" b="1">
                  <a:sym typeface="Symbol" panose="05050102010706020507" pitchFamily="18" charset="2"/>
                </a:rPr>
                <a:t></a:t>
              </a:r>
            </a:p>
          </p:txBody>
        </p:sp>
        <p:sp>
          <p:nvSpPr>
            <p:cNvPr id="9" name="AutoShape 47">
              <a:extLst>
                <a:ext uri="{FF2B5EF4-FFF2-40B4-BE49-F238E27FC236}">
                  <a16:creationId xmlns:a16="http://schemas.microsoft.com/office/drawing/2014/main" id="{EB7CF058-C27F-4234-9FF1-3F3539402090}"/>
                </a:ext>
              </a:extLst>
            </p:cNvPr>
            <p:cNvSpPr>
              <a:spLocks noChangeArrowheads="1"/>
            </p:cNvSpPr>
            <p:nvPr/>
          </p:nvSpPr>
          <p:spPr bwMode="auto">
            <a:xfrm>
              <a:off x="4128" y="2574"/>
              <a:ext cx="96" cy="306"/>
            </a:xfrm>
            <a:prstGeom prst="rightArrow">
              <a:avLst>
                <a:gd name="adj1" fmla="val 50000"/>
                <a:gd name="adj2" fmla="val 25000"/>
              </a:avLst>
            </a:prstGeom>
            <a:solidFill>
              <a:srgbClr val="99FF66"/>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8" name="Group 53">
            <a:extLst>
              <a:ext uri="{FF2B5EF4-FFF2-40B4-BE49-F238E27FC236}">
                <a16:creationId xmlns:a16="http://schemas.microsoft.com/office/drawing/2014/main" id="{5656820E-3B26-4BA4-8E6F-A89B15C99AD4}"/>
              </a:ext>
            </a:extLst>
          </p:cNvPr>
          <p:cNvGrpSpPr>
            <a:grpSpLocks/>
          </p:cNvGrpSpPr>
          <p:nvPr/>
        </p:nvGrpSpPr>
        <p:grpSpPr bwMode="auto">
          <a:xfrm>
            <a:off x="250825" y="2813050"/>
            <a:ext cx="3962400" cy="3352800"/>
            <a:chOff x="158" y="0"/>
            <a:chExt cx="2496" cy="2112"/>
          </a:xfrm>
        </p:grpSpPr>
        <p:sp>
          <p:nvSpPr>
            <p:cNvPr id="10" name="Line 10">
              <a:extLst>
                <a:ext uri="{FF2B5EF4-FFF2-40B4-BE49-F238E27FC236}">
                  <a16:creationId xmlns:a16="http://schemas.microsoft.com/office/drawing/2014/main" id="{80AD4BD2-4D21-4B5F-83A5-740A5408066A}"/>
                </a:ext>
              </a:extLst>
            </p:cNvPr>
            <p:cNvSpPr>
              <a:spLocks noChangeShapeType="1"/>
            </p:cNvSpPr>
            <p:nvPr/>
          </p:nvSpPr>
          <p:spPr bwMode="auto">
            <a:xfrm rot="-5400000">
              <a:off x="-274" y="984"/>
              <a:ext cx="177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 name="Line 11">
              <a:extLst>
                <a:ext uri="{FF2B5EF4-FFF2-40B4-BE49-F238E27FC236}">
                  <a16:creationId xmlns:a16="http://schemas.microsoft.com/office/drawing/2014/main" id="{43C58642-15BB-4412-93AD-08608EFC927C}"/>
                </a:ext>
              </a:extLst>
            </p:cNvPr>
            <p:cNvSpPr>
              <a:spLocks noChangeShapeType="1"/>
            </p:cNvSpPr>
            <p:nvPr/>
          </p:nvSpPr>
          <p:spPr bwMode="auto">
            <a:xfrm>
              <a:off x="614" y="1872"/>
              <a:ext cx="196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717" name="Line 12">
              <a:extLst>
                <a:ext uri="{FF2B5EF4-FFF2-40B4-BE49-F238E27FC236}">
                  <a16:creationId xmlns:a16="http://schemas.microsoft.com/office/drawing/2014/main" id="{B6243554-2F1C-48E4-B8F5-901531F1B6C3}"/>
                </a:ext>
              </a:extLst>
            </p:cNvPr>
            <p:cNvSpPr>
              <a:spLocks noChangeShapeType="1"/>
            </p:cNvSpPr>
            <p:nvPr/>
          </p:nvSpPr>
          <p:spPr bwMode="auto">
            <a:xfrm>
              <a:off x="614" y="912"/>
              <a:ext cx="960" cy="96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718" name="Line 13">
              <a:extLst>
                <a:ext uri="{FF2B5EF4-FFF2-40B4-BE49-F238E27FC236}">
                  <a16:creationId xmlns:a16="http://schemas.microsoft.com/office/drawing/2014/main" id="{9F3E19A8-F07E-47BE-8C33-A6916C3C4E52}"/>
                </a:ext>
              </a:extLst>
            </p:cNvPr>
            <p:cNvSpPr>
              <a:spLocks noChangeShapeType="1"/>
            </p:cNvSpPr>
            <p:nvPr/>
          </p:nvSpPr>
          <p:spPr bwMode="auto">
            <a:xfrm>
              <a:off x="612" y="618"/>
              <a:ext cx="1680" cy="1248"/>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71719" name="Object 14">
              <a:extLst>
                <a:ext uri="{FF2B5EF4-FFF2-40B4-BE49-F238E27FC236}">
                  <a16:creationId xmlns:a16="http://schemas.microsoft.com/office/drawing/2014/main" id="{AC5C5169-51C0-4B58-819F-B5B9B38FDE55}"/>
                </a:ext>
              </a:extLst>
            </p:cNvPr>
            <p:cNvGraphicFramePr>
              <a:graphicFrameLocks noChangeAspect="1"/>
            </p:cNvGraphicFramePr>
            <p:nvPr/>
          </p:nvGraphicFramePr>
          <p:xfrm>
            <a:off x="158" y="480"/>
            <a:ext cx="456" cy="216"/>
          </p:xfrm>
          <a:graphic>
            <a:graphicData uri="http://schemas.openxmlformats.org/presentationml/2006/ole">
              <mc:AlternateContent xmlns:mc="http://schemas.openxmlformats.org/markup-compatibility/2006">
                <mc:Choice xmlns:v="urn:schemas-microsoft-com:vml" Requires="v">
                  <p:oleObj spid="_x0000_s71767" name="公式" r:id="rId17" imgW="533169" imgH="253890" progId="Equation.3">
                    <p:embed/>
                  </p:oleObj>
                </mc:Choice>
                <mc:Fallback>
                  <p:oleObj name="公式" r:id="rId17" imgW="533169" imgH="253890" progId="Equation.3">
                    <p:embed/>
                    <p:pic>
                      <p:nvPicPr>
                        <p:cNvPr id="0" name="Object 14"/>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58" y="480"/>
                          <a:ext cx="456" cy="2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 name="Object 15">
              <a:extLst>
                <a:ext uri="{FF2B5EF4-FFF2-40B4-BE49-F238E27FC236}">
                  <a16:creationId xmlns:a16="http://schemas.microsoft.com/office/drawing/2014/main" id="{5640731A-B63E-4F37-ADFF-D518FA372C32}"/>
                </a:ext>
              </a:extLst>
            </p:cNvPr>
            <p:cNvGraphicFramePr>
              <a:graphicFrameLocks noChangeAspect="1"/>
            </p:cNvGraphicFramePr>
            <p:nvPr/>
          </p:nvGraphicFramePr>
          <p:xfrm>
            <a:off x="1382" y="1872"/>
            <a:ext cx="504" cy="239"/>
          </p:xfrm>
          <a:graphic>
            <a:graphicData uri="http://schemas.openxmlformats.org/presentationml/2006/ole">
              <mc:AlternateContent xmlns:mc="http://schemas.openxmlformats.org/markup-compatibility/2006">
                <mc:Choice xmlns:v="urn:schemas-microsoft-com:vml" Requires="v">
                  <p:oleObj spid="_x0000_s71768" name="公式" r:id="rId19" imgW="533169" imgH="253890" progId="Equation.3">
                    <p:embed/>
                  </p:oleObj>
                </mc:Choice>
                <mc:Fallback>
                  <p:oleObj name="公式" r:id="rId19" imgW="533169" imgH="253890" progId="Equation.3">
                    <p:embed/>
                    <p:pic>
                      <p:nvPicPr>
                        <p:cNvPr id="0" name="Object 15"/>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382" y="1872"/>
                          <a:ext cx="504" cy="2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721" name="Object 16">
              <a:extLst>
                <a:ext uri="{FF2B5EF4-FFF2-40B4-BE49-F238E27FC236}">
                  <a16:creationId xmlns:a16="http://schemas.microsoft.com/office/drawing/2014/main" id="{0E4F1728-C8F5-427C-911E-A1A11ABA748A}"/>
                </a:ext>
              </a:extLst>
            </p:cNvPr>
            <p:cNvGraphicFramePr>
              <a:graphicFrameLocks noChangeAspect="1"/>
            </p:cNvGraphicFramePr>
            <p:nvPr/>
          </p:nvGraphicFramePr>
          <p:xfrm>
            <a:off x="2187" y="1872"/>
            <a:ext cx="203" cy="224"/>
          </p:xfrm>
          <a:graphic>
            <a:graphicData uri="http://schemas.openxmlformats.org/presentationml/2006/ole">
              <mc:AlternateContent xmlns:mc="http://schemas.openxmlformats.org/markup-compatibility/2006">
                <mc:Choice xmlns:v="urn:schemas-microsoft-com:vml" Requires="v">
                  <p:oleObj spid="_x0000_s71769" name="公式" r:id="rId21" imgW="228501" imgH="253890" progId="Equation.3">
                    <p:embed/>
                  </p:oleObj>
                </mc:Choice>
                <mc:Fallback>
                  <p:oleObj name="公式" r:id="rId21" imgW="228501" imgH="253890" progId="Equation.3">
                    <p:embed/>
                    <p:pic>
                      <p:nvPicPr>
                        <p:cNvPr id="0" name="Object 16"/>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187" y="1872"/>
                          <a:ext cx="203" cy="2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722" name="Object 17">
              <a:extLst>
                <a:ext uri="{FF2B5EF4-FFF2-40B4-BE49-F238E27FC236}">
                  <a16:creationId xmlns:a16="http://schemas.microsoft.com/office/drawing/2014/main" id="{FA5C62ED-3786-4E91-844F-8A016FD3BE22}"/>
                </a:ext>
              </a:extLst>
            </p:cNvPr>
            <p:cNvGraphicFramePr>
              <a:graphicFrameLocks noChangeAspect="1"/>
            </p:cNvGraphicFramePr>
            <p:nvPr/>
          </p:nvGraphicFramePr>
          <p:xfrm>
            <a:off x="374" y="816"/>
            <a:ext cx="213" cy="224"/>
          </p:xfrm>
          <a:graphic>
            <a:graphicData uri="http://schemas.openxmlformats.org/presentationml/2006/ole">
              <mc:AlternateContent xmlns:mc="http://schemas.openxmlformats.org/markup-compatibility/2006">
                <mc:Choice xmlns:v="urn:schemas-microsoft-com:vml" Requires="v">
                  <p:oleObj spid="_x0000_s71770" name="公式" r:id="rId23" imgW="241195" imgH="253890" progId="Equation.3">
                    <p:embed/>
                  </p:oleObj>
                </mc:Choice>
                <mc:Fallback>
                  <p:oleObj name="公式" r:id="rId23" imgW="241195" imgH="253890" progId="Equation.3">
                    <p:embed/>
                    <p:pic>
                      <p:nvPicPr>
                        <p:cNvPr id="0" name="Object 17"/>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74" y="816"/>
                          <a:ext cx="213" cy="2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 name="Object 18">
              <a:extLst>
                <a:ext uri="{FF2B5EF4-FFF2-40B4-BE49-F238E27FC236}">
                  <a16:creationId xmlns:a16="http://schemas.microsoft.com/office/drawing/2014/main" id="{2BA58231-B7DD-4A4B-9818-D6C78A819409}"/>
                </a:ext>
              </a:extLst>
            </p:cNvPr>
            <p:cNvGraphicFramePr>
              <a:graphicFrameLocks noChangeAspect="1"/>
            </p:cNvGraphicFramePr>
            <p:nvPr/>
          </p:nvGraphicFramePr>
          <p:xfrm>
            <a:off x="2270" y="1632"/>
            <a:ext cx="168" cy="240"/>
          </p:xfrm>
          <a:graphic>
            <a:graphicData uri="http://schemas.openxmlformats.org/presentationml/2006/ole">
              <mc:AlternateContent xmlns:mc="http://schemas.openxmlformats.org/markup-compatibility/2006">
                <mc:Choice xmlns:v="urn:schemas-microsoft-com:vml" Requires="v">
                  <p:oleObj spid="_x0000_s71771" name="公式" r:id="rId25" imgW="177569" imgH="253670" progId="Equation.3">
                    <p:embed/>
                  </p:oleObj>
                </mc:Choice>
                <mc:Fallback>
                  <p:oleObj name="公式" r:id="rId25" imgW="177569" imgH="253670" progId="Equation.3">
                    <p:embed/>
                    <p:pic>
                      <p:nvPicPr>
                        <p:cNvPr id="0" name="Object 18"/>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2270" y="1632"/>
                          <a:ext cx="168"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724" name="Object 19">
              <a:extLst>
                <a:ext uri="{FF2B5EF4-FFF2-40B4-BE49-F238E27FC236}">
                  <a16:creationId xmlns:a16="http://schemas.microsoft.com/office/drawing/2014/main" id="{3CA0A174-35B4-4640-B755-224BAEAD4646}"/>
                </a:ext>
              </a:extLst>
            </p:cNvPr>
            <p:cNvGraphicFramePr>
              <a:graphicFrameLocks noChangeAspect="1"/>
            </p:cNvGraphicFramePr>
            <p:nvPr/>
          </p:nvGraphicFramePr>
          <p:xfrm>
            <a:off x="2246" y="1832"/>
            <a:ext cx="79" cy="88"/>
          </p:xfrm>
          <a:graphic>
            <a:graphicData uri="http://schemas.openxmlformats.org/presentationml/2006/ole">
              <mc:AlternateContent xmlns:mc="http://schemas.openxmlformats.org/markup-compatibility/2006">
                <mc:Choice xmlns:v="urn:schemas-microsoft-com:vml" Requires="v">
                  <p:oleObj spid="_x0000_s71772" name="公式" r:id="rId27" imgW="126835" imgH="139518" progId="Equation.3">
                    <p:embed/>
                  </p:oleObj>
                </mc:Choice>
                <mc:Fallback>
                  <p:oleObj name="公式" r:id="rId27" imgW="126835" imgH="139518" progId="Equation.3">
                    <p:embed/>
                    <p:pic>
                      <p:nvPicPr>
                        <p:cNvPr id="0" name="Object 19"/>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2246" y="1832"/>
                          <a:ext cx="79" cy="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725" name="Object 20">
              <a:extLst>
                <a:ext uri="{FF2B5EF4-FFF2-40B4-BE49-F238E27FC236}">
                  <a16:creationId xmlns:a16="http://schemas.microsoft.com/office/drawing/2014/main" id="{1D685171-BDC1-4499-84CA-60DF558BE089}"/>
                </a:ext>
              </a:extLst>
            </p:cNvPr>
            <p:cNvGraphicFramePr>
              <a:graphicFrameLocks noChangeAspect="1"/>
            </p:cNvGraphicFramePr>
            <p:nvPr/>
          </p:nvGraphicFramePr>
          <p:xfrm>
            <a:off x="2486" y="1872"/>
            <a:ext cx="168" cy="240"/>
          </p:xfrm>
          <a:graphic>
            <a:graphicData uri="http://schemas.openxmlformats.org/presentationml/2006/ole">
              <mc:AlternateContent xmlns:mc="http://schemas.openxmlformats.org/markup-compatibility/2006">
                <mc:Choice xmlns:v="urn:schemas-microsoft-com:vml" Requires="v">
                  <p:oleObj spid="_x0000_s71773" name="公式" r:id="rId29" imgW="177569" imgH="253670" progId="Equation.3">
                    <p:embed/>
                  </p:oleObj>
                </mc:Choice>
                <mc:Fallback>
                  <p:oleObj name="公式" r:id="rId29" imgW="177569" imgH="253670" progId="Equation.3">
                    <p:embed/>
                    <p:pic>
                      <p:nvPicPr>
                        <p:cNvPr id="0" name="Object 20"/>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2486" y="1872"/>
                          <a:ext cx="168"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726" name="Object 21">
              <a:extLst>
                <a:ext uri="{FF2B5EF4-FFF2-40B4-BE49-F238E27FC236}">
                  <a16:creationId xmlns:a16="http://schemas.microsoft.com/office/drawing/2014/main" id="{FCFBE08A-036D-40F4-874E-1EA513558A1A}"/>
                </a:ext>
              </a:extLst>
            </p:cNvPr>
            <p:cNvGraphicFramePr>
              <a:graphicFrameLocks noChangeAspect="1"/>
            </p:cNvGraphicFramePr>
            <p:nvPr/>
          </p:nvGraphicFramePr>
          <p:xfrm>
            <a:off x="422" y="0"/>
            <a:ext cx="217" cy="288"/>
          </p:xfrm>
          <a:graphic>
            <a:graphicData uri="http://schemas.openxmlformats.org/presentationml/2006/ole">
              <mc:AlternateContent xmlns:mc="http://schemas.openxmlformats.org/markup-compatibility/2006">
                <mc:Choice xmlns:v="urn:schemas-microsoft-com:vml" Requires="v">
                  <p:oleObj spid="_x0000_s71774" name="公式" r:id="rId31" imgW="190417" imgH="253890" progId="Equation.3">
                    <p:embed/>
                  </p:oleObj>
                </mc:Choice>
                <mc:Fallback>
                  <p:oleObj name="公式" r:id="rId31" imgW="190417" imgH="253890" progId="Equation.3">
                    <p:embed/>
                    <p:pic>
                      <p:nvPicPr>
                        <p:cNvPr id="0" name="Object 21"/>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422" y="0"/>
                          <a:ext cx="217"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727" name="Text Box 22">
              <a:extLst>
                <a:ext uri="{FF2B5EF4-FFF2-40B4-BE49-F238E27FC236}">
                  <a16:creationId xmlns:a16="http://schemas.microsoft.com/office/drawing/2014/main" id="{5C76BB7A-FD04-43C6-A79E-1818FA448A59}"/>
                </a:ext>
              </a:extLst>
            </p:cNvPr>
            <p:cNvSpPr txBox="1">
              <a:spLocks noChangeArrowheads="1"/>
            </p:cNvSpPr>
            <p:nvPr/>
          </p:nvSpPr>
          <p:spPr bwMode="auto">
            <a:xfrm>
              <a:off x="470" y="1824"/>
              <a:ext cx="38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i="1"/>
                <a:t>O</a:t>
              </a:r>
            </a:p>
          </p:txBody>
        </p:sp>
        <p:sp>
          <p:nvSpPr>
            <p:cNvPr id="71728" name="Text Box 51">
              <a:extLst>
                <a:ext uri="{FF2B5EF4-FFF2-40B4-BE49-F238E27FC236}">
                  <a16:creationId xmlns:a16="http://schemas.microsoft.com/office/drawing/2014/main" id="{5CD45072-0F0E-41B0-8B13-57BBB29F343D}"/>
                </a:ext>
              </a:extLst>
            </p:cNvPr>
            <p:cNvSpPr txBox="1">
              <a:spLocks noChangeArrowheads="1"/>
            </p:cNvSpPr>
            <p:nvPr/>
          </p:nvSpPr>
          <p:spPr bwMode="auto">
            <a:xfrm>
              <a:off x="793" y="527"/>
              <a:ext cx="49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i="1">
                  <a:solidFill>
                    <a:srgbClr val="0033CC"/>
                  </a:solidFill>
                  <a:sym typeface="Symbol" panose="05050102010706020507" pitchFamily="18" charset="2"/>
                </a:rPr>
                <a:t>=</a:t>
              </a:r>
              <a:r>
                <a:rPr lang="en-US" altLang="zh-CN" b="1">
                  <a:solidFill>
                    <a:srgbClr val="0033CC"/>
                  </a:solidFill>
                  <a:sym typeface="Symbol" panose="05050102010706020507" pitchFamily="18" charset="2"/>
                </a:rPr>
                <a:t>0</a:t>
              </a:r>
            </a:p>
          </p:txBody>
        </p:sp>
        <p:sp>
          <p:nvSpPr>
            <p:cNvPr id="71729" name="Rectangle 52">
              <a:extLst>
                <a:ext uri="{FF2B5EF4-FFF2-40B4-BE49-F238E27FC236}">
                  <a16:creationId xmlns:a16="http://schemas.microsoft.com/office/drawing/2014/main" id="{88AC1569-C068-4E33-A75F-5895F0D617EC}"/>
                </a:ext>
              </a:extLst>
            </p:cNvPr>
            <p:cNvSpPr>
              <a:spLocks noChangeArrowheads="1"/>
            </p:cNvSpPr>
            <p:nvPr/>
          </p:nvSpPr>
          <p:spPr bwMode="auto">
            <a:xfrm>
              <a:off x="657" y="1253"/>
              <a:ext cx="5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i="1">
                  <a:solidFill>
                    <a:srgbClr val="FF3300"/>
                  </a:solidFill>
                  <a:sym typeface="Symbol" panose="05050102010706020507" pitchFamily="18" charset="2"/>
                </a:rPr>
                <a:t>=</a:t>
              </a:r>
              <a:r>
                <a:rPr lang="en-US" altLang="zh-CN" b="1">
                  <a:solidFill>
                    <a:srgbClr val="FF3300"/>
                  </a:solidFill>
                  <a:sym typeface="Symbol" panose="05050102010706020507" pitchFamily="18" charset="2"/>
                </a:rPr>
                <a:t>0</a:t>
              </a: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9" presetClass="entr" presetSubtype="0" fill="hold" nodeType="clickEffect">
                                  <p:stCondLst>
                                    <p:cond delay="0"/>
                                  </p:stCondLst>
                                  <p:childTnLst>
                                    <p:set>
                                      <p:cBhvr>
                                        <p:cTn id="10" dur="1" fill="hold">
                                          <p:stCondLst>
                                            <p:cond delay="0"/>
                                          </p:stCondLst>
                                        </p:cTn>
                                        <p:tgtEl>
                                          <p:spTgt spid="71682"/>
                                        </p:tgtEl>
                                        <p:attrNameLst>
                                          <p:attrName>style.visibility</p:attrName>
                                        </p:attrNameLst>
                                      </p:cBhvr>
                                      <p:to>
                                        <p:strVal val="visible"/>
                                      </p:to>
                                    </p:set>
                                    <p:animEffect transition="in" filter="dissolve">
                                      <p:cBhvr>
                                        <p:cTn id="11" dur="1000"/>
                                        <p:tgtEl>
                                          <p:spTgt spid="7168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71720"/>
                                        </p:tgtEl>
                                        <p:attrNameLst>
                                          <p:attrName>style.visibility</p:attrName>
                                        </p:attrNameLst>
                                      </p:cBhvr>
                                      <p:to>
                                        <p:strVal val="visible"/>
                                      </p:to>
                                    </p:set>
                                    <p:animEffect transition="in" filter="blinds(horizontal)">
                                      <p:cBhvr>
                                        <p:cTn id="16" dur="1000"/>
                                        <p:tgtEl>
                                          <p:spTgt spid="71720"/>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 presetClass="entr" presetSubtype="1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checkerboard(across)">
                                      <p:cBhvr>
                                        <p:cTn id="21" dur="1000"/>
                                        <p:tgtEl>
                                          <p:spTgt spid="8"/>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2" presetClass="entr" presetSubtype="8" fill="hold" nodeType="click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slide(fromLeft)">
                                      <p:cBhvr>
                                        <p:cTn id="26" dur="1000"/>
                                        <p:tgtEl>
                                          <p:spTgt spid="2"/>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3" presetClass="entr" presetSubtype="10" fill="hold" nodeType="clickEffect">
                                  <p:stCondLst>
                                    <p:cond delay="0"/>
                                  </p:stCondLst>
                                  <p:childTnLst>
                                    <p:set>
                                      <p:cBhvr>
                                        <p:cTn id="30" dur="1" fill="hold">
                                          <p:stCondLst>
                                            <p:cond delay="0"/>
                                          </p:stCondLst>
                                        </p:cTn>
                                        <p:tgtEl>
                                          <p:spTgt spid="71713"/>
                                        </p:tgtEl>
                                        <p:attrNameLst>
                                          <p:attrName>style.visibility</p:attrName>
                                        </p:attrNameLst>
                                      </p:cBhvr>
                                      <p:to>
                                        <p:strVal val="visible"/>
                                      </p:to>
                                    </p:set>
                                    <p:animEffect transition="in" filter="blinds(horizontal)">
                                      <p:cBhvr>
                                        <p:cTn id="31" dur="1000"/>
                                        <p:tgtEl>
                                          <p:spTgt spid="71713"/>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4" presetClass="entr" presetSubtype="32" fill="hold" nodeType="clickEffect">
                                  <p:stCondLst>
                                    <p:cond delay="0"/>
                                  </p:stCondLst>
                                  <p:childTnLst>
                                    <p:set>
                                      <p:cBhvr>
                                        <p:cTn id="35" dur="1" fill="hold">
                                          <p:stCondLst>
                                            <p:cond delay="0"/>
                                          </p:stCondLst>
                                        </p:cTn>
                                        <p:tgtEl>
                                          <p:spTgt spid="4"/>
                                        </p:tgtEl>
                                        <p:attrNameLst>
                                          <p:attrName>style.visibility</p:attrName>
                                        </p:attrNameLst>
                                      </p:cBhvr>
                                      <p:to>
                                        <p:strVal val="visible"/>
                                      </p:to>
                                    </p:set>
                                    <p:animEffect transition="in" filter="box(out)">
                                      <p:cBhvr>
                                        <p:cTn id="36" dur="1000"/>
                                        <p:tgtEl>
                                          <p:spTgt spid="4"/>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5"/>
                                        </p:tgtEl>
                                        <p:attrNameLst>
                                          <p:attrName>style.visibility</p:attrName>
                                        </p:attrNameLst>
                                      </p:cBhvr>
                                      <p:to>
                                        <p:strVal val="visible"/>
                                      </p:to>
                                    </p:set>
                                    <p:animEffect transition="in" filter="wipe(left)">
                                      <p:cBhvr>
                                        <p:cTn id="41" dur="1000"/>
                                        <p:tgtEl>
                                          <p:spTgt spid="5"/>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71716"/>
                                        </p:tgtEl>
                                        <p:attrNameLst>
                                          <p:attrName>style.visibility</p:attrName>
                                        </p:attrNameLst>
                                      </p:cBhvr>
                                      <p:to>
                                        <p:strVal val="visible"/>
                                      </p:to>
                                    </p:set>
                                    <p:animEffect transition="in" filter="wipe(left)">
                                      <p:cBhvr>
                                        <p:cTn id="46" dur="1000"/>
                                        <p:tgtEl>
                                          <p:spTgt spid="71716"/>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6"/>
                                        </p:tgtEl>
                                        <p:attrNameLst>
                                          <p:attrName>style.visibility</p:attrName>
                                        </p:attrNameLst>
                                      </p:cBhvr>
                                      <p:to>
                                        <p:strVal val="visible"/>
                                      </p:to>
                                    </p:set>
                                    <p:animEffect transition="in" filter="wipe(left)">
                                      <p:cBhvr>
                                        <p:cTn id="51" dur="1000"/>
                                        <p:tgtEl>
                                          <p:spTgt spid="6"/>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12" presetClass="entr" presetSubtype="8" fill="hold" nodeType="clickEffect">
                                  <p:stCondLst>
                                    <p:cond delay="0"/>
                                  </p:stCondLst>
                                  <p:childTnLst>
                                    <p:set>
                                      <p:cBhvr>
                                        <p:cTn id="55" dur="1" fill="hold">
                                          <p:stCondLst>
                                            <p:cond delay="0"/>
                                          </p:stCondLst>
                                        </p:cTn>
                                        <p:tgtEl>
                                          <p:spTgt spid="71684"/>
                                        </p:tgtEl>
                                        <p:attrNameLst>
                                          <p:attrName>style.visibility</p:attrName>
                                        </p:attrNameLst>
                                      </p:cBhvr>
                                      <p:to>
                                        <p:strVal val="visible"/>
                                      </p:to>
                                    </p:set>
                                    <p:animEffect transition="in" filter="slide(fromLeft)">
                                      <p:cBhvr>
                                        <p:cTn id="56" dur="1000"/>
                                        <p:tgtEl>
                                          <p:spTgt spid="71684"/>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8" fill="hold" nodeType="clickEffect">
                                  <p:stCondLst>
                                    <p:cond delay="0"/>
                                  </p:stCondLst>
                                  <p:childTnLst>
                                    <p:set>
                                      <p:cBhvr>
                                        <p:cTn id="60" dur="1" fill="hold">
                                          <p:stCondLst>
                                            <p:cond delay="0"/>
                                          </p:stCondLst>
                                        </p:cTn>
                                        <p:tgtEl>
                                          <p:spTgt spid="71683"/>
                                        </p:tgtEl>
                                        <p:attrNameLst>
                                          <p:attrName>style.visibility</p:attrName>
                                        </p:attrNameLst>
                                      </p:cBhvr>
                                      <p:to>
                                        <p:strVal val="visible"/>
                                      </p:to>
                                    </p:set>
                                    <p:anim calcmode="lin" valueType="num">
                                      <p:cBhvr additive="base">
                                        <p:cTn id="61" dur="1000" fill="hold"/>
                                        <p:tgtEl>
                                          <p:spTgt spid="71683"/>
                                        </p:tgtEl>
                                        <p:attrNameLst>
                                          <p:attrName>ppt_x</p:attrName>
                                        </p:attrNameLst>
                                      </p:cBhvr>
                                      <p:tavLst>
                                        <p:tav tm="0">
                                          <p:val>
                                            <p:strVal val="0-#ppt_w/2"/>
                                          </p:val>
                                        </p:tav>
                                        <p:tav tm="100000">
                                          <p:val>
                                            <p:strVal val="#ppt_x"/>
                                          </p:val>
                                        </p:tav>
                                      </p:tavLst>
                                    </p:anim>
                                    <p:anim calcmode="lin" valueType="num">
                                      <p:cBhvr additive="base">
                                        <p:cTn id="62" dur="1000" fill="hold"/>
                                        <p:tgtEl>
                                          <p:spTgt spid="71683"/>
                                        </p:tgtEl>
                                        <p:attrNameLst>
                                          <p:attrName>ppt_y</p:attrName>
                                        </p:attrNameLst>
                                      </p:cBhvr>
                                      <p:tavLst>
                                        <p:tav tm="0">
                                          <p:val>
                                            <p:strVal val="#ppt_y"/>
                                          </p:val>
                                        </p:tav>
                                        <p:tav tm="100000">
                                          <p:val>
                                            <p:strVal val="#ppt_y"/>
                                          </p:val>
                                        </p:tav>
                                      </p:tavLst>
                                    </p:anim>
                                  </p:childTnLst>
                                </p:cTn>
                              </p:par>
                            </p:childTnLst>
                          </p:cTn>
                        </p:par>
                      </p:childTnLst>
                    </p:cTn>
                  </p:par>
                  <p:par>
                    <p:cTn id="63" fill="hold" nodeType="clickPar">
                      <p:stCondLst>
                        <p:cond delay="indefinite"/>
                      </p:stCondLst>
                      <p:childTnLst>
                        <p:par>
                          <p:cTn id="64" fill="hold" nodeType="withGroup">
                            <p:stCondLst>
                              <p:cond delay="0"/>
                            </p:stCondLst>
                            <p:childTnLst>
                              <p:par>
                                <p:cTn id="65" presetID="12" presetClass="entr" presetSubtype="8" fill="hold" nodeType="clickEffect">
                                  <p:stCondLst>
                                    <p:cond delay="0"/>
                                  </p:stCondLst>
                                  <p:childTnLst>
                                    <p:set>
                                      <p:cBhvr>
                                        <p:cTn id="66" dur="1" fill="hold">
                                          <p:stCondLst>
                                            <p:cond delay="0"/>
                                          </p:stCondLst>
                                        </p:cTn>
                                        <p:tgtEl>
                                          <p:spTgt spid="71687"/>
                                        </p:tgtEl>
                                        <p:attrNameLst>
                                          <p:attrName>style.visibility</p:attrName>
                                        </p:attrNameLst>
                                      </p:cBhvr>
                                      <p:to>
                                        <p:strVal val="visible"/>
                                      </p:to>
                                    </p:set>
                                    <p:animEffect transition="in" filter="slide(fromLeft)">
                                      <p:cBhvr>
                                        <p:cTn id="67" dur="1000"/>
                                        <p:tgtEl>
                                          <p:spTgt spid="71687"/>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nodeType="clickEffect">
                                  <p:stCondLst>
                                    <p:cond delay="0"/>
                                  </p:stCondLst>
                                  <p:childTnLst>
                                    <p:set>
                                      <p:cBhvr>
                                        <p:cTn id="71" dur="1" fill="hold">
                                          <p:stCondLst>
                                            <p:cond delay="0"/>
                                          </p:stCondLst>
                                        </p:cTn>
                                        <p:tgtEl>
                                          <p:spTgt spid="71723"/>
                                        </p:tgtEl>
                                        <p:attrNameLst>
                                          <p:attrName>style.visibility</p:attrName>
                                        </p:attrNameLst>
                                      </p:cBhvr>
                                      <p:to>
                                        <p:strVal val="visible"/>
                                      </p:to>
                                    </p:set>
                                    <p:animEffect transition="in" filter="wipe(left)">
                                      <p:cBhvr>
                                        <p:cTn id="72" dur="1000"/>
                                        <p:tgtEl>
                                          <p:spTgt spid="71723"/>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nodeType="clickEffect">
                                  <p:stCondLst>
                                    <p:cond delay="0"/>
                                  </p:stCondLst>
                                  <p:childTnLst>
                                    <p:set>
                                      <p:cBhvr>
                                        <p:cTn id="76" dur="1" fill="hold">
                                          <p:stCondLst>
                                            <p:cond delay="0"/>
                                          </p:stCondLst>
                                        </p:cTn>
                                        <p:tgtEl>
                                          <p:spTgt spid="7"/>
                                        </p:tgtEl>
                                        <p:attrNameLst>
                                          <p:attrName>style.visibility</p:attrName>
                                        </p:attrNameLst>
                                      </p:cBhvr>
                                      <p:to>
                                        <p:strVal val="visible"/>
                                      </p:to>
                                    </p:set>
                                    <p:animEffect transition="in" filter="wipe(left)">
                                      <p:cBhvr>
                                        <p:cTn id="77" dur="1000"/>
                                        <p:tgtEl>
                                          <p:spTgt spid="7"/>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1" fill="hold" nodeType="clickEffect">
                                  <p:stCondLst>
                                    <p:cond delay="0"/>
                                  </p:stCondLst>
                                  <p:childTnLst>
                                    <p:set>
                                      <p:cBhvr>
                                        <p:cTn id="81" dur="1" fill="hold">
                                          <p:stCondLst>
                                            <p:cond delay="0"/>
                                          </p:stCondLst>
                                        </p:cTn>
                                        <p:tgtEl>
                                          <p:spTgt spid="71686"/>
                                        </p:tgtEl>
                                        <p:attrNameLst>
                                          <p:attrName>style.visibility</p:attrName>
                                        </p:attrNameLst>
                                      </p:cBhvr>
                                      <p:to>
                                        <p:strVal val="visible"/>
                                      </p:to>
                                    </p:set>
                                    <p:animEffect transition="in" filter="wipe(up)">
                                      <p:cBhvr>
                                        <p:cTn id="82" dur="1000"/>
                                        <p:tgtEl>
                                          <p:spTgt spid="71686"/>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5" presetClass="entr" presetSubtype="10" fill="hold" nodeType="clickEffect">
                                  <p:stCondLst>
                                    <p:cond delay="0"/>
                                  </p:stCondLst>
                                  <p:childTnLst>
                                    <p:set>
                                      <p:cBhvr>
                                        <p:cTn id="86" dur="1" fill="hold">
                                          <p:stCondLst>
                                            <p:cond delay="0"/>
                                          </p:stCondLst>
                                        </p:cTn>
                                        <p:tgtEl>
                                          <p:spTgt spid="71685"/>
                                        </p:tgtEl>
                                        <p:attrNameLst>
                                          <p:attrName>style.visibility</p:attrName>
                                        </p:attrNameLst>
                                      </p:cBhvr>
                                      <p:to>
                                        <p:strVal val="visible"/>
                                      </p:to>
                                    </p:set>
                                    <p:animEffect transition="in" filter="checkerboard(across)">
                                      <p:cBhvr>
                                        <p:cTn id="87" dur="1000"/>
                                        <p:tgtEl>
                                          <p:spTgt spid="71685"/>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3" presetClass="entr" presetSubtype="5" fill="hold" grpId="0" nodeType="clickEffect">
                                  <p:stCondLst>
                                    <p:cond delay="0"/>
                                  </p:stCondLst>
                                  <p:childTnLst>
                                    <p:set>
                                      <p:cBhvr>
                                        <p:cTn id="91" dur="1" fill="hold">
                                          <p:stCondLst>
                                            <p:cond delay="0"/>
                                          </p:stCondLst>
                                        </p:cTn>
                                        <p:tgtEl>
                                          <p:spTgt spid="71714"/>
                                        </p:tgtEl>
                                        <p:attrNameLst>
                                          <p:attrName>style.visibility</p:attrName>
                                        </p:attrNameLst>
                                      </p:cBhvr>
                                      <p:to>
                                        <p:strVal val="visible"/>
                                      </p:to>
                                    </p:set>
                                    <p:animEffect transition="in" filter="blinds(vertical)">
                                      <p:cBhvr>
                                        <p:cTn id="92" dur="1000"/>
                                        <p:tgtEl>
                                          <p:spTgt spid="71714"/>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7" presetClass="entr" presetSubtype="4" fill="hold" grpId="0" nodeType="clickEffect">
                                  <p:stCondLst>
                                    <p:cond delay="0"/>
                                  </p:stCondLst>
                                  <p:childTnLst>
                                    <p:set>
                                      <p:cBhvr>
                                        <p:cTn id="96" dur="1" fill="hold">
                                          <p:stCondLst>
                                            <p:cond delay="0"/>
                                          </p:stCondLst>
                                        </p:cTn>
                                        <p:tgtEl>
                                          <p:spTgt spid="71715"/>
                                        </p:tgtEl>
                                        <p:attrNameLst>
                                          <p:attrName>style.visibility</p:attrName>
                                        </p:attrNameLst>
                                      </p:cBhvr>
                                      <p:to>
                                        <p:strVal val="visible"/>
                                      </p:to>
                                    </p:set>
                                    <p:anim calcmode="lin" valueType="num">
                                      <p:cBhvr additive="base">
                                        <p:cTn id="97" dur="1000" fill="hold"/>
                                        <p:tgtEl>
                                          <p:spTgt spid="71715"/>
                                        </p:tgtEl>
                                        <p:attrNameLst>
                                          <p:attrName>ppt_x</p:attrName>
                                        </p:attrNameLst>
                                      </p:cBhvr>
                                      <p:tavLst>
                                        <p:tav tm="0">
                                          <p:val>
                                            <p:strVal val="#ppt_x"/>
                                          </p:val>
                                        </p:tav>
                                        <p:tav tm="100000">
                                          <p:val>
                                            <p:strVal val="#ppt_x"/>
                                          </p:val>
                                        </p:tav>
                                      </p:tavLst>
                                    </p:anim>
                                    <p:anim calcmode="lin" valueType="num">
                                      <p:cBhvr additive="base">
                                        <p:cTn id="98" dur="1000" fill="hold"/>
                                        <p:tgtEl>
                                          <p:spTgt spid="717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4" grpId="0" autoUpdateAnimBg="0"/>
      <p:bldP spid="71715" grpId="0" animBg="1" autoUpdateAnimBg="0"/>
      <p:bldP spid="71720" grpId="0" animBg="1"/>
    </p:bldLst>
  </p:timing>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2" name="Group 87">
            <a:extLst>
              <a:ext uri="{FF2B5EF4-FFF2-40B4-BE49-F238E27FC236}">
                <a16:creationId xmlns:a16="http://schemas.microsoft.com/office/drawing/2014/main" id="{2D57943A-CD93-4118-8CF4-4657ECD8FC49}"/>
              </a:ext>
            </a:extLst>
          </p:cNvPr>
          <p:cNvGrpSpPr>
            <a:grpSpLocks/>
          </p:cNvGrpSpPr>
          <p:nvPr/>
        </p:nvGrpSpPr>
        <p:grpSpPr bwMode="auto">
          <a:xfrm>
            <a:off x="1714500" y="5229225"/>
            <a:ext cx="2209800" cy="728663"/>
            <a:chOff x="2832" y="3744"/>
            <a:chExt cx="1392" cy="459"/>
          </a:xfrm>
        </p:grpSpPr>
        <p:sp>
          <p:nvSpPr>
            <p:cNvPr id="72707" name="Arc 54">
              <a:extLst>
                <a:ext uri="{FF2B5EF4-FFF2-40B4-BE49-F238E27FC236}">
                  <a16:creationId xmlns:a16="http://schemas.microsoft.com/office/drawing/2014/main" id="{51301FCF-E0AC-44EF-A0AF-90A7AD4F55C0}"/>
                </a:ext>
              </a:extLst>
            </p:cNvPr>
            <p:cNvSpPr>
              <a:spLocks/>
            </p:cNvSpPr>
            <p:nvPr/>
          </p:nvSpPr>
          <p:spPr bwMode="auto">
            <a:xfrm>
              <a:off x="2832" y="3855"/>
              <a:ext cx="577" cy="262"/>
            </a:xfrm>
            <a:custGeom>
              <a:avLst/>
              <a:gdLst>
                <a:gd name="T0" fmla="*/ 0 w 36955"/>
                <a:gd name="T1" fmla="*/ 0 h 21600"/>
                <a:gd name="T2" fmla="*/ 0 w 36955"/>
                <a:gd name="T3" fmla="*/ 0 h 21600"/>
                <a:gd name="T4" fmla="*/ 0 w 36955"/>
                <a:gd name="T5" fmla="*/ 0 h 21600"/>
                <a:gd name="T6" fmla="*/ 0 60000 65536"/>
                <a:gd name="T7" fmla="*/ 0 60000 65536"/>
                <a:gd name="T8" fmla="*/ 0 60000 65536"/>
                <a:gd name="T9" fmla="*/ 0 w 36955"/>
                <a:gd name="T10" fmla="*/ 0 h 21600"/>
                <a:gd name="T11" fmla="*/ 36955 w 36955"/>
                <a:gd name="T12" fmla="*/ 21600 h 21600"/>
              </a:gdLst>
              <a:ahLst/>
              <a:cxnLst>
                <a:cxn ang="T6">
                  <a:pos x="T0" y="T1"/>
                </a:cxn>
                <a:cxn ang="T7">
                  <a:pos x="T2" y="T3"/>
                </a:cxn>
                <a:cxn ang="T8">
                  <a:pos x="T4" y="T5"/>
                </a:cxn>
              </a:cxnLst>
              <a:rect l="T9" t="T10" r="T11" b="T12"/>
              <a:pathLst>
                <a:path w="36955" h="21600" fill="none" extrusionOk="0">
                  <a:moveTo>
                    <a:pt x="-1" y="7915"/>
                  </a:moveTo>
                  <a:cubicBezTo>
                    <a:pt x="4102" y="2905"/>
                    <a:pt x="10236" y="-1"/>
                    <a:pt x="16712" y="0"/>
                  </a:cubicBezTo>
                  <a:cubicBezTo>
                    <a:pt x="25735" y="0"/>
                    <a:pt x="33808" y="5609"/>
                    <a:pt x="36955" y="14065"/>
                  </a:cubicBezTo>
                </a:path>
                <a:path w="36955" h="21600" stroke="0" extrusionOk="0">
                  <a:moveTo>
                    <a:pt x="-1" y="7915"/>
                  </a:moveTo>
                  <a:cubicBezTo>
                    <a:pt x="4102" y="2905"/>
                    <a:pt x="10236" y="-1"/>
                    <a:pt x="16712" y="0"/>
                  </a:cubicBezTo>
                  <a:cubicBezTo>
                    <a:pt x="25735" y="0"/>
                    <a:pt x="33808" y="5609"/>
                    <a:pt x="36955" y="14065"/>
                  </a:cubicBezTo>
                  <a:lnTo>
                    <a:pt x="16712" y="21600"/>
                  </a:lnTo>
                  <a:lnTo>
                    <a:pt x="-1" y="7915"/>
                  </a:lnTo>
                  <a:close/>
                </a:path>
              </a:pathLst>
            </a:custGeom>
            <a:noFill/>
            <a:ln w="9525">
              <a:solidFill>
                <a:srgbClr val="FF0000"/>
              </a:solidFill>
              <a:round/>
              <a:headEnd/>
              <a:tailEnd type="stealth" w="med"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72708" name="Group 55">
              <a:extLst>
                <a:ext uri="{FF2B5EF4-FFF2-40B4-BE49-F238E27FC236}">
                  <a16:creationId xmlns:a16="http://schemas.microsoft.com/office/drawing/2014/main" id="{5C1753F2-2CBF-4931-97C5-6DF633B1A91A}"/>
                </a:ext>
              </a:extLst>
            </p:cNvPr>
            <p:cNvGrpSpPr>
              <a:grpSpLocks/>
            </p:cNvGrpSpPr>
            <p:nvPr/>
          </p:nvGrpSpPr>
          <p:grpSpPr bwMode="auto">
            <a:xfrm rot="9257120">
              <a:off x="3408" y="3744"/>
              <a:ext cx="268" cy="220"/>
              <a:chOff x="2256" y="2784"/>
              <a:chExt cx="288" cy="288"/>
            </a:xfrm>
          </p:grpSpPr>
          <p:sp>
            <p:nvSpPr>
              <p:cNvPr id="72709" name="Arc 56">
                <a:extLst>
                  <a:ext uri="{FF2B5EF4-FFF2-40B4-BE49-F238E27FC236}">
                    <a16:creationId xmlns:a16="http://schemas.microsoft.com/office/drawing/2014/main" id="{8FEECE51-2AC8-49CF-9758-B08BBCE371AA}"/>
                  </a:ext>
                </a:extLst>
              </p:cNvPr>
              <p:cNvSpPr>
                <a:spLocks/>
              </p:cNvSpPr>
              <p:nvPr/>
            </p:nvSpPr>
            <p:spPr bwMode="auto">
              <a:xfrm flipV="1">
                <a:off x="2256" y="2928"/>
                <a:ext cx="240" cy="14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2710" name="Arc 57">
                <a:extLst>
                  <a:ext uri="{FF2B5EF4-FFF2-40B4-BE49-F238E27FC236}">
                    <a16:creationId xmlns:a16="http://schemas.microsoft.com/office/drawing/2014/main" id="{EB1296A0-DFCA-449C-B66C-F333762B3BBB}"/>
                  </a:ext>
                </a:extLst>
              </p:cNvPr>
              <p:cNvSpPr>
                <a:spLocks/>
              </p:cNvSpPr>
              <p:nvPr/>
            </p:nvSpPr>
            <p:spPr bwMode="auto">
              <a:xfrm rot="2303246">
                <a:off x="2400" y="2784"/>
                <a:ext cx="144" cy="14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rgbClr val="FF0000"/>
                </a:solidFill>
                <a:round/>
                <a:headEnd type="stealth" w="med" len="lg"/>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72711" name="Text Box 58">
              <a:extLst>
                <a:ext uri="{FF2B5EF4-FFF2-40B4-BE49-F238E27FC236}">
                  <a16:creationId xmlns:a16="http://schemas.microsoft.com/office/drawing/2014/main" id="{54261162-B286-4EC8-844A-B78B47AEF8A8}"/>
                </a:ext>
              </a:extLst>
            </p:cNvPr>
            <p:cNvSpPr txBox="1">
              <a:spLocks noChangeArrowheads="1"/>
            </p:cNvSpPr>
            <p:nvPr/>
          </p:nvSpPr>
          <p:spPr bwMode="auto">
            <a:xfrm>
              <a:off x="3888" y="3915"/>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i="1">
                  <a:solidFill>
                    <a:srgbClr val="FF0000"/>
                  </a:solidFill>
                </a:rPr>
                <a:t>P</a:t>
              </a:r>
              <a:r>
                <a:rPr lang="en-US" altLang="zh-CN" sz="2000" b="1" baseline="-25000">
                  <a:solidFill>
                    <a:srgbClr val="FF0000"/>
                  </a:solidFill>
                </a:rPr>
                <a:t>1</a:t>
              </a:r>
              <a:endParaRPr lang="en-US" altLang="zh-CN" sz="2000" b="1">
                <a:solidFill>
                  <a:srgbClr val="FF0000"/>
                </a:solidFill>
              </a:endParaRPr>
            </a:p>
          </p:txBody>
        </p:sp>
      </p:grpSp>
      <p:grpSp>
        <p:nvGrpSpPr>
          <p:cNvPr id="4" name="Group 102">
            <a:extLst>
              <a:ext uri="{FF2B5EF4-FFF2-40B4-BE49-F238E27FC236}">
                <a16:creationId xmlns:a16="http://schemas.microsoft.com/office/drawing/2014/main" id="{788E5B72-9596-431F-944E-AC6BD7DB2ACD}"/>
              </a:ext>
            </a:extLst>
          </p:cNvPr>
          <p:cNvGrpSpPr>
            <a:grpSpLocks/>
          </p:cNvGrpSpPr>
          <p:nvPr/>
        </p:nvGrpSpPr>
        <p:grpSpPr bwMode="auto">
          <a:xfrm>
            <a:off x="869950" y="3644900"/>
            <a:ext cx="1038225" cy="1173163"/>
            <a:chOff x="204" y="2352"/>
            <a:chExt cx="654" cy="739"/>
          </a:xfrm>
        </p:grpSpPr>
        <p:sp>
          <p:nvSpPr>
            <p:cNvPr id="72713" name="Arc 60">
              <a:extLst>
                <a:ext uri="{FF2B5EF4-FFF2-40B4-BE49-F238E27FC236}">
                  <a16:creationId xmlns:a16="http://schemas.microsoft.com/office/drawing/2014/main" id="{E7E4C452-6769-4A25-8EC4-B5ACB2387A1B}"/>
                </a:ext>
              </a:extLst>
            </p:cNvPr>
            <p:cNvSpPr>
              <a:spLocks/>
            </p:cNvSpPr>
            <p:nvPr/>
          </p:nvSpPr>
          <p:spPr bwMode="auto">
            <a:xfrm rot="10570497">
              <a:off x="396" y="2736"/>
              <a:ext cx="462" cy="167"/>
            </a:xfrm>
            <a:custGeom>
              <a:avLst/>
              <a:gdLst>
                <a:gd name="T0" fmla="*/ 0 w 37793"/>
                <a:gd name="T1" fmla="*/ 0 h 21600"/>
                <a:gd name="T2" fmla="*/ 0 w 37793"/>
                <a:gd name="T3" fmla="*/ 0 h 21600"/>
                <a:gd name="T4" fmla="*/ 0 w 37793"/>
                <a:gd name="T5" fmla="*/ 0 h 21600"/>
                <a:gd name="T6" fmla="*/ 0 60000 65536"/>
                <a:gd name="T7" fmla="*/ 0 60000 65536"/>
                <a:gd name="T8" fmla="*/ 0 60000 65536"/>
                <a:gd name="T9" fmla="*/ 0 w 37793"/>
                <a:gd name="T10" fmla="*/ 0 h 21600"/>
                <a:gd name="T11" fmla="*/ 37793 w 37793"/>
                <a:gd name="T12" fmla="*/ 21600 h 21600"/>
              </a:gdLst>
              <a:ahLst/>
              <a:cxnLst>
                <a:cxn ang="T6">
                  <a:pos x="T0" y="T1"/>
                </a:cxn>
                <a:cxn ang="T7">
                  <a:pos x="T2" y="T3"/>
                </a:cxn>
                <a:cxn ang="T8">
                  <a:pos x="T4" y="T5"/>
                </a:cxn>
              </a:cxnLst>
              <a:rect l="T9" t="T10" r="T11" b="T12"/>
              <a:pathLst>
                <a:path w="37793" h="21600" fill="none" extrusionOk="0">
                  <a:moveTo>
                    <a:pt x="0" y="9008"/>
                  </a:moveTo>
                  <a:cubicBezTo>
                    <a:pt x="4057" y="3353"/>
                    <a:pt x="10590" y="-1"/>
                    <a:pt x="17550" y="0"/>
                  </a:cubicBezTo>
                  <a:cubicBezTo>
                    <a:pt x="26573" y="0"/>
                    <a:pt x="34646" y="5609"/>
                    <a:pt x="37793" y="14065"/>
                  </a:cubicBezTo>
                </a:path>
                <a:path w="37793" h="21600" stroke="0" extrusionOk="0">
                  <a:moveTo>
                    <a:pt x="0" y="9008"/>
                  </a:moveTo>
                  <a:cubicBezTo>
                    <a:pt x="4057" y="3353"/>
                    <a:pt x="10590" y="-1"/>
                    <a:pt x="17550" y="0"/>
                  </a:cubicBezTo>
                  <a:cubicBezTo>
                    <a:pt x="26573" y="0"/>
                    <a:pt x="34646" y="5609"/>
                    <a:pt x="37793" y="14065"/>
                  </a:cubicBezTo>
                  <a:lnTo>
                    <a:pt x="17550" y="21600"/>
                  </a:lnTo>
                  <a:lnTo>
                    <a:pt x="0" y="9008"/>
                  </a:lnTo>
                  <a:close/>
                </a:path>
              </a:pathLst>
            </a:custGeom>
            <a:noFill/>
            <a:ln w="28575">
              <a:solidFill>
                <a:srgbClr val="0033CC"/>
              </a:solidFill>
              <a:round/>
              <a:headEnd/>
              <a:tailEnd type="stealth" w="med"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72714" name="Group 61">
              <a:extLst>
                <a:ext uri="{FF2B5EF4-FFF2-40B4-BE49-F238E27FC236}">
                  <a16:creationId xmlns:a16="http://schemas.microsoft.com/office/drawing/2014/main" id="{939513ED-0C81-47BD-B38C-8EB0C00BBB43}"/>
                </a:ext>
              </a:extLst>
            </p:cNvPr>
            <p:cNvGrpSpPr>
              <a:grpSpLocks/>
            </p:cNvGrpSpPr>
            <p:nvPr/>
          </p:nvGrpSpPr>
          <p:grpSpPr bwMode="auto">
            <a:xfrm rot="-1621969">
              <a:off x="204" y="2871"/>
              <a:ext cx="268" cy="220"/>
              <a:chOff x="2256" y="2784"/>
              <a:chExt cx="288" cy="288"/>
            </a:xfrm>
          </p:grpSpPr>
          <p:sp>
            <p:nvSpPr>
              <p:cNvPr id="72715" name="Arc 62">
                <a:extLst>
                  <a:ext uri="{FF2B5EF4-FFF2-40B4-BE49-F238E27FC236}">
                    <a16:creationId xmlns:a16="http://schemas.microsoft.com/office/drawing/2014/main" id="{B37C816A-B029-4AE8-8E85-C9873BD2BB2A}"/>
                  </a:ext>
                </a:extLst>
              </p:cNvPr>
              <p:cNvSpPr>
                <a:spLocks/>
              </p:cNvSpPr>
              <p:nvPr/>
            </p:nvSpPr>
            <p:spPr bwMode="auto">
              <a:xfrm flipV="1">
                <a:off x="2256" y="2928"/>
                <a:ext cx="240" cy="14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rgbClr val="0033CC"/>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2716" name="Arc 63">
                <a:extLst>
                  <a:ext uri="{FF2B5EF4-FFF2-40B4-BE49-F238E27FC236}">
                    <a16:creationId xmlns:a16="http://schemas.microsoft.com/office/drawing/2014/main" id="{A71959FE-AD2B-4770-989A-8E49C7E61301}"/>
                  </a:ext>
                </a:extLst>
              </p:cNvPr>
              <p:cNvSpPr>
                <a:spLocks/>
              </p:cNvSpPr>
              <p:nvPr/>
            </p:nvSpPr>
            <p:spPr bwMode="auto">
              <a:xfrm rot="2303246">
                <a:off x="2400" y="2784"/>
                <a:ext cx="144" cy="14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rgbClr val="0033CC"/>
                </a:solidFill>
                <a:round/>
                <a:headEnd type="stealth" w="med" len="lg"/>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72717" name="Text Box 64">
              <a:extLst>
                <a:ext uri="{FF2B5EF4-FFF2-40B4-BE49-F238E27FC236}">
                  <a16:creationId xmlns:a16="http://schemas.microsoft.com/office/drawing/2014/main" id="{7D6A64E9-EB74-4D57-989E-81725DA04564}"/>
                </a:ext>
              </a:extLst>
            </p:cNvPr>
            <p:cNvSpPr txBox="1">
              <a:spLocks noChangeArrowheads="1"/>
            </p:cNvSpPr>
            <p:nvPr/>
          </p:nvSpPr>
          <p:spPr bwMode="auto">
            <a:xfrm>
              <a:off x="252" y="2352"/>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i="1">
                  <a:solidFill>
                    <a:srgbClr val="0033CC"/>
                  </a:solidFill>
                </a:rPr>
                <a:t>P</a:t>
              </a:r>
              <a:r>
                <a:rPr lang="en-US" altLang="zh-CN" b="1" baseline="-25000">
                  <a:solidFill>
                    <a:srgbClr val="0033CC"/>
                  </a:solidFill>
                </a:rPr>
                <a:t>2</a:t>
              </a:r>
              <a:endParaRPr lang="en-US" altLang="zh-CN" b="1">
                <a:solidFill>
                  <a:srgbClr val="0033CC"/>
                </a:solidFill>
              </a:endParaRPr>
            </a:p>
          </p:txBody>
        </p:sp>
      </p:grpSp>
      <p:sp>
        <p:nvSpPr>
          <p:cNvPr id="72769" name="Text Box 65">
            <a:extLst>
              <a:ext uri="{FF2B5EF4-FFF2-40B4-BE49-F238E27FC236}">
                <a16:creationId xmlns:a16="http://schemas.microsoft.com/office/drawing/2014/main" id="{417A78AE-08DC-4FE4-B117-A8A7D8340310}"/>
              </a:ext>
            </a:extLst>
          </p:cNvPr>
          <p:cNvSpPr txBox="1">
            <a:spLocks noChangeArrowheads="1"/>
          </p:cNvSpPr>
          <p:nvPr/>
        </p:nvSpPr>
        <p:spPr bwMode="auto">
          <a:xfrm>
            <a:off x="3995738" y="3429000"/>
            <a:ext cx="28082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solidFill>
                  <a:srgbClr val="FF0000"/>
                </a:solidFill>
              </a:rPr>
              <a:t>有相轨线趋向</a:t>
            </a:r>
            <a:r>
              <a:rPr lang="en-US" altLang="zh-CN" sz="2800" b="1" i="1">
                <a:solidFill>
                  <a:srgbClr val="FF0000"/>
                </a:solidFill>
              </a:rPr>
              <a:t>P</a:t>
            </a:r>
            <a:r>
              <a:rPr lang="en-US" altLang="zh-CN" sz="2800" b="1" baseline="-25000">
                <a:solidFill>
                  <a:srgbClr val="FF0000"/>
                </a:solidFill>
              </a:rPr>
              <a:t>1</a:t>
            </a:r>
            <a:endParaRPr lang="en-US" altLang="zh-CN" sz="2800" b="1">
              <a:solidFill>
                <a:srgbClr val="FF0000"/>
              </a:solidFill>
            </a:endParaRPr>
          </a:p>
        </p:txBody>
      </p:sp>
      <p:sp>
        <p:nvSpPr>
          <p:cNvPr id="72770" name="Text Box 66">
            <a:extLst>
              <a:ext uri="{FF2B5EF4-FFF2-40B4-BE49-F238E27FC236}">
                <a16:creationId xmlns:a16="http://schemas.microsoft.com/office/drawing/2014/main" id="{CB4D2B47-2044-4E85-A4BB-26B3E808EE0F}"/>
              </a:ext>
            </a:extLst>
          </p:cNvPr>
          <p:cNvSpPr txBox="1">
            <a:spLocks noChangeArrowheads="1"/>
          </p:cNvSpPr>
          <p:nvPr/>
        </p:nvSpPr>
        <p:spPr bwMode="auto">
          <a:xfrm>
            <a:off x="3995738" y="4038600"/>
            <a:ext cx="28082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solidFill>
                  <a:srgbClr val="0033CC"/>
                </a:solidFill>
              </a:rPr>
              <a:t>有相轨线趋向</a:t>
            </a:r>
            <a:r>
              <a:rPr lang="en-US" altLang="zh-CN" sz="2800" b="1" i="1">
                <a:solidFill>
                  <a:srgbClr val="0033CC"/>
                </a:solidFill>
              </a:rPr>
              <a:t>P</a:t>
            </a:r>
            <a:r>
              <a:rPr lang="en-US" altLang="zh-CN" sz="2800" b="1" baseline="-25000">
                <a:solidFill>
                  <a:srgbClr val="0033CC"/>
                </a:solidFill>
              </a:rPr>
              <a:t>2</a:t>
            </a:r>
          </a:p>
        </p:txBody>
      </p:sp>
      <p:sp>
        <p:nvSpPr>
          <p:cNvPr id="72771" name="Text Box 67">
            <a:extLst>
              <a:ext uri="{FF2B5EF4-FFF2-40B4-BE49-F238E27FC236}">
                <a16:creationId xmlns:a16="http://schemas.microsoft.com/office/drawing/2014/main" id="{C454DFC6-E905-4278-9D81-B924EE98DE40}"/>
              </a:ext>
            </a:extLst>
          </p:cNvPr>
          <p:cNvSpPr txBox="1">
            <a:spLocks noChangeArrowheads="1"/>
          </p:cNvSpPr>
          <p:nvPr/>
        </p:nvSpPr>
        <p:spPr bwMode="auto">
          <a:xfrm>
            <a:off x="4267200" y="4724400"/>
            <a:ext cx="4572000" cy="519113"/>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t>P</a:t>
            </a:r>
            <a:r>
              <a:rPr lang="en-US" altLang="zh-CN" sz="2800" b="1" baseline="-25000"/>
              <a:t>1</a:t>
            </a:r>
            <a:r>
              <a:rPr lang="zh-CN" altLang="en-US" sz="2800" b="1"/>
              <a:t>稳定的条件：直接法</a:t>
            </a:r>
            <a:r>
              <a:rPr lang="zh-CN" altLang="en-US" sz="2800" b="1" i="1">
                <a:sym typeface="Symbol" panose="05050102010706020507" pitchFamily="18" charset="2"/>
              </a:rPr>
              <a:t></a:t>
            </a:r>
            <a:r>
              <a:rPr lang="en-US" altLang="zh-CN" sz="2800" b="1" baseline="-25000">
                <a:sym typeface="Symbol" panose="05050102010706020507" pitchFamily="18" charset="2"/>
              </a:rPr>
              <a:t>2</a:t>
            </a:r>
            <a:r>
              <a:rPr lang="en-US" altLang="zh-CN" sz="2800" b="1">
                <a:sym typeface="Symbol" panose="05050102010706020507" pitchFamily="18" charset="2"/>
              </a:rPr>
              <a:t>&gt;1</a:t>
            </a:r>
          </a:p>
        </p:txBody>
      </p:sp>
      <p:sp>
        <p:nvSpPr>
          <p:cNvPr id="72773" name="Text Box 69">
            <a:extLst>
              <a:ext uri="{FF2B5EF4-FFF2-40B4-BE49-F238E27FC236}">
                <a16:creationId xmlns:a16="http://schemas.microsoft.com/office/drawing/2014/main" id="{D2444867-E955-4578-B764-4482BF1E4F68}"/>
              </a:ext>
            </a:extLst>
          </p:cNvPr>
          <p:cNvSpPr txBox="1">
            <a:spLocks noChangeArrowheads="1"/>
          </p:cNvSpPr>
          <p:nvPr/>
        </p:nvSpPr>
        <p:spPr bwMode="auto">
          <a:xfrm>
            <a:off x="6877050" y="3429000"/>
            <a:ext cx="2016125" cy="519113"/>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t>P</a:t>
            </a:r>
            <a:r>
              <a:rPr lang="en-US" altLang="zh-CN" sz="2800" b="1" baseline="-25000"/>
              <a:t>1</a:t>
            </a:r>
            <a:r>
              <a:rPr lang="zh-CN" altLang="en-US" sz="2800" b="1"/>
              <a:t>局部稳定</a:t>
            </a:r>
          </a:p>
        </p:txBody>
      </p:sp>
      <p:grpSp>
        <p:nvGrpSpPr>
          <p:cNvPr id="6" name="Group 99">
            <a:extLst>
              <a:ext uri="{FF2B5EF4-FFF2-40B4-BE49-F238E27FC236}">
                <a16:creationId xmlns:a16="http://schemas.microsoft.com/office/drawing/2014/main" id="{BA0949D2-711E-41C7-90F3-0D7980397338}"/>
              </a:ext>
            </a:extLst>
          </p:cNvPr>
          <p:cNvGrpSpPr>
            <a:grpSpLocks/>
          </p:cNvGrpSpPr>
          <p:nvPr/>
        </p:nvGrpSpPr>
        <p:grpSpPr bwMode="auto">
          <a:xfrm>
            <a:off x="4800600" y="304800"/>
            <a:ext cx="3657600" cy="2744788"/>
            <a:chOff x="3024" y="192"/>
            <a:chExt cx="2304" cy="1729"/>
          </a:xfrm>
        </p:grpSpPr>
        <p:sp>
          <p:nvSpPr>
            <p:cNvPr id="72723" name="Line 20">
              <a:extLst>
                <a:ext uri="{FF2B5EF4-FFF2-40B4-BE49-F238E27FC236}">
                  <a16:creationId xmlns:a16="http://schemas.microsoft.com/office/drawing/2014/main" id="{50D7CE36-C0BC-445A-9CBA-1928927DEF82}"/>
                </a:ext>
              </a:extLst>
            </p:cNvPr>
            <p:cNvSpPr>
              <a:spLocks noChangeShapeType="1"/>
            </p:cNvSpPr>
            <p:nvPr/>
          </p:nvSpPr>
          <p:spPr bwMode="auto">
            <a:xfrm>
              <a:off x="3423" y="1706"/>
              <a:ext cx="181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724" name="Line 21">
              <a:extLst>
                <a:ext uri="{FF2B5EF4-FFF2-40B4-BE49-F238E27FC236}">
                  <a16:creationId xmlns:a16="http://schemas.microsoft.com/office/drawing/2014/main" id="{8DDCADA3-1824-4F8F-965C-F2ADBCF74719}"/>
                </a:ext>
              </a:extLst>
            </p:cNvPr>
            <p:cNvSpPr>
              <a:spLocks noChangeShapeType="1"/>
            </p:cNvSpPr>
            <p:nvPr/>
          </p:nvSpPr>
          <p:spPr bwMode="auto">
            <a:xfrm rot="-5400000">
              <a:off x="2695" y="979"/>
              <a:ext cx="145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725" name="Line 22">
              <a:extLst>
                <a:ext uri="{FF2B5EF4-FFF2-40B4-BE49-F238E27FC236}">
                  <a16:creationId xmlns:a16="http://schemas.microsoft.com/office/drawing/2014/main" id="{D90DB93E-F045-42B8-A02F-9B8FCEB4C1F4}"/>
                </a:ext>
              </a:extLst>
            </p:cNvPr>
            <p:cNvSpPr>
              <a:spLocks noChangeShapeType="1"/>
            </p:cNvSpPr>
            <p:nvPr/>
          </p:nvSpPr>
          <p:spPr bwMode="auto">
            <a:xfrm>
              <a:off x="3423" y="606"/>
              <a:ext cx="886" cy="11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726" name="Line 23">
              <a:extLst>
                <a:ext uri="{FF2B5EF4-FFF2-40B4-BE49-F238E27FC236}">
                  <a16:creationId xmlns:a16="http://schemas.microsoft.com/office/drawing/2014/main" id="{A243E924-1E98-4251-9999-9A9140ECBB36}"/>
                </a:ext>
              </a:extLst>
            </p:cNvPr>
            <p:cNvSpPr>
              <a:spLocks noChangeShapeType="1"/>
            </p:cNvSpPr>
            <p:nvPr/>
          </p:nvSpPr>
          <p:spPr bwMode="auto">
            <a:xfrm>
              <a:off x="3423" y="925"/>
              <a:ext cx="1462" cy="78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72727" name="Object 25">
              <a:extLst>
                <a:ext uri="{FF2B5EF4-FFF2-40B4-BE49-F238E27FC236}">
                  <a16:creationId xmlns:a16="http://schemas.microsoft.com/office/drawing/2014/main" id="{E0BABA41-DAFF-4F5C-8C95-6186B69C55F6}"/>
                </a:ext>
              </a:extLst>
            </p:cNvPr>
            <p:cNvGraphicFramePr>
              <a:graphicFrameLocks noChangeAspect="1"/>
            </p:cNvGraphicFramePr>
            <p:nvPr/>
          </p:nvGraphicFramePr>
          <p:xfrm>
            <a:off x="5173" y="1706"/>
            <a:ext cx="155" cy="178"/>
          </p:xfrm>
          <a:graphic>
            <a:graphicData uri="http://schemas.openxmlformats.org/presentationml/2006/ole">
              <mc:AlternateContent xmlns:mc="http://schemas.openxmlformats.org/markup-compatibility/2006">
                <mc:Choice xmlns:v="urn:schemas-microsoft-com:vml" Requires="v">
                  <p:oleObj spid="_x0000_s72848" name="公式" r:id="rId3" imgW="177569" imgH="253670" progId="Equation.3">
                    <p:embed/>
                  </p:oleObj>
                </mc:Choice>
                <mc:Fallback>
                  <p:oleObj name="公式" r:id="rId3" imgW="177569" imgH="253670" progId="Equation.3">
                    <p:embed/>
                    <p:pic>
                      <p:nvPicPr>
                        <p:cNvPr id="0" name="Object 2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73" y="1706"/>
                          <a:ext cx="155" cy="1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728" name="Object 26">
              <a:extLst>
                <a:ext uri="{FF2B5EF4-FFF2-40B4-BE49-F238E27FC236}">
                  <a16:creationId xmlns:a16="http://schemas.microsoft.com/office/drawing/2014/main" id="{94520ABB-39E2-42B7-9259-54B009F87D67}"/>
                </a:ext>
              </a:extLst>
            </p:cNvPr>
            <p:cNvGraphicFramePr>
              <a:graphicFrameLocks noChangeAspect="1"/>
            </p:cNvGraphicFramePr>
            <p:nvPr/>
          </p:nvGraphicFramePr>
          <p:xfrm>
            <a:off x="3234" y="192"/>
            <a:ext cx="189" cy="201"/>
          </p:xfrm>
          <a:graphic>
            <a:graphicData uri="http://schemas.openxmlformats.org/presentationml/2006/ole">
              <mc:AlternateContent xmlns:mc="http://schemas.openxmlformats.org/markup-compatibility/2006">
                <mc:Choice xmlns:v="urn:schemas-microsoft-com:vml" Requires="v">
                  <p:oleObj spid="_x0000_s72849" name="公式" r:id="rId5" imgW="190417" imgH="253890" progId="Equation.3">
                    <p:embed/>
                  </p:oleObj>
                </mc:Choice>
                <mc:Fallback>
                  <p:oleObj name="公式" r:id="rId5" imgW="190417" imgH="253890" progId="Equation.3">
                    <p:embed/>
                    <p:pic>
                      <p:nvPicPr>
                        <p:cNvPr id="0" name="Object 2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34" y="192"/>
                          <a:ext cx="189" cy="2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729" name="Object 27">
              <a:extLst>
                <a:ext uri="{FF2B5EF4-FFF2-40B4-BE49-F238E27FC236}">
                  <a16:creationId xmlns:a16="http://schemas.microsoft.com/office/drawing/2014/main" id="{B9117C7B-DCAE-4CB5-ABDF-37283BCCA4F6}"/>
                </a:ext>
              </a:extLst>
            </p:cNvPr>
            <p:cNvGraphicFramePr>
              <a:graphicFrameLocks noChangeAspect="1"/>
            </p:cNvGraphicFramePr>
            <p:nvPr/>
          </p:nvGraphicFramePr>
          <p:xfrm>
            <a:off x="3024" y="500"/>
            <a:ext cx="399" cy="151"/>
          </p:xfrm>
          <a:graphic>
            <a:graphicData uri="http://schemas.openxmlformats.org/presentationml/2006/ole">
              <mc:AlternateContent xmlns:mc="http://schemas.openxmlformats.org/markup-compatibility/2006">
                <mc:Choice xmlns:v="urn:schemas-microsoft-com:vml" Requires="v">
                  <p:oleObj spid="_x0000_s72850" name="公式" r:id="rId7" imgW="533169" imgH="253890" progId="Equation.3">
                    <p:embed/>
                  </p:oleObj>
                </mc:Choice>
                <mc:Fallback>
                  <p:oleObj name="公式" r:id="rId7" imgW="533169" imgH="253890" progId="Equation.3">
                    <p:embed/>
                    <p:pic>
                      <p:nvPicPr>
                        <p:cNvPr id="0" name="Object 2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24" y="500"/>
                          <a:ext cx="399" cy="1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730" name="Object 28">
              <a:extLst>
                <a:ext uri="{FF2B5EF4-FFF2-40B4-BE49-F238E27FC236}">
                  <a16:creationId xmlns:a16="http://schemas.microsoft.com/office/drawing/2014/main" id="{97320A35-93F0-4A61-9670-1202B6913B44}"/>
                </a:ext>
              </a:extLst>
            </p:cNvPr>
            <p:cNvGraphicFramePr>
              <a:graphicFrameLocks noChangeAspect="1"/>
            </p:cNvGraphicFramePr>
            <p:nvPr/>
          </p:nvGraphicFramePr>
          <p:xfrm>
            <a:off x="4708" y="1706"/>
            <a:ext cx="421" cy="160"/>
          </p:xfrm>
          <a:graphic>
            <a:graphicData uri="http://schemas.openxmlformats.org/presentationml/2006/ole">
              <mc:AlternateContent xmlns:mc="http://schemas.openxmlformats.org/markup-compatibility/2006">
                <mc:Choice xmlns:v="urn:schemas-microsoft-com:vml" Requires="v">
                  <p:oleObj spid="_x0000_s72851" name="公式" r:id="rId9" imgW="533169" imgH="253890" progId="Equation.3">
                    <p:embed/>
                  </p:oleObj>
                </mc:Choice>
                <mc:Fallback>
                  <p:oleObj name="公式" r:id="rId9" imgW="533169" imgH="253890" progId="Equation.3">
                    <p:embed/>
                    <p:pic>
                      <p:nvPicPr>
                        <p:cNvPr id="0" name="Object 2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708" y="1706"/>
                          <a:ext cx="421" cy="1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731" name="Object 29">
              <a:extLst>
                <a:ext uri="{FF2B5EF4-FFF2-40B4-BE49-F238E27FC236}">
                  <a16:creationId xmlns:a16="http://schemas.microsoft.com/office/drawing/2014/main" id="{96353DB5-C21A-4A5C-8110-7FFF833A8A9F}"/>
                </a:ext>
              </a:extLst>
            </p:cNvPr>
            <p:cNvGraphicFramePr>
              <a:graphicFrameLocks noChangeAspect="1"/>
            </p:cNvGraphicFramePr>
            <p:nvPr/>
          </p:nvGraphicFramePr>
          <p:xfrm>
            <a:off x="4220" y="1718"/>
            <a:ext cx="188" cy="166"/>
          </p:xfrm>
          <a:graphic>
            <a:graphicData uri="http://schemas.openxmlformats.org/presentationml/2006/ole">
              <mc:AlternateContent xmlns:mc="http://schemas.openxmlformats.org/markup-compatibility/2006">
                <mc:Choice xmlns:v="urn:schemas-microsoft-com:vml" Requires="v">
                  <p:oleObj spid="_x0000_s72852" name="公式" r:id="rId11" imgW="228501" imgH="253890" progId="Equation.3">
                    <p:embed/>
                  </p:oleObj>
                </mc:Choice>
                <mc:Fallback>
                  <p:oleObj name="公式" r:id="rId11" imgW="228501" imgH="253890" progId="Equation.3">
                    <p:embed/>
                    <p:pic>
                      <p:nvPicPr>
                        <p:cNvPr id="0" name="Object 2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220" y="1718"/>
                          <a:ext cx="188" cy="1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732" name="Object 30">
              <a:extLst>
                <a:ext uri="{FF2B5EF4-FFF2-40B4-BE49-F238E27FC236}">
                  <a16:creationId xmlns:a16="http://schemas.microsoft.com/office/drawing/2014/main" id="{F186E247-B925-43C5-B4FC-AABE2AC04766}"/>
                </a:ext>
              </a:extLst>
            </p:cNvPr>
            <p:cNvGraphicFramePr>
              <a:graphicFrameLocks noChangeAspect="1"/>
            </p:cNvGraphicFramePr>
            <p:nvPr/>
          </p:nvGraphicFramePr>
          <p:xfrm>
            <a:off x="3201" y="819"/>
            <a:ext cx="197" cy="166"/>
          </p:xfrm>
          <a:graphic>
            <a:graphicData uri="http://schemas.openxmlformats.org/presentationml/2006/ole">
              <mc:AlternateContent xmlns:mc="http://schemas.openxmlformats.org/markup-compatibility/2006">
                <mc:Choice xmlns:v="urn:schemas-microsoft-com:vml" Requires="v">
                  <p:oleObj spid="_x0000_s72853" name="公式" r:id="rId13" imgW="241195" imgH="253890" progId="Equation.3">
                    <p:embed/>
                  </p:oleObj>
                </mc:Choice>
                <mc:Fallback>
                  <p:oleObj name="公式" r:id="rId13" imgW="241195" imgH="253890" progId="Equation.3">
                    <p:embed/>
                    <p:pic>
                      <p:nvPicPr>
                        <p:cNvPr id="0" name="Object 3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201" y="819"/>
                          <a:ext cx="197" cy="1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2733" name="Text Box 31">
              <a:extLst>
                <a:ext uri="{FF2B5EF4-FFF2-40B4-BE49-F238E27FC236}">
                  <a16:creationId xmlns:a16="http://schemas.microsoft.com/office/drawing/2014/main" id="{D051DAB1-D121-48E2-84DD-3263BAD68393}"/>
                </a:ext>
              </a:extLst>
            </p:cNvPr>
            <p:cNvSpPr txBox="1">
              <a:spLocks noChangeArrowheads="1"/>
            </p:cNvSpPr>
            <p:nvPr/>
          </p:nvSpPr>
          <p:spPr bwMode="auto">
            <a:xfrm>
              <a:off x="3334" y="1671"/>
              <a:ext cx="22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i="1"/>
                <a:t>O</a:t>
              </a:r>
            </a:p>
          </p:txBody>
        </p:sp>
        <p:graphicFrame>
          <p:nvGraphicFramePr>
            <p:cNvPr id="72734" name="Object 32">
              <a:extLst>
                <a:ext uri="{FF2B5EF4-FFF2-40B4-BE49-F238E27FC236}">
                  <a16:creationId xmlns:a16="http://schemas.microsoft.com/office/drawing/2014/main" id="{43CA4447-3C78-4F24-AB65-000E39FC4BC7}"/>
                </a:ext>
              </a:extLst>
            </p:cNvPr>
            <p:cNvGraphicFramePr>
              <a:graphicFrameLocks noChangeAspect="1"/>
            </p:cNvGraphicFramePr>
            <p:nvPr/>
          </p:nvGraphicFramePr>
          <p:xfrm>
            <a:off x="3837" y="1109"/>
            <a:ext cx="113" cy="100"/>
          </p:xfrm>
          <a:graphic>
            <a:graphicData uri="http://schemas.openxmlformats.org/presentationml/2006/ole">
              <mc:AlternateContent xmlns:mc="http://schemas.openxmlformats.org/markup-compatibility/2006">
                <mc:Choice xmlns:v="urn:schemas-microsoft-com:vml" Requires="v">
                  <p:oleObj spid="_x0000_s72854" name="公式" r:id="rId15" imgW="126835" imgH="139518" progId="Equation.3">
                    <p:embed/>
                  </p:oleObj>
                </mc:Choice>
                <mc:Fallback>
                  <p:oleObj name="公式" r:id="rId15" imgW="126835" imgH="139518" progId="Equation.3">
                    <p:embed/>
                    <p:pic>
                      <p:nvPicPr>
                        <p:cNvPr id="0" name="Object 3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837" y="1109"/>
                          <a:ext cx="113" cy="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735" name="Object 33">
              <a:extLst>
                <a:ext uri="{FF2B5EF4-FFF2-40B4-BE49-F238E27FC236}">
                  <a16:creationId xmlns:a16="http://schemas.microsoft.com/office/drawing/2014/main" id="{F6F4F4E5-18C0-4C0D-9E27-3EA9A981AFD7}"/>
                </a:ext>
              </a:extLst>
            </p:cNvPr>
            <p:cNvGraphicFramePr>
              <a:graphicFrameLocks noChangeAspect="1"/>
            </p:cNvGraphicFramePr>
            <p:nvPr/>
          </p:nvGraphicFramePr>
          <p:xfrm>
            <a:off x="3866" y="960"/>
            <a:ext cx="223" cy="237"/>
          </p:xfrm>
          <a:graphic>
            <a:graphicData uri="http://schemas.openxmlformats.org/presentationml/2006/ole">
              <mc:AlternateContent xmlns:mc="http://schemas.openxmlformats.org/markup-compatibility/2006">
                <mc:Choice xmlns:v="urn:schemas-microsoft-com:vml" Requires="v">
                  <p:oleObj spid="_x0000_s72855" name="公式" r:id="rId17" imgW="190417" imgH="253890" progId="Equation.3">
                    <p:embed/>
                  </p:oleObj>
                </mc:Choice>
                <mc:Fallback>
                  <p:oleObj name="公式" r:id="rId17" imgW="190417" imgH="253890" progId="Equation.3">
                    <p:embed/>
                    <p:pic>
                      <p:nvPicPr>
                        <p:cNvPr id="0" name="Object 3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866" y="960"/>
                          <a:ext cx="223" cy="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736" name="Object 34">
              <a:extLst>
                <a:ext uri="{FF2B5EF4-FFF2-40B4-BE49-F238E27FC236}">
                  <a16:creationId xmlns:a16="http://schemas.microsoft.com/office/drawing/2014/main" id="{16B5909B-D0A4-499F-A994-B46BDDBA7B1A}"/>
                </a:ext>
              </a:extLst>
            </p:cNvPr>
            <p:cNvGraphicFramePr>
              <a:graphicFrameLocks noChangeAspect="1"/>
            </p:cNvGraphicFramePr>
            <p:nvPr/>
          </p:nvGraphicFramePr>
          <p:xfrm>
            <a:off x="3648" y="768"/>
            <a:ext cx="443" cy="192"/>
          </p:xfrm>
          <a:graphic>
            <a:graphicData uri="http://schemas.openxmlformats.org/presentationml/2006/ole">
              <mc:AlternateContent xmlns:mc="http://schemas.openxmlformats.org/markup-compatibility/2006">
                <mc:Choice xmlns:v="urn:schemas-microsoft-com:vml" Requires="v">
                  <p:oleObj spid="_x0000_s72856" name="公式" r:id="rId19" imgW="444307" imgH="241195" progId="Equation.3">
                    <p:embed/>
                  </p:oleObj>
                </mc:Choice>
                <mc:Fallback>
                  <p:oleObj name="公式" r:id="rId19" imgW="444307" imgH="241195" progId="Equation.3">
                    <p:embed/>
                    <p:pic>
                      <p:nvPicPr>
                        <p:cNvPr id="0" name="Object 34"/>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648" y="768"/>
                          <a:ext cx="443"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737" name="Object 35">
              <a:extLst>
                <a:ext uri="{FF2B5EF4-FFF2-40B4-BE49-F238E27FC236}">
                  <a16:creationId xmlns:a16="http://schemas.microsoft.com/office/drawing/2014/main" id="{04D378AD-0160-4C4A-B750-564516278005}"/>
                </a:ext>
              </a:extLst>
            </p:cNvPr>
            <p:cNvGraphicFramePr>
              <a:graphicFrameLocks noChangeAspect="1"/>
            </p:cNvGraphicFramePr>
            <p:nvPr/>
          </p:nvGraphicFramePr>
          <p:xfrm>
            <a:off x="4560" y="1392"/>
            <a:ext cx="444" cy="187"/>
          </p:xfrm>
          <a:graphic>
            <a:graphicData uri="http://schemas.openxmlformats.org/presentationml/2006/ole">
              <mc:AlternateContent xmlns:mc="http://schemas.openxmlformats.org/markup-compatibility/2006">
                <mc:Choice xmlns:v="urn:schemas-microsoft-com:vml" Requires="v">
                  <p:oleObj spid="_x0000_s72857" name="公式" r:id="rId21" imgW="457200" imgH="241200" progId="Equation.3">
                    <p:embed/>
                  </p:oleObj>
                </mc:Choice>
                <mc:Fallback>
                  <p:oleObj name="公式" r:id="rId21" imgW="457200" imgH="241200" progId="Equation.3">
                    <p:embed/>
                    <p:pic>
                      <p:nvPicPr>
                        <p:cNvPr id="0" name="Object 35"/>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560" y="1392"/>
                          <a:ext cx="444" cy="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2738" name="Arc 79">
              <a:extLst>
                <a:ext uri="{FF2B5EF4-FFF2-40B4-BE49-F238E27FC236}">
                  <a16:creationId xmlns:a16="http://schemas.microsoft.com/office/drawing/2014/main" id="{5A71DE5A-B08A-4EBB-9DDB-BD3F5420D608}"/>
                </a:ext>
              </a:extLst>
            </p:cNvPr>
            <p:cNvSpPr>
              <a:spLocks/>
            </p:cNvSpPr>
            <p:nvPr/>
          </p:nvSpPr>
          <p:spPr bwMode="auto">
            <a:xfrm rot="-6704270" flipH="1" flipV="1">
              <a:off x="3884" y="1396"/>
              <a:ext cx="347" cy="148"/>
            </a:xfrm>
            <a:custGeom>
              <a:avLst/>
              <a:gdLst>
                <a:gd name="T0" fmla="*/ 0 w 26067"/>
                <a:gd name="T1" fmla="*/ 0 h 22268"/>
                <a:gd name="T2" fmla="*/ 0 w 26067"/>
                <a:gd name="T3" fmla="*/ 0 h 22268"/>
                <a:gd name="T4" fmla="*/ 0 w 26067"/>
                <a:gd name="T5" fmla="*/ 0 h 22268"/>
                <a:gd name="T6" fmla="*/ 0 60000 65536"/>
                <a:gd name="T7" fmla="*/ 0 60000 65536"/>
                <a:gd name="T8" fmla="*/ 0 60000 65536"/>
                <a:gd name="T9" fmla="*/ 0 w 26067"/>
                <a:gd name="T10" fmla="*/ 0 h 22268"/>
                <a:gd name="T11" fmla="*/ 26067 w 26067"/>
                <a:gd name="T12" fmla="*/ 22268 h 22268"/>
              </a:gdLst>
              <a:ahLst/>
              <a:cxnLst>
                <a:cxn ang="T6">
                  <a:pos x="T0" y="T1"/>
                </a:cxn>
                <a:cxn ang="T7">
                  <a:pos x="T2" y="T3"/>
                </a:cxn>
                <a:cxn ang="T8">
                  <a:pos x="T4" y="T5"/>
                </a:cxn>
              </a:cxnLst>
              <a:rect l="T9" t="T10" r="T11" b="T12"/>
              <a:pathLst>
                <a:path w="26067" h="22268" fill="none" extrusionOk="0">
                  <a:moveTo>
                    <a:pt x="-1" y="466"/>
                  </a:moveTo>
                  <a:cubicBezTo>
                    <a:pt x="1468" y="156"/>
                    <a:pt x="2965" y="-1"/>
                    <a:pt x="4467" y="0"/>
                  </a:cubicBezTo>
                  <a:cubicBezTo>
                    <a:pt x="16396" y="0"/>
                    <a:pt x="26067" y="9670"/>
                    <a:pt x="26067" y="21600"/>
                  </a:cubicBezTo>
                  <a:cubicBezTo>
                    <a:pt x="26067" y="21822"/>
                    <a:pt x="26063" y="22045"/>
                    <a:pt x="26056" y="22267"/>
                  </a:cubicBezTo>
                </a:path>
                <a:path w="26067" h="22268" stroke="0" extrusionOk="0">
                  <a:moveTo>
                    <a:pt x="-1" y="466"/>
                  </a:moveTo>
                  <a:cubicBezTo>
                    <a:pt x="1468" y="156"/>
                    <a:pt x="2965" y="-1"/>
                    <a:pt x="4467" y="0"/>
                  </a:cubicBezTo>
                  <a:cubicBezTo>
                    <a:pt x="16396" y="0"/>
                    <a:pt x="26067" y="9670"/>
                    <a:pt x="26067" y="21600"/>
                  </a:cubicBezTo>
                  <a:cubicBezTo>
                    <a:pt x="26067" y="21822"/>
                    <a:pt x="26063" y="22045"/>
                    <a:pt x="26056" y="22267"/>
                  </a:cubicBezTo>
                  <a:lnTo>
                    <a:pt x="4467" y="21600"/>
                  </a:lnTo>
                  <a:lnTo>
                    <a:pt x="-1" y="466"/>
                  </a:lnTo>
                  <a:close/>
                </a:path>
              </a:pathLst>
            </a:custGeom>
            <a:noFill/>
            <a:ln w="9525">
              <a:solidFill>
                <a:schemeClr val="tx1"/>
              </a:solidFill>
              <a:round/>
              <a:headEnd type="stealth" w="med" len="lg"/>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2739" name="Arc 80">
              <a:extLst>
                <a:ext uri="{FF2B5EF4-FFF2-40B4-BE49-F238E27FC236}">
                  <a16:creationId xmlns:a16="http://schemas.microsoft.com/office/drawing/2014/main" id="{CE0B65FE-945A-4236-AB35-AFA31F4A34C7}"/>
                </a:ext>
              </a:extLst>
            </p:cNvPr>
            <p:cNvSpPr>
              <a:spLocks/>
            </p:cNvSpPr>
            <p:nvPr/>
          </p:nvSpPr>
          <p:spPr bwMode="auto">
            <a:xfrm rot="1465449" flipV="1">
              <a:off x="4224" y="1296"/>
              <a:ext cx="384" cy="19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chemeClr val="tx1"/>
              </a:solidFill>
              <a:round/>
              <a:headEnd type="stealth" w="med" len="lg"/>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2740" name="Arc 81">
              <a:extLst>
                <a:ext uri="{FF2B5EF4-FFF2-40B4-BE49-F238E27FC236}">
                  <a16:creationId xmlns:a16="http://schemas.microsoft.com/office/drawing/2014/main" id="{1A3D277C-E234-4539-A114-3196ACB2C50B}"/>
                </a:ext>
              </a:extLst>
            </p:cNvPr>
            <p:cNvSpPr>
              <a:spLocks/>
            </p:cNvSpPr>
            <p:nvPr/>
          </p:nvSpPr>
          <p:spPr bwMode="auto">
            <a:xfrm rot="-6704270">
              <a:off x="3452" y="713"/>
              <a:ext cx="347" cy="148"/>
            </a:xfrm>
            <a:custGeom>
              <a:avLst/>
              <a:gdLst>
                <a:gd name="T0" fmla="*/ 0 w 26067"/>
                <a:gd name="T1" fmla="*/ 0 h 22268"/>
                <a:gd name="T2" fmla="*/ 0 w 26067"/>
                <a:gd name="T3" fmla="*/ 0 h 22268"/>
                <a:gd name="T4" fmla="*/ 0 w 26067"/>
                <a:gd name="T5" fmla="*/ 0 h 22268"/>
                <a:gd name="T6" fmla="*/ 0 60000 65536"/>
                <a:gd name="T7" fmla="*/ 0 60000 65536"/>
                <a:gd name="T8" fmla="*/ 0 60000 65536"/>
                <a:gd name="T9" fmla="*/ 0 w 26067"/>
                <a:gd name="T10" fmla="*/ 0 h 22268"/>
                <a:gd name="T11" fmla="*/ 26067 w 26067"/>
                <a:gd name="T12" fmla="*/ 22268 h 22268"/>
              </a:gdLst>
              <a:ahLst/>
              <a:cxnLst>
                <a:cxn ang="T6">
                  <a:pos x="T0" y="T1"/>
                </a:cxn>
                <a:cxn ang="T7">
                  <a:pos x="T2" y="T3"/>
                </a:cxn>
                <a:cxn ang="T8">
                  <a:pos x="T4" y="T5"/>
                </a:cxn>
              </a:cxnLst>
              <a:rect l="T9" t="T10" r="T11" b="T12"/>
              <a:pathLst>
                <a:path w="26067" h="22268" fill="none" extrusionOk="0">
                  <a:moveTo>
                    <a:pt x="-1" y="466"/>
                  </a:moveTo>
                  <a:cubicBezTo>
                    <a:pt x="1468" y="156"/>
                    <a:pt x="2965" y="-1"/>
                    <a:pt x="4467" y="0"/>
                  </a:cubicBezTo>
                  <a:cubicBezTo>
                    <a:pt x="16396" y="0"/>
                    <a:pt x="26067" y="9670"/>
                    <a:pt x="26067" y="21600"/>
                  </a:cubicBezTo>
                  <a:cubicBezTo>
                    <a:pt x="26067" y="21822"/>
                    <a:pt x="26063" y="22045"/>
                    <a:pt x="26056" y="22267"/>
                  </a:cubicBezTo>
                </a:path>
                <a:path w="26067" h="22268" stroke="0" extrusionOk="0">
                  <a:moveTo>
                    <a:pt x="-1" y="466"/>
                  </a:moveTo>
                  <a:cubicBezTo>
                    <a:pt x="1468" y="156"/>
                    <a:pt x="2965" y="-1"/>
                    <a:pt x="4467" y="0"/>
                  </a:cubicBezTo>
                  <a:cubicBezTo>
                    <a:pt x="16396" y="0"/>
                    <a:pt x="26067" y="9670"/>
                    <a:pt x="26067" y="21600"/>
                  </a:cubicBezTo>
                  <a:cubicBezTo>
                    <a:pt x="26067" y="21822"/>
                    <a:pt x="26063" y="22045"/>
                    <a:pt x="26056" y="22267"/>
                  </a:cubicBezTo>
                  <a:lnTo>
                    <a:pt x="4467" y="21600"/>
                  </a:lnTo>
                  <a:lnTo>
                    <a:pt x="-1" y="466"/>
                  </a:lnTo>
                  <a:close/>
                </a:path>
              </a:pathLst>
            </a:custGeom>
            <a:noFill/>
            <a:ln w="9525">
              <a:solidFill>
                <a:schemeClr val="tx1"/>
              </a:solidFill>
              <a:round/>
              <a:headEnd type="stealth" w="med" len="lg"/>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2741" name="Arc 82">
              <a:extLst>
                <a:ext uri="{FF2B5EF4-FFF2-40B4-BE49-F238E27FC236}">
                  <a16:creationId xmlns:a16="http://schemas.microsoft.com/office/drawing/2014/main" id="{06B91B27-9FEB-4B08-9E72-2DAA16C7B0CF}"/>
                </a:ext>
              </a:extLst>
            </p:cNvPr>
            <p:cNvSpPr>
              <a:spLocks/>
            </p:cNvSpPr>
            <p:nvPr/>
          </p:nvSpPr>
          <p:spPr bwMode="auto">
            <a:xfrm rot="-1465449" flipH="1" flipV="1">
              <a:off x="3475" y="1008"/>
              <a:ext cx="298" cy="288"/>
            </a:xfrm>
            <a:custGeom>
              <a:avLst/>
              <a:gdLst>
                <a:gd name="T0" fmla="*/ 0 w 16764"/>
                <a:gd name="T1" fmla="*/ 0 h 21600"/>
                <a:gd name="T2" fmla="*/ 0 w 16764"/>
                <a:gd name="T3" fmla="*/ 0 h 21600"/>
                <a:gd name="T4" fmla="*/ 0 w 16764"/>
                <a:gd name="T5" fmla="*/ 0 h 21600"/>
                <a:gd name="T6" fmla="*/ 0 60000 65536"/>
                <a:gd name="T7" fmla="*/ 0 60000 65536"/>
                <a:gd name="T8" fmla="*/ 0 60000 65536"/>
                <a:gd name="T9" fmla="*/ 0 w 16764"/>
                <a:gd name="T10" fmla="*/ 0 h 21600"/>
                <a:gd name="T11" fmla="*/ 16764 w 16764"/>
                <a:gd name="T12" fmla="*/ 21600 h 21600"/>
              </a:gdLst>
              <a:ahLst/>
              <a:cxnLst>
                <a:cxn ang="T6">
                  <a:pos x="T0" y="T1"/>
                </a:cxn>
                <a:cxn ang="T7">
                  <a:pos x="T2" y="T3"/>
                </a:cxn>
                <a:cxn ang="T8">
                  <a:pos x="T4" y="T5"/>
                </a:cxn>
              </a:cxnLst>
              <a:rect l="T9" t="T10" r="T11" b="T12"/>
              <a:pathLst>
                <a:path w="16764" h="21600" fill="none" extrusionOk="0">
                  <a:moveTo>
                    <a:pt x="-1" y="0"/>
                  </a:moveTo>
                  <a:cubicBezTo>
                    <a:pt x="6504" y="0"/>
                    <a:pt x="12662" y="2931"/>
                    <a:pt x="16763" y="7979"/>
                  </a:cubicBezTo>
                </a:path>
                <a:path w="16764" h="21600" stroke="0" extrusionOk="0">
                  <a:moveTo>
                    <a:pt x="-1" y="0"/>
                  </a:moveTo>
                  <a:cubicBezTo>
                    <a:pt x="6504" y="0"/>
                    <a:pt x="12662" y="2931"/>
                    <a:pt x="16763" y="7979"/>
                  </a:cubicBezTo>
                  <a:lnTo>
                    <a:pt x="0" y="21600"/>
                  </a:lnTo>
                  <a:lnTo>
                    <a:pt x="-1" y="0"/>
                  </a:lnTo>
                  <a:close/>
                </a:path>
              </a:pathLst>
            </a:custGeom>
            <a:noFill/>
            <a:ln w="9525">
              <a:solidFill>
                <a:schemeClr val="tx1"/>
              </a:solidFill>
              <a:round/>
              <a:headEnd type="stealth" w="med" len="lg"/>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2742" name="Arc 83">
              <a:extLst>
                <a:ext uri="{FF2B5EF4-FFF2-40B4-BE49-F238E27FC236}">
                  <a16:creationId xmlns:a16="http://schemas.microsoft.com/office/drawing/2014/main" id="{796F8782-EB39-449A-A777-856A990427E3}"/>
                </a:ext>
              </a:extLst>
            </p:cNvPr>
            <p:cNvSpPr>
              <a:spLocks/>
            </p:cNvSpPr>
            <p:nvPr/>
          </p:nvSpPr>
          <p:spPr bwMode="auto">
            <a:xfrm rot="-1399003">
              <a:off x="4128" y="1008"/>
              <a:ext cx="348" cy="175"/>
            </a:xfrm>
            <a:custGeom>
              <a:avLst/>
              <a:gdLst>
                <a:gd name="T0" fmla="*/ 0 w 26067"/>
                <a:gd name="T1" fmla="*/ 0 h 26221"/>
                <a:gd name="T2" fmla="*/ 0 w 26067"/>
                <a:gd name="T3" fmla="*/ 0 h 26221"/>
                <a:gd name="T4" fmla="*/ 0 w 26067"/>
                <a:gd name="T5" fmla="*/ 0 h 26221"/>
                <a:gd name="T6" fmla="*/ 0 60000 65536"/>
                <a:gd name="T7" fmla="*/ 0 60000 65536"/>
                <a:gd name="T8" fmla="*/ 0 60000 65536"/>
                <a:gd name="T9" fmla="*/ 0 w 26067"/>
                <a:gd name="T10" fmla="*/ 0 h 26221"/>
                <a:gd name="T11" fmla="*/ 26067 w 26067"/>
                <a:gd name="T12" fmla="*/ 26221 h 26221"/>
              </a:gdLst>
              <a:ahLst/>
              <a:cxnLst>
                <a:cxn ang="T6">
                  <a:pos x="T0" y="T1"/>
                </a:cxn>
                <a:cxn ang="T7">
                  <a:pos x="T2" y="T3"/>
                </a:cxn>
                <a:cxn ang="T8">
                  <a:pos x="T4" y="T5"/>
                </a:cxn>
              </a:cxnLst>
              <a:rect l="T9" t="T10" r="T11" b="T12"/>
              <a:pathLst>
                <a:path w="26067" h="26221" fill="none" extrusionOk="0">
                  <a:moveTo>
                    <a:pt x="-1" y="466"/>
                  </a:moveTo>
                  <a:cubicBezTo>
                    <a:pt x="1468" y="156"/>
                    <a:pt x="2965" y="-1"/>
                    <a:pt x="4467" y="0"/>
                  </a:cubicBezTo>
                  <a:cubicBezTo>
                    <a:pt x="16396" y="0"/>
                    <a:pt x="26067" y="9670"/>
                    <a:pt x="26067" y="21600"/>
                  </a:cubicBezTo>
                  <a:cubicBezTo>
                    <a:pt x="26067" y="23153"/>
                    <a:pt x="25899" y="24703"/>
                    <a:pt x="25566" y="26220"/>
                  </a:cubicBezTo>
                </a:path>
                <a:path w="26067" h="26221" stroke="0" extrusionOk="0">
                  <a:moveTo>
                    <a:pt x="-1" y="466"/>
                  </a:moveTo>
                  <a:cubicBezTo>
                    <a:pt x="1468" y="156"/>
                    <a:pt x="2965" y="-1"/>
                    <a:pt x="4467" y="0"/>
                  </a:cubicBezTo>
                  <a:cubicBezTo>
                    <a:pt x="16396" y="0"/>
                    <a:pt x="26067" y="9670"/>
                    <a:pt x="26067" y="21600"/>
                  </a:cubicBezTo>
                  <a:cubicBezTo>
                    <a:pt x="26067" y="23153"/>
                    <a:pt x="25899" y="24703"/>
                    <a:pt x="25566" y="26220"/>
                  </a:cubicBezTo>
                  <a:lnTo>
                    <a:pt x="4467" y="21600"/>
                  </a:lnTo>
                  <a:lnTo>
                    <a:pt x="-1" y="466"/>
                  </a:lnTo>
                  <a:close/>
                </a:path>
              </a:pathLst>
            </a:custGeom>
            <a:noFill/>
            <a:ln w="9525">
              <a:solidFill>
                <a:schemeClr val="tx1"/>
              </a:solidFill>
              <a:round/>
              <a:headEnd type="stealth" w="med" len="lg"/>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72793" name="Text Box 89">
            <a:extLst>
              <a:ext uri="{FF2B5EF4-FFF2-40B4-BE49-F238E27FC236}">
                <a16:creationId xmlns:a16="http://schemas.microsoft.com/office/drawing/2014/main" id="{D6FEDAC4-AC98-415B-A926-54CB061552EE}"/>
              </a:ext>
            </a:extLst>
          </p:cNvPr>
          <p:cNvSpPr txBox="1">
            <a:spLocks noChangeArrowheads="1"/>
          </p:cNvSpPr>
          <p:nvPr/>
        </p:nvSpPr>
        <p:spPr bwMode="auto">
          <a:xfrm>
            <a:off x="6877050" y="566738"/>
            <a:ext cx="2016125" cy="4572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ym typeface="Symbol" panose="05050102010706020507" pitchFamily="18" charset="2"/>
              </a:rPr>
              <a:t>(3) </a:t>
            </a:r>
            <a:r>
              <a:rPr lang="en-US" altLang="zh-CN" b="1" i="1">
                <a:sym typeface="Symbol" panose="05050102010706020507" pitchFamily="18" charset="2"/>
              </a:rPr>
              <a:t></a:t>
            </a:r>
            <a:r>
              <a:rPr lang="en-US" altLang="zh-CN" b="1" baseline="-25000">
                <a:sym typeface="Symbol" panose="05050102010706020507" pitchFamily="18" charset="2"/>
              </a:rPr>
              <a:t>1</a:t>
            </a:r>
            <a:r>
              <a:rPr lang="en-US" altLang="zh-CN" b="1">
                <a:sym typeface="Symbol" panose="05050102010706020507" pitchFamily="18" charset="2"/>
              </a:rPr>
              <a:t>&lt;1, </a:t>
            </a:r>
            <a:r>
              <a:rPr lang="en-US" altLang="zh-CN" b="1" i="1">
                <a:sym typeface="Symbol" panose="05050102010706020507" pitchFamily="18" charset="2"/>
              </a:rPr>
              <a:t></a:t>
            </a:r>
            <a:r>
              <a:rPr lang="en-US" altLang="zh-CN" b="1" baseline="-25000">
                <a:sym typeface="Symbol" panose="05050102010706020507" pitchFamily="18" charset="2"/>
              </a:rPr>
              <a:t>2</a:t>
            </a:r>
            <a:r>
              <a:rPr lang="en-US" altLang="zh-CN" b="1">
                <a:sym typeface="Symbol" panose="05050102010706020507" pitchFamily="18" charset="2"/>
              </a:rPr>
              <a:t>&lt;1</a:t>
            </a:r>
          </a:p>
        </p:txBody>
      </p:sp>
      <p:grpSp>
        <p:nvGrpSpPr>
          <p:cNvPr id="7" name="Group 98">
            <a:extLst>
              <a:ext uri="{FF2B5EF4-FFF2-40B4-BE49-F238E27FC236}">
                <a16:creationId xmlns:a16="http://schemas.microsoft.com/office/drawing/2014/main" id="{4C5D9C03-8776-42C4-AA21-58B32934DEE8}"/>
              </a:ext>
            </a:extLst>
          </p:cNvPr>
          <p:cNvGrpSpPr>
            <a:grpSpLocks/>
          </p:cNvGrpSpPr>
          <p:nvPr/>
        </p:nvGrpSpPr>
        <p:grpSpPr bwMode="auto">
          <a:xfrm>
            <a:off x="457200" y="304800"/>
            <a:ext cx="3733800" cy="2814638"/>
            <a:chOff x="288" y="192"/>
            <a:chExt cx="2352" cy="1773"/>
          </a:xfrm>
        </p:grpSpPr>
        <p:sp>
          <p:nvSpPr>
            <p:cNvPr id="72745" name="Line 37">
              <a:extLst>
                <a:ext uri="{FF2B5EF4-FFF2-40B4-BE49-F238E27FC236}">
                  <a16:creationId xmlns:a16="http://schemas.microsoft.com/office/drawing/2014/main" id="{F926DE94-060B-4751-880E-F583B848E1CE}"/>
                </a:ext>
              </a:extLst>
            </p:cNvPr>
            <p:cNvSpPr>
              <a:spLocks noChangeShapeType="1"/>
            </p:cNvSpPr>
            <p:nvPr/>
          </p:nvSpPr>
          <p:spPr bwMode="auto">
            <a:xfrm>
              <a:off x="694" y="1755"/>
              <a:ext cx="188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746" name="Line 38">
              <a:extLst>
                <a:ext uri="{FF2B5EF4-FFF2-40B4-BE49-F238E27FC236}">
                  <a16:creationId xmlns:a16="http://schemas.microsoft.com/office/drawing/2014/main" id="{B38B32BA-919D-4061-9AE3-FE97CEB0E1C4}"/>
                </a:ext>
              </a:extLst>
            </p:cNvPr>
            <p:cNvSpPr>
              <a:spLocks noChangeShapeType="1"/>
            </p:cNvSpPr>
            <p:nvPr/>
          </p:nvSpPr>
          <p:spPr bwMode="auto">
            <a:xfrm rot="-5400000">
              <a:off x="-48" y="1014"/>
              <a:ext cx="1483"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747" name="Line 39">
              <a:extLst>
                <a:ext uri="{FF2B5EF4-FFF2-40B4-BE49-F238E27FC236}">
                  <a16:creationId xmlns:a16="http://schemas.microsoft.com/office/drawing/2014/main" id="{7204F92B-79A7-4BE1-9A08-E70FA514FC63}"/>
                </a:ext>
              </a:extLst>
            </p:cNvPr>
            <p:cNvSpPr>
              <a:spLocks noChangeShapeType="1"/>
            </p:cNvSpPr>
            <p:nvPr/>
          </p:nvSpPr>
          <p:spPr bwMode="auto">
            <a:xfrm>
              <a:off x="694" y="953"/>
              <a:ext cx="898" cy="80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748" name="Line 40">
              <a:extLst>
                <a:ext uri="{FF2B5EF4-FFF2-40B4-BE49-F238E27FC236}">
                  <a16:creationId xmlns:a16="http://schemas.microsoft.com/office/drawing/2014/main" id="{CE20B07A-5C4C-417C-AD04-DAE4158AE2A9}"/>
                </a:ext>
              </a:extLst>
            </p:cNvPr>
            <p:cNvSpPr>
              <a:spLocks noChangeShapeType="1"/>
            </p:cNvSpPr>
            <p:nvPr/>
          </p:nvSpPr>
          <p:spPr bwMode="auto">
            <a:xfrm>
              <a:off x="694" y="673"/>
              <a:ext cx="1540" cy="1082"/>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72749" name="Object 41">
              <a:extLst>
                <a:ext uri="{FF2B5EF4-FFF2-40B4-BE49-F238E27FC236}">
                  <a16:creationId xmlns:a16="http://schemas.microsoft.com/office/drawing/2014/main" id="{C6E1909B-5F37-4C8C-A533-0D0340681593}"/>
                </a:ext>
              </a:extLst>
            </p:cNvPr>
            <p:cNvGraphicFramePr>
              <a:graphicFrameLocks noChangeAspect="1"/>
            </p:cNvGraphicFramePr>
            <p:nvPr/>
          </p:nvGraphicFramePr>
          <p:xfrm>
            <a:off x="288" y="833"/>
            <a:ext cx="406" cy="181"/>
          </p:xfrm>
          <a:graphic>
            <a:graphicData uri="http://schemas.openxmlformats.org/presentationml/2006/ole">
              <mc:AlternateContent xmlns:mc="http://schemas.openxmlformats.org/markup-compatibility/2006">
                <mc:Choice xmlns:v="urn:schemas-microsoft-com:vml" Requires="v">
                  <p:oleObj spid="_x0000_s72858" name="公式" r:id="rId23" imgW="533169" imgH="253890" progId="Equation.3">
                    <p:embed/>
                  </p:oleObj>
                </mc:Choice>
                <mc:Fallback>
                  <p:oleObj name="公式" r:id="rId23" imgW="533169" imgH="253890" progId="Equation.3">
                    <p:embed/>
                    <p:pic>
                      <p:nvPicPr>
                        <p:cNvPr id="0" name="Object 4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8" y="833"/>
                          <a:ext cx="406" cy="1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750" name="Object 42">
              <a:extLst>
                <a:ext uri="{FF2B5EF4-FFF2-40B4-BE49-F238E27FC236}">
                  <a16:creationId xmlns:a16="http://schemas.microsoft.com/office/drawing/2014/main" id="{3265B0BF-A0E0-41DD-AFF9-C0158B032CC0}"/>
                </a:ext>
              </a:extLst>
            </p:cNvPr>
            <p:cNvGraphicFramePr>
              <a:graphicFrameLocks noChangeAspect="1"/>
            </p:cNvGraphicFramePr>
            <p:nvPr/>
          </p:nvGraphicFramePr>
          <p:xfrm>
            <a:off x="1977" y="1755"/>
            <a:ext cx="449" cy="200"/>
          </p:xfrm>
          <a:graphic>
            <a:graphicData uri="http://schemas.openxmlformats.org/presentationml/2006/ole">
              <mc:AlternateContent xmlns:mc="http://schemas.openxmlformats.org/markup-compatibility/2006">
                <mc:Choice xmlns:v="urn:schemas-microsoft-com:vml" Requires="v">
                  <p:oleObj spid="_x0000_s72859" name="公式" r:id="rId24" imgW="533169" imgH="253890" progId="Equation.3">
                    <p:embed/>
                  </p:oleObj>
                </mc:Choice>
                <mc:Fallback>
                  <p:oleObj name="公式" r:id="rId24" imgW="533169" imgH="253890" progId="Equation.3">
                    <p:embed/>
                    <p:pic>
                      <p:nvPicPr>
                        <p:cNvPr id="0" name="Object 4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977" y="1755"/>
                          <a:ext cx="449" cy="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751" name="Object 43">
              <a:extLst>
                <a:ext uri="{FF2B5EF4-FFF2-40B4-BE49-F238E27FC236}">
                  <a16:creationId xmlns:a16="http://schemas.microsoft.com/office/drawing/2014/main" id="{B94420F1-05CA-4F4E-A1F4-E936833DD72B}"/>
                </a:ext>
              </a:extLst>
            </p:cNvPr>
            <p:cNvGraphicFramePr>
              <a:graphicFrameLocks noChangeAspect="1"/>
            </p:cNvGraphicFramePr>
            <p:nvPr/>
          </p:nvGraphicFramePr>
          <p:xfrm>
            <a:off x="1507" y="1755"/>
            <a:ext cx="181" cy="187"/>
          </p:xfrm>
          <a:graphic>
            <a:graphicData uri="http://schemas.openxmlformats.org/presentationml/2006/ole">
              <mc:AlternateContent xmlns:mc="http://schemas.openxmlformats.org/markup-compatibility/2006">
                <mc:Choice xmlns:v="urn:schemas-microsoft-com:vml" Requires="v">
                  <p:oleObj spid="_x0000_s72860" name="公式" r:id="rId25" imgW="228501" imgH="253890" progId="Equation.3">
                    <p:embed/>
                  </p:oleObj>
                </mc:Choice>
                <mc:Fallback>
                  <p:oleObj name="公式" r:id="rId25" imgW="228501" imgH="253890" progId="Equation.3">
                    <p:embed/>
                    <p:pic>
                      <p:nvPicPr>
                        <p:cNvPr id="0" name="Object 4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507" y="1755"/>
                          <a:ext cx="181" cy="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752" name="Object 44">
              <a:extLst>
                <a:ext uri="{FF2B5EF4-FFF2-40B4-BE49-F238E27FC236}">
                  <a16:creationId xmlns:a16="http://schemas.microsoft.com/office/drawing/2014/main" id="{5D146AB6-5780-4BCE-927A-9B00AE8F5926}"/>
                </a:ext>
              </a:extLst>
            </p:cNvPr>
            <p:cNvGraphicFramePr>
              <a:graphicFrameLocks noChangeAspect="1"/>
            </p:cNvGraphicFramePr>
            <p:nvPr/>
          </p:nvGraphicFramePr>
          <p:xfrm>
            <a:off x="480" y="566"/>
            <a:ext cx="190" cy="187"/>
          </p:xfrm>
          <a:graphic>
            <a:graphicData uri="http://schemas.openxmlformats.org/presentationml/2006/ole">
              <mc:AlternateContent xmlns:mc="http://schemas.openxmlformats.org/markup-compatibility/2006">
                <mc:Choice xmlns:v="urn:schemas-microsoft-com:vml" Requires="v">
                  <p:oleObj spid="_x0000_s72861" name="公式" r:id="rId26" imgW="241195" imgH="253890" progId="Equation.3">
                    <p:embed/>
                  </p:oleObj>
                </mc:Choice>
                <mc:Fallback>
                  <p:oleObj name="公式" r:id="rId26" imgW="241195" imgH="253890" progId="Equation.3">
                    <p:embed/>
                    <p:pic>
                      <p:nvPicPr>
                        <p:cNvPr id="0" name="Object 4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80" y="566"/>
                          <a:ext cx="190" cy="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753" name="Object 45">
              <a:extLst>
                <a:ext uri="{FF2B5EF4-FFF2-40B4-BE49-F238E27FC236}">
                  <a16:creationId xmlns:a16="http://schemas.microsoft.com/office/drawing/2014/main" id="{C576DFB0-921F-4AC5-BCEA-D3B34A644C5F}"/>
                </a:ext>
              </a:extLst>
            </p:cNvPr>
            <p:cNvGraphicFramePr>
              <a:graphicFrameLocks noChangeAspect="1"/>
            </p:cNvGraphicFramePr>
            <p:nvPr/>
          </p:nvGraphicFramePr>
          <p:xfrm>
            <a:off x="667" y="633"/>
            <a:ext cx="70" cy="73"/>
          </p:xfrm>
          <a:graphic>
            <a:graphicData uri="http://schemas.openxmlformats.org/presentationml/2006/ole">
              <mc:AlternateContent xmlns:mc="http://schemas.openxmlformats.org/markup-compatibility/2006">
                <mc:Choice xmlns:v="urn:schemas-microsoft-com:vml" Requires="v">
                  <p:oleObj spid="_x0000_s72862" name="公式" r:id="rId27" imgW="126835" imgH="139518" progId="Equation.3">
                    <p:embed/>
                  </p:oleObj>
                </mc:Choice>
                <mc:Fallback>
                  <p:oleObj name="公式" r:id="rId27" imgW="126835" imgH="139518" progId="Equation.3">
                    <p:embed/>
                    <p:pic>
                      <p:nvPicPr>
                        <p:cNvPr id="0" name="Object 4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67" y="633"/>
                          <a:ext cx="70" cy="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754" name="Object 46">
              <a:extLst>
                <a:ext uri="{FF2B5EF4-FFF2-40B4-BE49-F238E27FC236}">
                  <a16:creationId xmlns:a16="http://schemas.microsoft.com/office/drawing/2014/main" id="{089ADF76-D905-47CD-AA0D-117F8BDA5A12}"/>
                </a:ext>
              </a:extLst>
            </p:cNvPr>
            <p:cNvGraphicFramePr>
              <a:graphicFrameLocks noChangeAspect="1"/>
            </p:cNvGraphicFramePr>
            <p:nvPr/>
          </p:nvGraphicFramePr>
          <p:xfrm>
            <a:off x="734" y="487"/>
            <a:ext cx="226" cy="281"/>
          </p:xfrm>
          <a:graphic>
            <a:graphicData uri="http://schemas.openxmlformats.org/presentationml/2006/ole">
              <mc:AlternateContent xmlns:mc="http://schemas.openxmlformats.org/markup-compatibility/2006">
                <mc:Choice xmlns:v="urn:schemas-microsoft-com:vml" Requires="v">
                  <p:oleObj spid="_x0000_s72863" name="公式" r:id="rId28" imgW="190417" imgH="253890" progId="Equation.3">
                    <p:embed/>
                  </p:oleObj>
                </mc:Choice>
                <mc:Fallback>
                  <p:oleObj name="公式" r:id="rId28" imgW="190417" imgH="253890" progId="Equation.3">
                    <p:embed/>
                    <p:pic>
                      <p:nvPicPr>
                        <p:cNvPr id="0" name="Object 46"/>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734" y="487"/>
                          <a:ext cx="226" cy="2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755" name="Object 47">
              <a:extLst>
                <a:ext uri="{FF2B5EF4-FFF2-40B4-BE49-F238E27FC236}">
                  <a16:creationId xmlns:a16="http://schemas.microsoft.com/office/drawing/2014/main" id="{DCD39DA0-74B9-49D3-814A-0FBE7DB3FE96}"/>
                </a:ext>
              </a:extLst>
            </p:cNvPr>
            <p:cNvGraphicFramePr>
              <a:graphicFrameLocks noChangeAspect="1"/>
            </p:cNvGraphicFramePr>
            <p:nvPr/>
          </p:nvGraphicFramePr>
          <p:xfrm>
            <a:off x="2490" y="1755"/>
            <a:ext cx="150" cy="200"/>
          </p:xfrm>
          <a:graphic>
            <a:graphicData uri="http://schemas.openxmlformats.org/presentationml/2006/ole">
              <mc:AlternateContent xmlns:mc="http://schemas.openxmlformats.org/markup-compatibility/2006">
                <mc:Choice xmlns:v="urn:schemas-microsoft-com:vml" Requires="v">
                  <p:oleObj spid="_x0000_s72864" name="公式" r:id="rId30" imgW="177569" imgH="253670" progId="Equation.3">
                    <p:embed/>
                  </p:oleObj>
                </mc:Choice>
                <mc:Fallback>
                  <p:oleObj name="公式" r:id="rId30" imgW="177569" imgH="253670" progId="Equation.3">
                    <p:embed/>
                    <p:pic>
                      <p:nvPicPr>
                        <p:cNvPr id="0" name="Object 4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90" y="1755"/>
                          <a:ext cx="150" cy="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756" name="Object 48">
              <a:extLst>
                <a:ext uri="{FF2B5EF4-FFF2-40B4-BE49-F238E27FC236}">
                  <a16:creationId xmlns:a16="http://schemas.microsoft.com/office/drawing/2014/main" id="{52750C90-568B-4BB8-A711-D421B9AC07DC}"/>
                </a:ext>
              </a:extLst>
            </p:cNvPr>
            <p:cNvGraphicFramePr>
              <a:graphicFrameLocks noChangeAspect="1"/>
            </p:cNvGraphicFramePr>
            <p:nvPr/>
          </p:nvGraphicFramePr>
          <p:xfrm>
            <a:off x="501" y="192"/>
            <a:ext cx="193" cy="240"/>
          </p:xfrm>
          <a:graphic>
            <a:graphicData uri="http://schemas.openxmlformats.org/presentationml/2006/ole">
              <mc:AlternateContent xmlns:mc="http://schemas.openxmlformats.org/markup-compatibility/2006">
                <mc:Choice xmlns:v="urn:schemas-microsoft-com:vml" Requires="v">
                  <p:oleObj spid="_x0000_s72865" name="公式" r:id="rId31" imgW="190417" imgH="253890" progId="Equation.3">
                    <p:embed/>
                  </p:oleObj>
                </mc:Choice>
                <mc:Fallback>
                  <p:oleObj name="公式" r:id="rId31" imgW="190417" imgH="253890" progId="Equation.3">
                    <p:embed/>
                    <p:pic>
                      <p:nvPicPr>
                        <p:cNvPr id="0" name="Object 4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1" y="192"/>
                          <a:ext cx="193"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2757" name="Text Box 49">
              <a:extLst>
                <a:ext uri="{FF2B5EF4-FFF2-40B4-BE49-F238E27FC236}">
                  <a16:creationId xmlns:a16="http://schemas.microsoft.com/office/drawing/2014/main" id="{8F382820-0AF2-43DD-B48E-8AABEEB6C664}"/>
                </a:ext>
              </a:extLst>
            </p:cNvPr>
            <p:cNvSpPr txBox="1">
              <a:spLocks noChangeArrowheads="1"/>
            </p:cNvSpPr>
            <p:nvPr/>
          </p:nvSpPr>
          <p:spPr bwMode="auto">
            <a:xfrm>
              <a:off x="609" y="1715"/>
              <a:ext cx="21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i="1"/>
                <a:t>O</a:t>
              </a:r>
            </a:p>
          </p:txBody>
        </p:sp>
        <p:graphicFrame>
          <p:nvGraphicFramePr>
            <p:cNvPr id="72758" name="Object 50">
              <a:extLst>
                <a:ext uri="{FF2B5EF4-FFF2-40B4-BE49-F238E27FC236}">
                  <a16:creationId xmlns:a16="http://schemas.microsoft.com/office/drawing/2014/main" id="{09DE3E7A-C9CB-4913-A7B1-2F6D0A3C1550}"/>
                </a:ext>
              </a:extLst>
            </p:cNvPr>
            <p:cNvGraphicFramePr>
              <a:graphicFrameLocks noChangeAspect="1"/>
            </p:cNvGraphicFramePr>
            <p:nvPr/>
          </p:nvGraphicFramePr>
          <p:xfrm>
            <a:off x="737" y="1314"/>
            <a:ext cx="428" cy="217"/>
          </p:xfrm>
          <a:graphic>
            <a:graphicData uri="http://schemas.openxmlformats.org/presentationml/2006/ole">
              <mc:AlternateContent xmlns:mc="http://schemas.openxmlformats.org/markup-compatibility/2006">
                <mc:Choice xmlns:v="urn:schemas-microsoft-com:vml" Requires="v">
                  <p:oleObj spid="_x0000_s72866" name="公式" r:id="rId32" imgW="444307" imgH="241195" progId="Equation.3">
                    <p:embed/>
                  </p:oleObj>
                </mc:Choice>
                <mc:Fallback>
                  <p:oleObj name="公式" r:id="rId32" imgW="444307" imgH="241195" progId="Equation.3">
                    <p:embed/>
                    <p:pic>
                      <p:nvPicPr>
                        <p:cNvPr id="0" name="Object 5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737" y="1314"/>
                          <a:ext cx="428" cy="21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759" name="Object 51">
              <a:extLst>
                <a:ext uri="{FF2B5EF4-FFF2-40B4-BE49-F238E27FC236}">
                  <a16:creationId xmlns:a16="http://schemas.microsoft.com/office/drawing/2014/main" id="{86D52E19-4C07-46F4-9B1F-BF2DD1F31AB3}"/>
                </a:ext>
              </a:extLst>
            </p:cNvPr>
            <p:cNvGraphicFramePr>
              <a:graphicFrameLocks noChangeAspect="1"/>
            </p:cNvGraphicFramePr>
            <p:nvPr/>
          </p:nvGraphicFramePr>
          <p:xfrm>
            <a:off x="1584" y="1152"/>
            <a:ext cx="385" cy="190"/>
          </p:xfrm>
          <a:graphic>
            <a:graphicData uri="http://schemas.openxmlformats.org/presentationml/2006/ole">
              <mc:AlternateContent xmlns:mc="http://schemas.openxmlformats.org/markup-compatibility/2006">
                <mc:Choice xmlns:v="urn:schemas-microsoft-com:vml" Requires="v">
                  <p:oleObj spid="_x0000_s72867" name="公式" r:id="rId33" imgW="457200" imgH="241200" progId="Equation.3">
                    <p:embed/>
                  </p:oleObj>
                </mc:Choice>
                <mc:Fallback>
                  <p:oleObj name="公式" r:id="rId33" imgW="457200" imgH="241200" progId="Equation.3">
                    <p:embed/>
                    <p:pic>
                      <p:nvPicPr>
                        <p:cNvPr id="0" name="Object 51"/>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584" y="1152"/>
                          <a:ext cx="385" cy="1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2760" name="Arc 75">
              <a:extLst>
                <a:ext uri="{FF2B5EF4-FFF2-40B4-BE49-F238E27FC236}">
                  <a16:creationId xmlns:a16="http://schemas.microsoft.com/office/drawing/2014/main" id="{785CD4FA-65F5-4EBD-BA8F-39A3BB01F6D6}"/>
                </a:ext>
              </a:extLst>
            </p:cNvPr>
            <p:cNvSpPr>
              <a:spLocks/>
            </p:cNvSpPr>
            <p:nvPr/>
          </p:nvSpPr>
          <p:spPr bwMode="auto">
            <a:xfrm rot="-6704270" flipH="1" flipV="1">
              <a:off x="668" y="1012"/>
              <a:ext cx="347" cy="148"/>
            </a:xfrm>
            <a:custGeom>
              <a:avLst/>
              <a:gdLst>
                <a:gd name="T0" fmla="*/ 0 w 26067"/>
                <a:gd name="T1" fmla="*/ 0 h 22268"/>
                <a:gd name="T2" fmla="*/ 0 w 26067"/>
                <a:gd name="T3" fmla="*/ 0 h 22268"/>
                <a:gd name="T4" fmla="*/ 0 w 26067"/>
                <a:gd name="T5" fmla="*/ 0 h 22268"/>
                <a:gd name="T6" fmla="*/ 0 60000 65536"/>
                <a:gd name="T7" fmla="*/ 0 60000 65536"/>
                <a:gd name="T8" fmla="*/ 0 60000 65536"/>
                <a:gd name="T9" fmla="*/ 0 w 26067"/>
                <a:gd name="T10" fmla="*/ 0 h 22268"/>
                <a:gd name="T11" fmla="*/ 26067 w 26067"/>
                <a:gd name="T12" fmla="*/ 22268 h 22268"/>
              </a:gdLst>
              <a:ahLst/>
              <a:cxnLst>
                <a:cxn ang="T6">
                  <a:pos x="T0" y="T1"/>
                </a:cxn>
                <a:cxn ang="T7">
                  <a:pos x="T2" y="T3"/>
                </a:cxn>
                <a:cxn ang="T8">
                  <a:pos x="T4" y="T5"/>
                </a:cxn>
              </a:cxnLst>
              <a:rect l="T9" t="T10" r="T11" b="T12"/>
              <a:pathLst>
                <a:path w="26067" h="22268" fill="none" extrusionOk="0">
                  <a:moveTo>
                    <a:pt x="-1" y="466"/>
                  </a:moveTo>
                  <a:cubicBezTo>
                    <a:pt x="1468" y="156"/>
                    <a:pt x="2965" y="-1"/>
                    <a:pt x="4467" y="0"/>
                  </a:cubicBezTo>
                  <a:cubicBezTo>
                    <a:pt x="16396" y="0"/>
                    <a:pt x="26067" y="9670"/>
                    <a:pt x="26067" y="21600"/>
                  </a:cubicBezTo>
                  <a:cubicBezTo>
                    <a:pt x="26067" y="21822"/>
                    <a:pt x="26063" y="22045"/>
                    <a:pt x="26056" y="22267"/>
                  </a:cubicBezTo>
                </a:path>
                <a:path w="26067" h="22268" stroke="0" extrusionOk="0">
                  <a:moveTo>
                    <a:pt x="-1" y="466"/>
                  </a:moveTo>
                  <a:cubicBezTo>
                    <a:pt x="1468" y="156"/>
                    <a:pt x="2965" y="-1"/>
                    <a:pt x="4467" y="0"/>
                  </a:cubicBezTo>
                  <a:cubicBezTo>
                    <a:pt x="16396" y="0"/>
                    <a:pt x="26067" y="9670"/>
                    <a:pt x="26067" y="21600"/>
                  </a:cubicBezTo>
                  <a:cubicBezTo>
                    <a:pt x="26067" y="21822"/>
                    <a:pt x="26063" y="22045"/>
                    <a:pt x="26056" y="22267"/>
                  </a:cubicBezTo>
                  <a:lnTo>
                    <a:pt x="4467" y="21600"/>
                  </a:lnTo>
                  <a:lnTo>
                    <a:pt x="-1" y="466"/>
                  </a:lnTo>
                  <a:close/>
                </a:path>
              </a:pathLst>
            </a:custGeom>
            <a:noFill/>
            <a:ln w="9525">
              <a:solidFill>
                <a:schemeClr val="tx1"/>
              </a:solidFill>
              <a:round/>
              <a:headEnd type="stealth" w="med" len="lg"/>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2761" name="Arc 76">
              <a:extLst>
                <a:ext uri="{FF2B5EF4-FFF2-40B4-BE49-F238E27FC236}">
                  <a16:creationId xmlns:a16="http://schemas.microsoft.com/office/drawing/2014/main" id="{FE4F29BD-8199-4026-B412-5778952BE912}"/>
                </a:ext>
              </a:extLst>
            </p:cNvPr>
            <p:cNvSpPr>
              <a:spLocks/>
            </p:cNvSpPr>
            <p:nvPr/>
          </p:nvSpPr>
          <p:spPr bwMode="auto">
            <a:xfrm rot="1465449" flipV="1">
              <a:off x="912" y="768"/>
              <a:ext cx="384" cy="19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chemeClr val="tx1"/>
              </a:solidFill>
              <a:round/>
              <a:headEnd type="stealth" w="med" len="lg"/>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2762" name="Arc 77">
              <a:extLst>
                <a:ext uri="{FF2B5EF4-FFF2-40B4-BE49-F238E27FC236}">
                  <a16:creationId xmlns:a16="http://schemas.microsoft.com/office/drawing/2014/main" id="{9E198383-B224-467D-A0E5-9CD44D3DBB87}"/>
                </a:ext>
              </a:extLst>
            </p:cNvPr>
            <p:cNvSpPr>
              <a:spLocks/>
            </p:cNvSpPr>
            <p:nvPr/>
          </p:nvSpPr>
          <p:spPr bwMode="auto">
            <a:xfrm rot="905680">
              <a:off x="960" y="1104"/>
              <a:ext cx="332" cy="190"/>
            </a:xfrm>
            <a:custGeom>
              <a:avLst/>
              <a:gdLst>
                <a:gd name="T0" fmla="*/ 0 w 21338"/>
                <a:gd name="T1" fmla="*/ 0 h 21383"/>
                <a:gd name="T2" fmla="*/ 0 w 21338"/>
                <a:gd name="T3" fmla="*/ 0 h 21383"/>
                <a:gd name="T4" fmla="*/ 0 w 21338"/>
                <a:gd name="T5" fmla="*/ 0 h 21383"/>
                <a:gd name="T6" fmla="*/ 0 60000 65536"/>
                <a:gd name="T7" fmla="*/ 0 60000 65536"/>
                <a:gd name="T8" fmla="*/ 0 60000 65536"/>
                <a:gd name="T9" fmla="*/ 0 w 21338"/>
                <a:gd name="T10" fmla="*/ 0 h 21383"/>
                <a:gd name="T11" fmla="*/ 21338 w 21338"/>
                <a:gd name="T12" fmla="*/ 21383 h 21383"/>
              </a:gdLst>
              <a:ahLst/>
              <a:cxnLst>
                <a:cxn ang="T6">
                  <a:pos x="T0" y="T1"/>
                </a:cxn>
                <a:cxn ang="T7">
                  <a:pos x="T2" y="T3"/>
                </a:cxn>
                <a:cxn ang="T8">
                  <a:pos x="T4" y="T5"/>
                </a:cxn>
              </a:cxnLst>
              <a:rect l="T9" t="T10" r="T11" b="T12"/>
              <a:pathLst>
                <a:path w="21338" h="21383" fill="none" extrusionOk="0">
                  <a:moveTo>
                    <a:pt x="3054" y="-1"/>
                  </a:moveTo>
                  <a:cubicBezTo>
                    <a:pt x="12446" y="1341"/>
                    <a:pt x="19864" y="8655"/>
                    <a:pt x="21338" y="18028"/>
                  </a:cubicBezTo>
                </a:path>
                <a:path w="21338" h="21383" stroke="0" extrusionOk="0">
                  <a:moveTo>
                    <a:pt x="3054" y="-1"/>
                  </a:moveTo>
                  <a:cubicBezTo>
                    <a:pt x="12446" y="1341"/>
                    <a:pt x="19864" y="8655"/>
                    <a:pt x="21338" y="18028"/>
                  </a:cubicBezTo>
                  <a:lnTo>
                    <a:pt x="0" y="21383"/>
                  </a:lnTo>
                  <a:lnTo>
                    <a:pt x="3054" y="-1"/>
                  </a:lnTo>
                  <a:close/>
                </a:path>
              </a:pathLst>
            </a:custGeom>
            <a:noFill/>
            <a:ln w="9525">
              <a:solidFill>
                <a:schemeClr val="tx1"/>
              </a:solidFill>
              <a:round/>
              <a:headEnd type="stealth" w="med" len="lg"/>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72763" name="Text Box 90">
            <a:extLst>
              <a:ext uri="{FF2B5EF4-FFF2-40B4-BE49-F238E27FC236}">
                <a16:creationId xmlns:a16="http://schemas.microsoft.com/office/drawing/2014/main" id="{47DA7038-1605-4294-8877-FB68F7B0C3E7}"/>
              </a:ext>
            </a:extLst>
          </p:cNvPr>
          <p:cNvSpPr txBox="1">
            <a:spLocks noChangeArrowheads="1"/>
          </p:cNvSpPr>
          <p:nvPr/>
        </p:nvSpPr>
        <p:spPr bwMode="auto">
          <a:xfrm>
            <a:off x="1979613" y="404813"/>
            <a:ext cx="2074862" cy="4572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ym typeface="Symbol" panose="05050102010706020507" pitchFamily="18" charset="2"/>
              </a:rPr>
              <a:t>(2) </a:t>
            </a:r>
            <a:r>
              <a:rPr lang="en-US" altLang="zh-CN" b="1" i="1">
                <a:sym typeface="Symbol" panose="05050102010706020507" pitchFamily="18" charset="2"/>
              </a:rPr>
              <a:t></a:t>
            </a:r>
            <a:r>
              <a:rPr lang="en-US" altLang="zh-CN" b="1" baseline="-25000">
                <a:sym typeface="Symbol" panose="05050102010706020507" pitchFamily="18" charset="2"/>
              </a:rPr>
              <a:t>1</a:t>
            </a:r>
            <a:r>
              <a:rPr lang="en-US" altLang="zh-CN" b="1">
                <a:sym typeface="Symbol" panose="05050102010706020507" pitchFamily="18" charset="2"/>
              </a:rPr>
              <a:t>&gt;1, </a:t>
            </a:r>
            <a:r>
              <a:rPr lang="en-US" altLang="zh-CN" b="1" i="1">
                <a:solidFill>
                  <a:srgbClr val="FF0000"/>
                </a:solidFill>
                <a:sym typeface="Symbol" panose="05050102010706020507" pitchFamily="18" charset="2"/>
              </a:rPr>
              <a:t></a:t>
            </a:r>
            <a:r>
              <a:rPr lang="en-US" altLang="zh-CN" b="1" baseline="-25000">
                <a:solidFill>
                  <a:srgbClr val="FF0000"/>
                </a:solidFill>
                <a:sym typeface="Symbol" panose="05050102010706020507" pitchFamily="18" charset="2"/>
              </a:rPr>
              <a:t>2</a:t>
            </a:r>
            <a:r>
              <a:rPr lang="en-US" altLang="zh-CN" b="1">
                <a:solidFill>
                  <a:srgbClr val="FF0000"/>
                </a:solidFill>
                <a:sym typeface="Symbol" panose="05050102010706020507" pitchFamily="18" charset="2"/>
              </a:rPr>
              <a:t>&lt;1</a:t>
            </a:r>
            <a:endParaRPr lang="en-US" altLang="zh-CN" b="1">
              <a:solidFill>
                <a:srgbClr val="FF0000"/>
              </a:solidFill>
            </a:endParaRPr>
          </a:p>
        </p:txBody>
      </p:sp>
      <p:grpSp>
        <p:nvGrpSpPr>
          <p:cNvPr id="8" name="Group 101">
            <a:extLst>
              <a:ext uri="{FF2B5EF4-FFF2-40B4-BE49-F238E27FC236}">
                <a16:creationId xmlns:a16="http://schemas.microsoft.com/office/drawing/2014/main" id="{DA8D403B-0C01-4687-A78C-A6412EE75F0D}"/>
              </a:ext>
            </a:extLst>
          </p:cNvPr>
          <p:cNvGrpSpPr>
            <a:grpSpLocks/>
          </p:cNvGrpSpPr>
          <p:nvPr/>
        </p:nvGrpSpPr>
        <p:grpSpPr bwMode="auto">
          <a:xfrm>
            <a:off x="381000" y="3352800"/>
            <a:ext cx="3657600" cy="2795588"/>
            <a:chOff x="240" y="2112"/>
            <a:chExt cx="2304" cy="1761"/>
          </a:xfrm>
        </p:grpSpPr>
        <p:sp>
          <p:nvSpPr>
            <p:cNvPr id="72765" name="Line 3">
              <a:extLst>
                <a:ext uri="{FF2B5EF4-FFF2-40B4-BE49-F238E27FC236}">
                  <a16:creationId xmlns:a16="http://schemas.microsoft.com/office/drawing/2014/main" id="{2031BD41-7623-4637-B91D-DCB7514B33C2}"/>
                </a:ext>
              </a:extLst>
            </p:cNvPr>
            <p:cNvSpPr>
              <a:spLocks noChangeShapeType="1"/>
            </p:cNvSpPr>
            <p:nvPr/>
          </p:nvSpPr>
          <p:spPr bwMode="auto">
            <a:xfrm rot="-5400000">
              <a:off x="-110" y="2926"/>
              <a:ext cx="150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766" name="Line 4">
              <a:extLst>
                <a:ext uri="{FF2B5EF4-FFF2-40B4-BE49-F238E27FC236}">
                  <a16:creationId xmlns:a16="http://schemas.microsoft.com/office/drawing/2014/main" id="{044BED0E-3907-45E0-8163-1A3D32CAA327}"/>
                </a:ext>
              </a:extLst>
            </p:cNvPr>
            <p:cNvSpPr>
              <a:spLocks noChangeShapeType="1"/>
            </p:cNvSpPr>
            <p:nvPr/>
          </p:nvSpPr>
          <p:spPr bwMode="auto">
            <a:xfrm>
              <a:off x="643" y="3678"/>
              <a:ext cx="183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767" name="Line 5">
              <a:extLst>
                <a:ext uri="{FF2B5EF4-FFF2-40B4-BE49-F238E27FC236}">
                  <a16:creationId xmlns:a16="http://schemas.microsoft.com/office/drawing/2014/main" id="{6C39BA88-39C5-44C6-97F5-0B2215B3DA21}"/>
                </a:ext>
              </a:extLst>
            </p:cNvPr>
            <p:cNvSpPr>
              <a:spLocks noChangeShapeType="1"/>
            </p:cNvSpPr>
            <p:nvPr/>
          </p:nvSpPr>
          <p:spPr bwMode="auto">
            <a:xfrm>
              <a:off x="643" y="2871"/>
              <a:ext cx="1476" cy="80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768" name="Line 6">
              <a:extLst>
                <a:ext uri="{FF2B5EF4-FFF2-40B4-BE49-F238E27FC236}">
                  <a16:creationId xmlns:a16="http://schemas.microsoft.com/office/drawing/2014/main" id="{5B5CE57B-F983-4BCB-82AF-1EFAEDB4A378}"/>
                </a:ext>
              </a:extLst>
            </p:cNvPr>
            <p:cNvSpPr>
              <a:spLocks noChangeShapeType="1"/>
            </p:cNvSpPr>
            <p:nvPr/>
          </p:nvSpPr>
          <p:spPr bwMode="auto">
            <a:xfrm>
              <a:off x="643" y="2540"/>
              <a:ext cx="939" cy="1175"/>
            </a:xfrm>
            <a:prstGeom prst="line">
              <a:avLst/>
            </a:prstGeom>
            <a:noFill/>
            <a:ln w="2857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3" name="Object 8">
              <a:extLst>
                <a:ext uri="{FF2B5EF4-FFF2-40B4-BE49-F238E27FC236}">
                  <a16:creationId xmlns:a16="http://schemas.microsoft.com/office/drawing/2014/main" id="{D4C433CB-F0FC-420E-9F4C-3D5013F06622}"/>
                </a:ext>
              </a:extLst>
            </p:cNvPr>
            <p:cNvGraphicFramePr>
              <a:graphicFrameLocks noChangeAspect="1"/>
            </p:cNvGraphicFramePr>
            <p:nvPr/>
          </p:nvGraphicFramePr>
          <p:xfrm>
            <a:off x="2387" y="3678"/>
            <a:ext cx="157" cy="184"/>
          </p:xfrm>
          <a:graphic>
            <a:graphicData uri="http://schemas.openxmlformats.org/presentationml/2006/ole">
              <mc:AlternateContent xmlns:mc="http://schemas.openxmlformats.org/markup-compatibility/2006">
                <mc:Choice xmlns:v="urn:schemas-microsoft-com:vml" Requires="v">
                  <p:oleObj spid="_x0000_s72868" name="公式" r:id="rId34" imgW="177569" imgH="253670" progId="Equation.3">
                    <p:embed/>
                  </p:oleObj>
                </mc:Choice>
                <mc:Fallback>
                  <p:oleObj name="公式" r:id="rId34" imgW="177569" imgH="253670" progId="Equation.3">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87" y="3678"/>
                          <a:ext cx="157" cy="1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 name="Object 9">
              <a:extLst>
                <a:ext uri="{FF2B5EF4-FFF2-40B4-BE49-F238E27FC236}">
                  <a16:creationId xmlns:a16="http://schemas.microsoft.com/office/drawing/2014/main" id="{01AF9CDB-E7AF-4D63-9913-85ED0760E7CA}"/>
                </a:ext>
              </a:extLst>
            </p:cNvPr>
            <p:cNvGraphicFramePr>
              <a:graphicFrameLocks noChangeAspect="1"/>
            </p:cNvGraphicFramePr>
            <p:nvPr/>
          </p:nvGraphicFramePr>
          <p:xfrm>
            <a:off x="452" y="2112"/>
            <a:ext cx="191" cy="208"/>
          </p:xfrm>
          <a:graphic>
            <a:graphicData uri="http://schemas.openxmlformats.org/presentationml/2006/ole">
              <mc:AlternateContent xmlns:mc="http://schemas.openxmlformats.org/markup-compatibility/2006">
                <mc:Choice xmlns:v="urn:schemas-microsoft-com:vml" Requires="v">
                  <p:oleObj spid="_x0000_s72869" name="公式" r:id="rId35" imgW="190417" imgH="253890" progId="Equation.3">
                    <p:embed/>
                  </p:oleObj>
                </mc:Choice>
                <mc:Fallback>
                  <p:oleObj name="公式" r:id="rId35" imgW="190417" imgH="253890" progId="Equation.3">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2" y="2112"/>
                          <a:ext cx="191" cy="2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 name="Object 10">
              <a:extLst>
                <a:ext uri="{FF2B5EF4-FFF2-40B4-BE49-F238E27FC236}">
                  <a16:creationId xmlns:a16="http://schemas.microsoft.com/office/drawing/2014/main" id="{B89FFF81-5CC8-4EB5-92E3-8F9BEB7DFBB4}"/>
                </a:ext>
              </a:extLst>
            </p:cNvPr>
            <p:cNvGraphicFramePr>
              <a:graphicFrameLocks noChangeAspect="1"/>
            </p:cNvGraphicFramePr>
            <p:nvPr/>
          </p:nvGraphicFramePr>
          <p:xfrm>
            <a:off x="240" y="2797"/>
            <a:ext cx="403" cy="157"/>
          </p:xfrm>
          <a:graphic>
            <a:graphicData uri="http://schemas.openxmlformats.org/presentationml/2006/ole">
              <mc:AlternateContent xmlns:mc="http://schemas.openxmlformats.org/markup-compatibility/2006">
                <mc:Choice xmlns:v="urn:schemas-microsoft-com:vml" Requires="v">
                  <p:oleObj spid="_x0000_s72870" name="公式" r:id="rId36" imgW="533169" imgH="253890" progId="Equation.3">
                    <p:embed/>
                  </p:oleObj>
                </mc:Choice>
                <mc:Fallback>
                  <p:oleObj name="公式" r:id="rId36" imgW="533169" imgH="253890" progId="Equation.3">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0" y="2797"/>
                          <a:ext cx="403" cy="1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772" name="Object 11">
              <a:extLst>
                <a:ext uri="{FF2B5EF4-FFF2-40B4-BE49-F238E27FC236}">
                  <a16:creationId xmlns:a16="http://schemas.microsoft.com/office/drawing/2014/main" id="{0688B43E-EADE-4796-850F-DC422CC70204}"/>
                </a:ext>
              </a:extLst>
            </p:cNvPr>
            <p:cNvGraphicFramePr>
              <a:graphicFrameLocks noChangeAspect="1"/>
            </p:cNvGraphicFramePr>
            <p:nvPr/>
          </p:nvGraphicFramePr>
          <p:xfrm>
            <a:off x="1358" y="3678"/>
            <a:ext cx="425" cy="166"/>
          </p:xfrm>
          <a:graphic>
            <a:graphicData uri="http://schemas.openxmlformats.org/presentationml/2006/ole">
              <mc:AlternateContent xmlns:mc="http://schemas.openxmlformats.org/markup-compatibility/2006">
                <mc:Choice xmlns:v="urn:schemas-microsoft-com:vml" Requires="v">
                  <p:oleObj spid="_x0000_s72871" name="公式" r:id="rId37" imgW="533169" imgH="253890" progId="Equation.3">
                    <p:embed/>
                  </p:oleObj>
                </mc:Choice>
                <mc:Fallback>
                  <p:oleObj name="公式" r:id="rId37" imgW="533169" imgH="253890" progId="Equation.3">
                    <p:embed/>
                    <p:pic>
                      <p:nvPicPr>
                        <p:cNvPr id="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358" y="3678"/>
                          <a:ext cx="425" cy="1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 name="Object 12">
              <a:extLst>
                <a:ext uri="{FF2B5EF4-FFF2-40B4-BE49-F238E27FC236}">
                  <a16:creationId xmlns:a16="http://schemas.microsoft.com/office/drawing/2014/main" id="{DBB595AB-CC3E-4244-B9AA-727021C26AB6}"/>
                </a:ext>
              </a:extLst>
            </p:cNvPr>
            <p:cNvGraphicFramePr>
              <a:graphicFrameLocks noChangeAspect="1"/>
            </p:cNvGraphicFramePr>
            <p:nvPr/>
          </p:nvGraphicFramePr>
          <p:xfrm>
            <a:off x="2030" y="3678"/>
            <a:ext cx="189" cy="172"/>
          </p:xfrm>
          <a:graphic>
            <a:graphicData uri="http://schemas.openxmlformats.org/presentationml/2006/ole">
              <mc:AlternateContent xmlns:mc="http://schemas.openxmlformats.org/markup-compatibility/2006">
                <mc:Choice xmlns:v="urn:schemas-microsoft-com:vml" Requires="v">
                  <p:oleObj spid="_x0000_s72872" name="公式" r:id="rId38" imgW="228501" imgH="253890" progId="Equation.3">
                    <p:embed/>
                  </p:oleObj>
                </mc:Choice>
                <mc:Fallback>
                  <p:oleObj name="公式" r:id="rId38" imgW="228501" imgH="253890" progId="Equation.3">
                    <p:embed/>
                    <p:pic>
                      <p:nvPicPr>
                        <p:cNvPr id="0"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030" y="3678"/>
                          <a:ext cx="189" cy="1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774" name="Object 13">
              <a:extLst>
                <a:ext uri="{FF2B5EF4-FFF2-40B4-BE49-F238E27FC236}">
                  <a16:creationId xmlns:a16="http://schemas.microsoft.com/office/drawing/2014/main" id="{4E1EA18E-53A8-4AE3-BF79-1DDE15A83106}"/>
                </a:ext>
              </a:extLst>
            </p:cNvPr>
            <p:cNvGraphicFramePr>
              <a:graphicFrameLocks noChangeAspect="1"/>
            </p:cNvGraphicFramePr>
            <p:nvPr/>
          </p:nvGraphicFramePr>
          <p:xfrm>
            <a:off x="444" y="2467"/>
            <a:ext cx="199" cy="171"/>
          </p:xfrm>
          <a:graphic>
            <a:graphicData uri="http://schemas.openxmlformats.org/presentationml/2006/ole">
              <mc:AlternateContent xmlns:mc="http://schemas.openxmlformats.org/markup-compatibility/2006">
                <mc:Choice xmlns:v="urn:schemas-microsoft-com:vml" Requires="v">
                  <p:oleObj spid="_x0000_s72873" name="公式" r:id="rId39" imgW="241195" imgH="253890" progId="Equation.3">
                    <p:embed/>
                  </p:oleObj>
                </mc:Choice>
                <mc:Fallback>
                  <p:oleObj name="公式" r:id="rId39" imgW="241195" imgH="253890" progId="Equation.3">
                    <p:embed/>
                    <p:pic>
                      <p:nvPicPr>
                        <p:cNvPr id="0" name="Object 1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44" y="2467"/>
                          <a:ext cx="199" cy="17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2775" name="Text Box 14">
              <a:extLst>
                <a:ext uri="{FF2B5EF4-FFF2-40B4-BE49-F238E27FC236}">
                  <a16:creationId xmlns:a16="http://schemas.microsoft.com/office/drawing/2014/main" id="{E0EAE60A-0C50-41DB-9EE0-B73F6AC8BF9D}"/>
                </a:ext>
              </a:extLst>
            </p:cNvPr>
            <p:cNvSpPr txBox="1">
              <a:spLocks noChangeArrowheads="1"/>
            </p:cNvSpPr>
            <p:nvPr/>
          </p:nvSpPr>
          <p:spPr bwMode="auto">
            <a:xfrm>
              <a:off x="553" y="3642"/>
              <a:ext cx="2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800" i="1"/>
                <a:t>O</a:t>
              </a:r>
            </a:p>
          </p:txBody>
        </p:sp>
        <p:graphicFrame>
          <p:nvGraphicFramePr>
            <p:cNvPr id="72776" name="Object 15">
              <a:extLst>
                <a:ext uri="{FF2B5EF4-FFF2-40B4-BE49-F238E27FC236}">
                  <a16:creationId xmlns:a16="http://schemas.microsoft.com/office/drawing/2014/main" id="{38178B2A-997E-48AC-9DE3-3580FDC69F30}"/>
                </a:ext>
              </a:extLst>
            </p:cNvPr>
            <p:cNvGraphicFramePr>
              <a:graphicFrameLocks noChangeAspect="1"/>
            </p:cNvGraphicFramePr>
            <p:nvPr/>
          </p:nvGraphicFramePr>
          <p:xfrm>
            <a:off x="1015" y="3054"/>
            <a:ext cx="120" cy="110"/>
          </p:xfrm>
          <a:graphic>
            <a:graphicData uri="http://schemas.openxmlformats.org/presentationml/2006/ole">
              <mc:AlternateContent xmlns:mc="http://schemas.openxmlformats.org/markup-compatibility/2006">
                <mc:Choice xmlns:v="urn:schemas-microsoft-com:vml" Requires="v">
                  <p:oleObj spid="_x0000_s72874" name="公式" r:id="rId40" imgW="126835" imgH="139518" progId="Equation.3">
                    <p:embed/>
                  </p:oleObj>
                </mc:Choice>
                <mc:Fallback>
                  <p:oleObj name="公式" r:id="rId40" imgW="126835" imgH="139518" progId="Equation.3">
                    <p:embed/>
                    <p:pic>
                      <p:nvPicPr>
                        <p:cNvPr id="0" name="Object 1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015" y="3054"/>
                          <a:ext cx="120" cy="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777" name="Object 16">
              <a:extLst>
                <a:ext uri="{FF2B5EF4-FFF2-40B4-BE49-F238E27FC236}">
                  <a16:creationId xmlns:a16="http://schemas.microsoft.com/office/drawing/2014/main" id="{D4078DFD-76AF-40FB-A0FE-214C7A4C2318}"/>
                </a:ext>
              </a:extLst>
            </p:cNvPr>
            <p:cNvGraphicFramePr>
              <a:graphicFrameLocks noChangeAspect="1"/>
            </p:cNvGraphicFramePr>
            <p:nvPr/>
          </p:nvGraphicFramePr>
          <p:xfrm>
            <a:off x="1090" y="2957"/>
            <a:ext cx="191" cy="207"/>
          </p:xfrm>
          <a:graphic>
            <a:graphicData uri="http://schemas.openxmlformats.org/presentationml/2006/ole">
              <mc:AlternateContent xmlns:mc="http://schemas.openxmlformats.org/markup-compatibility/2006">
                <mc:Choice xmlns:v="urn:schemas-microsoft-com:vml" Requires="v">
                  <p:oleObj spid="_x0000_s72875" name="公式" r:id="rId41" imgW="190417" imgH="253890" progId="Equation.3">
                    <p:embed/>
                  </p:oleObj>
                </mc:Choice>
                <mc:Fallback>
                  <p:oleObj name="公式" r:id="rId41" imgW="190417" imgH="253890" progId="Equation.3">
                    <p:embed/>
                    <p:pic>
                      <p:nvPicPr>
                        <p:cNvPr id="0" name="Object 16"/>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090" y="2957"/>
                          <a:ext cx="191" cy="2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778" name="Object 17">
              <a:extLst>
                <a:ext uri="{FF2B5EF4-FFF2-40B4-BE49-F238E27FC236}">
                  <a16:creationId xmlns:a16="http://schemas.microsoft.com/office/drawing/2014/main" id="{E6A79CF3-A135-45B2-995C-617DD10B765B}"/>
                </a:ext>
              </a:extLst>
            </p:cNvPr>
            <p:cNvGraphicFramePr>
              <a:graphicFrameLocks noChangeAspect="1"/>
            </p:cNvGraphicFramePr>
            <p:nvPr/>
          </p:nvGraphicFramePr>
          <p:xfrm>
            <a:off x="1716" y="3275"/>
            <a:ext cx="448" cy="198"/>
          </p:xfrm>
          <a:graphic>
            <a:graphicData uri="http://schemas.openxmlformats.org/presentationml/2006/ole">
              <mc:AlternateContent xmlns:mc="http://schemas.openxmlformats.org/markup-compatibility/2006">
                <mc:Choice xmlns:v="urn:schemas-microsoft-com:vml" Requires="v">
                  <p:oleObj spid="_x0000_s72876" name="公式" r:id="rId42" imgW="444307" imgH="241195" progId="Equation.3">
                    <p:embed/>
                  </p:oleObj>
                </mc:Choice>
                <mc:Fallback>
                  <p:oleObj name="公式" r:id="rId42" imgW="444307" imgH="241195" progId="Equation.3">
                    <p:embed/>
                    <p:pic>
                      <p:nvPicPr>
                        <p:cNvPr id="0" name="Object 17"/>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716" y="3275"/>
                          <a:ext cx="448" cy="1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779" name="Object 18">
              <a:extLst>
                <a:ext uri="{FF2B5EF4-FFF2-40B4-BE49-F238E27FC236}">
                  <a16:creationId xmlns:a16="http://schemas.microsoft.com/office/drawing/2014/main" id="{95B262BE-C54D-4AD3-871F-DB2173B263C6}"/>
                </a:ext>
              </a:extLst>
            </p:cNvPr>
            <p:cNvGraphicFramePr>
              <a:graphicFrameLocks noChangeAspect="1"/>
            </p:cNvGraphicFramePr>
            <p:nvPr/>
          </p:nvGraphicFramePr>
          <p:xfrm>
            <a:off x="777" y="2540"/>
            <a:ext cx="447" cy="193"/>
          </p:xfrm>
          <a:graphic>
            <a:graphicData uri="http://schemas.openxmlformats.org/presentationml/2006/ole">
              <mc:AlternateContent xmlns:mc="http://schemas.openxmlformats.org/markup-compatibility/2006">
                <mc:Choice xmlns:v="urn:schemas-microsoft-com:vml" Requires="v">
                  <p:oleObj spid="_x0000_s72877" name="公式" r:id="rId43" imgW="457200" imgH="241200" progId="Equation.3">
                    <p:embed/>
                  </p:oleObj>
                </mc:Choice>
                <mc:Fallback>
                  <p:oleObj name="公式" r:id="rId43" imgW="457200" imgH="241200" progId="Equation.3">
                    <p:embed/>
                    <p:pic>
                      <p:nvPicPr>
                        <p:cNvPr id="0" name="Object 18"/>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777" y="2540"/>
                          <a:ext cx="447" cy="1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72795" name="Text Box 91">
            <a:extLst>
              <a:ext uri="{FF2B5EF4-FFF2-40B4-BE49-F238E27FC236}">
                <a16:creationId xmlns:a16="http://schemas.microsoft.com/office/drawing/2014/main" id="{42317002-E1E5-4EA9-B995-4D43AD384A52}"/>
              </a:ext>
            </a:extLst>
          </p:cNvPr>
          <p:cNvSpPr txBox="1">
            <a:spLocks noChangeArrowheads="1"/>
          </p:cNvSpPr>
          <p:nvPr/>
        </p:nvSpPr>
        <p:spPr bwMode="auto">
          <a:xfrm>
            <a:off x="1619250" y="3573463"/>
            <a:ext cx="2160588" cy="4572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ym typeface="Symbol" panose="05050102010706020507" pitchFamily="18" charset="2"/>
              </a:rPr>
              <a:t>(4) </a:t>
            </a:r>
            <a:r>
              <a:rPr lang="en-US" altLang="zh-CN" b="1" i="1">
                <a:solidFill>
                  <a:srgbClr val="FF0000"/>
                </a:solidFill>
                <a:sym typeface="Symbol" panose="05050102010706020507" pitchFamily="18" charset="2"/>
              </a:rPr>
              <a:t></a:t>
            </a:r>
            <a:r>
              <a:rPr lang="en-US" altLang="zh-CN" b="1" baseline="-25000">
                <a:solidFill>
                  <a:srgbClr val="FF0000"/>
                </a:solidFill>
                <a:sym typeface="Symbol" panose="05050102010706020507" pitchFamily="18" charset="2"/>
              </a:rPr>
              <a:t>1</a:t>
            </a:r>
            <a:r>
              <a:rPr lang="en-US" altLang="zh-CN" b="1">
                <a:solidFill>
                  <a:srgbClr val="FF0000"/>
                </a:solidFill>
                <a:sym typeface="Symbol" panose="05050102010706020507" pitchFamily="18" charset="2"/>
              </a:rPr>
              <a:t>&gt;1, </a:t>
            </a:r>
            <a:r>
              <a:rPr lang="en-US" altLang="zh-CN" b="1" i="1">
                <a:solidFill>
                  <a:srgbClr val="FF0000"/>
                </a:solidFill>
                <a:sym typeface="Symbol" panose="05050102010706020507" pitchFamily="18" charset="2"/>
              </a:rPr>
              <a:t></a:t>
            </a:r>
            <a:r>
              <a:rPr lang="en-US" altLang="zh-CN" b="1" baseline="-25000">
                <a:solidFill>
                  <a:srgbClr val="FF0000"/>
                </a:solidFill>
                <a:sym typeface="Symbol" panose="05050102010706020507" pitchFamily="18" charset="2"/>
              </a:rPr>
              <a:t>2</a:t>
            </a:r>
            <a:r>
              <a:rPr lang="en-US" altLang="zh-CN" b="1">
                <a:solidFill>
                  <a:srgbClr val="FF0000"/>
                </a:solidFill>
                <a:sym typeface="Symbol" panose="05050102010706020507" pitchFamily="18" charset="2"/>
              </a:rPr>
              <a:t>&gt;1</a:t>
            </a:r>
            <a:endParaRPr lang="en-US" altLang="zh-CN" b="1">
              <a:solidFill>
                <a:srgbClr val="FF0000"/>
              </a:solidFill>
            </a:endParaRPr>
          </a:p>
        </p:txBody>
      </p:sp>
      <p:sp>
        <p:nvSpPr>
          <p:cNvPr id="72799" name="Text Box 95">
            <a:extLst>
              <a:ext uri="{FF2B5EF4-FFF2-40B4-BE49-F238E27FC236}">
                <a16:creationId xmlns:a16="http://schemas.microsoft.com/office/drawing/2014/main" id="{F8504B73-EE87-4695-8AF5-0E7A9D994E21}"/>
              </a:ext>
            </a:extLst>
          </p:cNvPr>
          <p:cNvSpPr txBox="1">
            <a:spLocks noChangeArrowheads="1"/>
          </p:cNvSpPr>
          <p:nvPr/>
        </p:nvSpPr>
        <p:spPr bwMode="auto">
          <a:xfrm>
            <a:off x="4267200" y="5300663"/>
            <a:ext cx="4572000" cy="519112"/>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加上与</a:t>
            </a:r>
            <a:r>
              <a:rPr lang="en-US" altLang="zh-CN" sz="2800" b="1"/>
              <a:t>(4)</a:t>
            </a:r>
            <a:r>
              <a:rPr lang="zh-CN" altLang="en-US" sz="2800" b="1"/>
              <a:t>相区别的 </a:t>
            </a:r>
            <a:r>
              <a:rPr lang="zh-CN" altLang="en-US" sz="2800" b="1" i="1">
                <a:solidFill>
                  <a:srgbClr val="FF3300"/>
                </a:solidFill>
                <a:sym typeface="Symbol" panose="05050102010706020507" pitchFamily="18" charset="2"/>
              </a:rPr>
              <a:t></a:t>
            </a:r>
            <a:r>
              <a:rPr lang="en-US" altLang="zh-CN" sz="2800" b="1" baseline="-25000">
                <a:solidFill>
                  <a:srgbClr val="FF3300"/>
                </a:solidFill>
                <a:sym typeface="Symbol" panose="05050102010706020507" pitchFamily="18" charset="2"/>
              </a:rPr>
              <a:t>1</a:t>
            </a:r>
            <a:r>
              <a:rPr lang="en-US" altLang="zh-CN" sz="2800" b="1">
                <a:solidFill>
                  <a:srgbClr val="FF3300"/>
                </a:solidFill>
                <a:sym typeface="Symbol" panose="05050102010706020507" pitchFamily="18" charset="2"/>
              </a:rPr>
              <a:t>&lt;1</a:t>
            </a:r>
            <a:endParaRPr lang="en-US" altLang="zh-CN" sz="2800" b="1">
              <a:sym typeface="Symbol" panose="05050102010706020507" pitchFamily="18" charset="2"/>
            </a:endParaRPr>
          </a:p>
        </p:txBody>
      </p:sp>
      <p:sp>
        <p:nvSpPr>
          <p:cNvPr id="72801" name="Text Box 97">
            <a:extLst>
              <a:ext uri="{FF2B5EF4-FFF2-40B4-BE49-F238E27FC236}">
                <a16:creationId xmlns:a16="http://schemas.microsoft.com/office/drawing/2014/main" id="{D8345101-5959-4857-A1BD-8EA7F56E6AE7}"/>
              </a:ext>
            </a:extLst>
          </p:cNvPr>
          <p:cNvSpPr txBox="1">
            <a:spLocks noChangeArrowheads="1"/>
          </p:cNvSpPr>
          <p:nvPr/>
        </p:nvSpPr>
        <p:spPr bwMode="auto">
          <a:xfrm>
            <a:off x="2484438" y="981075"/>
            <a:ext cx="1366837" cy="45720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sym typeface="Symbol" panose="05050102010706020507" pitchFamily="18" charset="2"/>
              </a:rPr>
              <a:t> </a:t>
            </a:r>
            <a:r>
              <a:rPr lang="en-US" altLang="zh-CN" b="1" i="1"/>
              <a:t>P</a:t>
            </a:r>
            <a:r>
              <a:rPr lang="en-US" altLang="zh-CN" b="1" baseline="-25000"/>
              <a:t>2 </a:t>
            </a:r>
            <a:r>
              <a:rPr lang="zh-CN" altLang="en-US" b="1"/>
              <a:t>稳定</a:t>
            </a:r>
          </a:p>
        </p:txBody>
      </p:sp>
      <p:sp>
        <p:nvSpPr>
          <p:cNvPr id="72804" name="Text Box 100">
            <a:extLst>
              <a:ext uri="{FF2B5EF4-FFF2-40B4-BE49-F238E27FC236}">
                <a16:creationId xmlns:a16="http://schemas.microsoft.com/office/drawing/2014/main" id="{9A2AF5CD-DF04-411D-B483-E69AD8DC931A}"/>
              </a:ext>
            </a:extLst>
          </p:cNvPr>
          <p:cNvSpPr txBox="1">
            <a:spLocks noChangeArrowheads="1"/>
          </p:cNvSpPr>
          <p:nvPr/>
        </p:nvSpPr>
        <p:spPr bwMode="auto">
          <a:xfrm>
            <a:off x="7235825" y="1143000"/>
            <a:ext cx="1439863" cy="45720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ym typeface="Symbol" panose="05050102010706020507" pitchFamily="18" charset="2"/>
              </a:rPr>
              <a:t> </a:t>
            </a:r>
            <a:r>
              <a:rPr lang="en-US" altLang="zh-CN" b="1" i="1"/>
              <a:t>P</a:t>
            </a:r>
            <a:r>
              <a:rPr lang="en-US" altLang="zh-CN" b="1" baseline="-25000"/>
              <a:t>3 </a:t>
            </a:r>
            <a:r>
              <a:rPr lang="zh-CN" altLang="en-US" b="1"/>
              <a:t>稳定</a:t>
            </a:r>
          </a:p>
        </p:txBody>
      </p:sp>
      <p:grpSp>
        <p:nvGrpSpPr>
          <p:cNvPr id="9" name="Group 105">
            <a:extLst>
              <a:ext uri="{FF2B5EF4-FFF2-40B4-BE49-F238E27FC236}">
                <a16:creationId xmlns:a16="http://schemas.microsoft.com/office/drawing/2014/main" id="{A434E54E-98C4-4AA9-850F-1643D24DB0A1}"/>
              </a:ext>
            </a:extLst>
          </p:cNvPr>
          <p:cNvGrpSpPr>
            <a:grpSpLocks/>
          </p:cNvGrpSpPr>
          <p:nvPr/>
        </p:nvGrpSpPr>
        <p:grpSpPr bwMode="auto">
          <a:xfrm>
            <a:off x="5003800" y="5876925"/>
            <a:ext cx="2447925" cy="519113"/>
            <a:chOff x="3152" y="3702"/>
            <a:chExt cx="1542" cy="327"/>
          </a:xfrm>
        </p:grpSpPr>
        <p:sp>
          <p:nvSpPr>
            <p:cNvPr id="72785" name="Text Box 103">
              <a:extLst>
                <a:ext uri="{FF2B5EF4-FFF2-40B4-BE49-F238E27FC236}">
                  <a16:creationId xmlns:a16="http://schemas.microsoft.com/office/drawing/2014/main" id="{E2DE4F3E-B48A-42D5-99D7-A7C3EF481D5E}"/>
                </a:ext>
              </a:extLst>
            </p:cNvPr>
            <p:cNvSpPr txBox="1">
              <a:spLocks noChangeArrowheads="1"/>
            </p:cNvSpPr>
            <p:nvPr/>
          </p:nvSpPr>
          <p:spPr bwMode="auto">
            <a:xfrm>
              <a:off x="3424" y="3702"/>
              <a:ext cx="1270" cy="327"/>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solidFill>
                    <a:srgbClr val="FF3300"/>
                  </a:solidFill>
                </a:rPr>
                <a:t>P</a:t>
              </a:r>
              <a:r>
                <a:rPr lang="en-US" altLang="zh-CN" sz="2800" b="1" baseline="-25000">
                  <a:solidFill>
                    <a:srgbClr val="FF3300"/>
                  </a:solidFill>
                </a:rPr>
                <a:t>1</a:t>
              </a:r>
              <a:r>
                <a:rPr lang="zh-CN" altLang="en-US" sz="2800" b="1">
                  <a:solidFill>
                    <a:srgbClr val="FF3300"/>
                  </a:solidFill>
                </a:rPr>
                <a:t>全局稳定</a:t>
              </a:r>
            </a:p>
          </p:txBody>
        </p:sp>
        <p:sp>
          <p:nvSpPr>
            <p:cNvPr id="72786" name="AutoShape 104">
              <a:extLst>
                <a:ext uri="{FF2B5EF4-FFF2-40B4-BE49-F238E27FC236}">
                  <a16:creationId xmlns:a16="http://schemas.microsoft.com/office/drawing/2014/main" id="{0E47FA57-CEF6-4F1F-998B-35C54043D2F5}"/>
                </a:ext>
              </a:extLst>
            </p:cNvPr>
            <p:cNvSpPr>
              <a:spLocks noChangeArrowheads="1"/>
            </p:cNvSpPr>
            <p:nvPr/>
          </p:nvSpPr>
          <p:spPr bwMode="auto">
            <a:xfrm>
              <a:off x="3152" y="3702"/>
              <a:ext cx="136" cy="306"/>
            </a:xfrm>
            <a:prstGeom prst="rightArrow">
              <a:avLst>
                <a:gd name="adj1" fmla="val 50000"/>
                <a:gd name="adj2" fmla="val 25000"/>
              </a:avLst>
            </a:prstGeom>
            <a:solidFill>
              <a:srgbClr val="FFFF00"/>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72810" name="Text Box 106">
            <a:extLst>
              <a:ext uri="{FF2B5EF4-FFF2-40B4-BE49-F238E27FC236}">
                <a16:creationId xmlns:a16="http://schemas.microsoft.com/office/drawing/2014/main" id="{E3E7CDFC-C791-4CCA-980C-BB36BEDC3BD7}"/>
              </a:ext>
            </a:extLst>
          </p:cNvPr>
          <p:cNvSpPr txBox="1">
            <a:spLocks noChangeArrowheads="1"/>
          </p:cNvSpPr>
          <p:nvPr/>
        </p:nvSpPr>
        <p:spPr bwMode="auto">
          <a:xfrm>
            <a:off x="6875463" y="4005263"/>
            <a:ext cx="2089150" cy="519112"/>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t>P</a:t>
            </a:r>
            <a:r>
              <a:rPr lang="en-US" altLang="zh-CN" sz="2800" b="1" baseline="-25000"/>
              <a:t>2</a:t>
            </a:r>
            <a:r>
              <a:rPr lang="zh-CN" altLang="en-US" sz="2800" b="1"/>
              <a:t>局部稳定</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4" presetClass="entr" presetSubtype="16" fill="hold" grpId="0" nodeType="clickEffect">
                                  <p:stCondLst>
                                    <p:cond delay="0"/>
                                  </p:stCondLst>
                                  <p:childTnLst>
                                    <p:set>
                                      <p:cBhvr>
                                        <p:cTn id="10" dur="1" fill="hold">
                                          <p:stCondLst>
                                            <p:cond delay="0"/>
                                          </p:stCondLst>
                                        </p:cTn>
                                        <p:tgtEl>
                                          <p:spTgt spid="72801"/>
                                        </p:tgtEl>
                                        <p:attrNameLst>
                                          <p:attrName>style.visibility</p:attrName>
                                        </p:attrNameLst>
                                      </p:cBhvr>
                                      <p:to>
                                        <p:strVal val="visible"/>
                                      </p:to>
                                    </p:set>
                                    <p:animEffect transition="in" filter="box(in)">
                                      <p:cBhvr>
                                        <p:cTn id="11" dur="1000"/>
                                        <p:tgtEl>
                                          <p:spTgt spid="72801"/>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 presetClass="entr" presetSubtype="1" fill="hold" grpId="0" nodeType="clickEffect">
                                  <p:stCondLst>
                                    <p:cond delay="0"/>
                                  </p:stCondLst>
                                  <p:childTnLst>
                                    <p:set>
                                      <p:cBhvr>
                                        <p:cTn id="15" dur="1" fill="hold">
                                          <p:stCondLst>
                                            <p:cond delay="0"/>
                                          </p:stCondLst>
                                        </p:cTn>
                                        <p:tgtEl>
                                          <p:spTgt spid="72793"/>
                                        </p:tgtEl>
                                        <p:attrNameLst>
                                          <p:attrName>style.visibility</p:attrName>
                                        </p:attrNameLst>
                                      </p:cBhvr>
                                      <p:to>
                                        <p:strVal val="visible"/>
                                      </p:to>
                                    </p:set>
                                    <p:anim calcmode="lin" valueType="num">
                                      <p:cBhvr additive="base">
                                        <p:cTn id="16" dur="1000" fill="hold"/>
                                        <p:tgtEl>
                                          <p:spTgt spid="72793"/>
                                        </p:tgtEl>
                                        <p:attrNameLst>
                                          <p:attrName>ppt_x</p:attrName>
                                        </p:attrNameLst>
                                      </p:cBhvr>
                                      <p:tavLst>
                                        <p:tav tm="0">
                                          <p:val>
                                            <p:strVal val="#ppt_x"/>
                                          </p:val>
                                        </p:tav>
                                        <p:tav tm="100000">
                                          <p:val>
                                            <p:strVal val="#ppt_x"/>
                                          </p:val>
                                        </p:tav>
                                      </p:tavLst>
                                    </p:anim>
                                    <p:anim calcmode="lin" valueType="num">
                                      <p:cBhvr additive="base">
                                        <p:cTn id="17" dur="1000" fill="hold"/>
                                        <p:tgtEl>
                                          <p:spTgt spid="72793"/>
                                        </p:tgtEl>
                                        <p:attrNameLst>
                                          <p:attrName>ppt_y</p:attrName>
                                        </p:attrNameLst>
                                      </p:cBhvr>
                                      <p:tavLst>
                                        <p:tav tm="0">
                                          <p:val>
                                            <p:strVal val="0-#ppt_h/2"/>
                                          </p:val>
                                        </p:tav>
                                        <p:tav tm="100000">
                                          <p:val>
                                            <p:strVal val="#ppt_y"/>
                                          </p:val>
                                        </p:tav>
                                      </p:tavLst>
                                    </p:anim>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nodeType="clickEffect">
                                  <p:stCondLst>
                                    <p:cond delay="0"/>
                                  </p:stCondLst>
                                  <p:childTnLst>
                                    <p:set>
                                      <p:cBhvr>
                                        <p:cTn id="21" dur="1" fill="hold">
                                          <p:stCondLst>
                                            <p:cond delay="499"/>
                                          </p:stCondLst>
                                        </p:cTn>
                                        <p:tgtEl>
                                          <p:spTgt spid="6"/>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2" presetClass="entr" presetSubtype="2" fill="hold" grpId="0" nodeType="clickEffect">
                                  <p:stCondLst>
                                    <p:cond delay="0"/>
                                  </p:stCondLst>
                                  <p:childTnLst>
                                    <p:set>
                                      <p:cBhvr>
                                        <p:cTn id="25" dur="1" fill="hold">
                                          <p:stCondLst>
                                            <p:cond delay="0"/>
                                          </p:stCondLst>
                                        </p:cTn>
                                        <p:tgtEl>
                                          <p:spTgt spid="72804"/>
                                        </p:tgtEl>
                                        <p:attrNameLst>
                                          <p:attrName>style.visibility</p:attrName>
                                        </p:attrNameLst>
                                      </p:cBhvr>
                                      <p:to>
                                        <p:strVal val="visible"/>
                                      </p:to>
                                    </p:set>
                                    <p:anim calcmode="lin" valueType="num">
                                      <p:cBhvr additive="base">
                                        <p:cTn id="26" dur="1000" fill="hold"/>
                                        <p:tgtEl>
                                          <p:spTgt spid="72804"/>
                                        </p:tgtEl>
                                        <p:attrNameLst>
                                          <p:attrName>ppt_x</p:attrName>
                                        </p:attrNameLst>
                                      </p:cBhvr>
                                      <p:tavLst>
                                        <p:tav tm="0">
                                          <p:val>
                                            <p:strVal val="1+#ppt_w/2"/>
                                          </p:val>
                                        </p:tav>
                                        <p:tav tm="100000">
                                          <p:val>
                                            <p:strVal val="#ppt_x"/>
                                          </p:val>
                                        </p:tav>
                                      </p:tavLst>
                                    </p:anim>
                                    <p:anim calcmode="lin" valueType="num">
                                      <p:cBhvr additive="base">
                                        <p:cTn id="27" dur="1000" fill="hold"/>
                                        <p:tgtEl>
                                          <p:spTgt spid="72804"/>
                                        </p:tgtEl>
                                        <p:attrNameLst>
                                          <p:attrName>ppt_y</p:attrName>
                                        </p:attrNameLst>
                                      </p:cBhvr>
                                      <p:tavLst>
                                        <p:tav tm="0">
                                          <p:val>
                                            <p:strVal val="#ppt_y"/>
                                          </p:val>
                                        </p:tav>
                                        <p:tav tm="100000">
                                          <p:val>
                                            <p:strVal val="#ppt_y"/>
                                          </p:val>
                                        </p:tav>
                                      </p:tavLst>
                                    </p:anim>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72795"/>
                                        </p:tgtEl>
                                        <p:attrNameLst>
                                          <p:attrName>style.visibility</p:attrName>
                                        </p:attrNameLst>
                                      </p:cBhvr>
                                      <p:to>
                                        <p:strVal val="visible"/>
                                      </p:to>
                                    </p:set>
                                    <p:animEffect transition="in" filter="box(in)">
                                      <p:cBhvr>
                                        <p:cTn id="32" dur="1000"/>
                                        <p:tgtEl>
                                          <p:spTgt spid="7279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nodeType="clickEffect">
                                  <p:stCondLst>
                                    <p:cond delay="0"/>
                                  </p:stCondLst>
                                  <p:childTnLst>
                                    <p:set>
                                      <p:cBhvr>
                                        <p:cTn id="36" dur="1" fill="hold">
                                          <p:stCondLst>
                                            <p:cond delay="499"/>
                                          </p:stCondLst>
                                        </p:cTn>
                                        <p:tgtEl>
                                          <p:spTgt spid="8"/>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2" presetClass="entr" presetSubtype="4" fill="hold" nodeType="clickEffect">
                                  <p:stCondLst>
                                    <p:cond delay="0"/>
                                  </p:stCondLst>
                                  <p:childTnLst>
                                    <p:set>
                                      <p:cBhvr>
                                        <p:cTn id="40" dur="1" fill="hold">
                                          <p:stCondLst>
                                            <p:cond delay="0"/>
                                          </p:stCondLst>
                                        </p:cTn>
                                        <p:tgtEl>
                                          <p:spTgt spid="2"/>
                                        </p:tgtEl>
                                        <p:attrNameLst>
                                          <p:attrName>style.visibility</p:attrName>
                                        </p:attrNameLst>
                                      </p:cBhvr>
                                      <p:to>
                                        <p:strVal val="visible"/>
                                      </p:to>
                                    </p:set>
                                    <p:animEffect transition="in" filter="slide(fromBottom)">
                                      <p:cBhvr>
                                        <p:cTn id="41" dur="1000"/>
                                        <p:tgtEl>
                                          <p:spTgt spid="2"/>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72769"/>
                                        </p:tgtEl>
                                        <p:attrNameLst>
                                          <p:attrName>style.visibility</p:attrName>
                                        </p:attrNameLst>
                                      </p:cBhvr>
                                      <p:to>
                                        <p:strVal val="visible"/>
                                      </p:to>
                                    </p:set>
                                    <p:animEffect transition="in" filter="wipe(left)">
                                      <p:cBhvr>
                                        <p:cTn id="46" dur="1000"/>
                                        <p:tgtEl>
                                          <p:spTgt spid="72769"/>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72773"/>
                                        </p:tgtEl>
                                        <p:attrNameLst>
                                          <p:attrName>style.visibility</p:attrName>
                                        </p:attrNameLst>
                                      </p:cBhvr>
                                      <p:to>
                                        <p:strVal val="visible"/>
                                      </p:to>
                                    </p:set>
                                    <p:animEffect transition="in" filter="wipe(left)">
                                      <p:cBhvr>
                                        <p:cTn id="51" dur="1000"/>
                                        <p:tgtEl>
                                          <p:spTgt spid="72773"/>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3" presetClass="entr" presetSubtype="16" fill="hold" nodeType="clickEffect">
                                  <p:stCondLst>
                                    <p:cond delay="0"/>
                                  </p:stCondLst>
                                  <p:childTnLst>
                                    <p:set>
                                      <p:cBhvr>
                                        <p:cTn id="55" dur="1" fill="hold">
                                          <p:stCondLst>
                                            <p:cond delay="0"/>
                                          </p:stCondLst>
                                        </p:cTn>
                                        <p:tgtEl>
                                          <p:spTgt spid="4"/>
                                        </p:tgtEl>
                                        <p:attrNameLst>
                                          <p:attrName>style.visibility</p:attrName>
                                        </p:attrNameLst>
                                      </p:cBhvr>
                                      <p:to>
                                        <p:strVal val="visible"/>
                                      </p:to>
                                    </p:set>
                                    <p:anim calcmode="lin" valueType="num">
                                      <p:cBhvr>
                                        <p:cTn id="56" dur="1000" fill="hold"/>
                                        <p:tgtEl>
                                          <p:spTgt spid="4"/>
                                        </p:tgtEl>
                                        <p:attrNameLst>
                                          <p:attrName>ppt_w</p:attrName>
                                        </p:attrNameLst>
                                      </p:cBhvr>
                                      <p:tavLst>
                                        <p:tav tm="0">
                                          <p:val>
                                            <p:fltVal val="0"/>
                                          </p:val>
                                        </p:tav>
                                        <p:tav tm="100000">
                                          <p:val>
                                            <p:strVal val="#ppt_w"/>
                                          </p:val>
                                        </p:tav>
                                      </p:tavLst>
                                    </p:anim>
                                    <p:anim calcmode="lin" valueType="num">
                                      <p:cBhvr>
                                        <p:cTn id="57" dur="1000" fill="hold"/>
                                        <p:tgtEl>
                                          <p:spTgt spid="4"/>
                                        </p:tgtEl>
                                        <p:attrNameLst>
                                          <p:attrName>ppt_h</p:attrName>
                                        </p:attrNameLst>
                                      </p:cBhvr>
                                      <p:tavLst>
                                        <p:tav tm="0">
                                          <p:val>
                                            <p:fltVal val="0"/>
                                          </p:val>
                                        </p:tav>
                                        <p:tav tm="100000">
                                          <p:val>
                                            <p:strVal val="#ppt_h"/>
                                          </p:val>
                                        </p:tav>
                                      </p:tavLst>
                                    </p:anim>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72770"/>
                                        </p:tgtEl>
                                        <p:attrNameLst>
                                          <p:attrName>style.visibility</p:attrName>
                                        </p:attrNameLst>
                                      </p:cBhvr>
                                      <p:to>
                                        <p:strVal val="visible"/>
                                      </p:to>
                                    </p:set>
                                    <p:animEffect transition="in" filter="wipe(left)">
                                      <p:cBhvr>
                                        <p:cTn id="62" dur="1000"/>
                                        <p:tgtEl>
                                          <p:spTgt spid="72770"/>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72810"/>
                                        </p:tgtEl>
                                        <p:attrNameLst>
                                          <p:attrName>style.visibility</p:attrName>
                                        </p:attrNameLst>
                                      </p:cBhvr>
                                      <p:to>
                                        <p:strVal val="visible"/>
                                      </p:to>
                                    </p:set>
                                    <p:animEffect transition="in" filter="wipe(left)">
                                      <p:cBhvr>
                                        <p:cTn id="67" dur="1000"/>
                                        <p:tgtEl>
                                          <p:spTgt spid="72810"/>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72771"/>
                                        </p:tgtEl>
                                        <p:attrNameLst>
                                          <p:attrName>style.visibility</p:attrName>
                                        </p:attrNameLst>
                                      </p:cBhvr>
                                      <p:to>
                                        <p:strVal val="visible"/>
                                      </p:to>
                                    </p:set>
                                    <p:animEffect transition="in" filter="blinds(horizontal)">
                                      <p:cBhvr>
                                        <p:cTn id="72" dur="1000"/>
                                        <p:tgtEl>
                                          <p:spTgt spid="72771"/>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3" presetClass="entr" presetSubtype="5" fill="hold" grpId="0" nodeType="clickEffect">
                                  <p:stCondLst>
                                    <p:cond delay="0"/>
                                  </p:stCondLst>
                                  <p:childTnLst>
                                    <p:set>
                                      <p:cBhvr>
                                        <p:cTn id="76" dur="1" fill="hold">
                                          <p:stCondLst>
                                            <p:cond delay="0"/>
                                          </p:stCondLst>
                                        </p:cTn>
                                        <p:tgtEl>
                                          <p:spTgt spid="72799"/>
                                        </p:tgtEl>
                                        <p:attrNameLst>
                                          <p:attrName>style.visibility</p:attrName>
                                        </p:attrNameLst>
                                      </p:cBhvr>
                                      <p:to>
                                        <p:strVal val="visible"/>
                                      </p:to>
                                    </p:set>
                                    <p:animEffect transition="in" filter="blinds(vertical)">
                                      <p:cBhvr>
                                        <p:cTn id="77" dur="1000"/>
                                        <p:tgtEl>
                                          <p:spTgt spid="72799"/>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16" presetClass="entr" presetSubtype="42" fill="hold" nodeType="clickEffect">
                                  <p:stCondLst>
                                    <p:cond delay="0"/>
                                  </p:stCondLst>
                                  <p:childTnLst>
                                    <p:set>
                                      <p:cBhvr>
                                        <p:cTn id="81" dur="1" fill="hold">
                                          <p:stCondLst>
                                            <p:cond delay="0"/>
                                          </p:stCondLst>
                                        </p:cTn>
                                        <p:tgtEl>
                                          <p:spTgt spid="9"/>
                                        </p:tgtEl>
                                        <p:attrNameLst>
                                          <p:attrName>style.visibility</p:attrName>
                                        </p:attrNameLst>
                                      </p:cBhvr>
                                      <p:to>
                                        <p:strVal val="visible"/>
                                      </p:to>
                                    </p:set>
                                    <p:animEffect transition="in" filter="barn(outHorizontal)">
                                      <p:cBhvr>
                                        <p:cTn id="82"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69" grpId="0"/>
      <p:bldP spid="72770" grpId="0"/>
      <p:bldP spid="72771" grpId="0" animBg="1" autoUpdateAnimBg="0"/>
      <p:bldP spid="72773" grpId="0" animBg="1"/>
      <p:bldP spid="72793" grpId="0" animBg="1" autoUpdateAnimBg="0"/>
      <p:bldP spid="72795" grpId="0" animBg="1" autoUpdateAnimBg="0"/>
      <p:bldP spid="72799" grpId="0" animBg="1" autoUpdateAnimBg="0"/>
      <p:bldP spid="72801" grpId="0" animBg="1" autoUpdateAnimBg="0"/>
      <p:bldP spid="72804" grpId="0" animBg="1" autoUpdateAnimBg="0"/>
      <p:bldP spid="72810" grpId="0" animBg="1"/>
    </p:bldLst>
  </p:timing>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3730" name="Text Box 2">
            <a:extLst>
              <a:ext uri="{FF2B5EF4-FFF2-40B4-BE49-F238E27FC236}">
                <a16:creationId xmlns:a16="http://schemas.microsoft.com/office/drawing/2014/main" id="{402DDE98-1465-4DB5-B499-0A2CB829E367}"/>
              </a:ext>
            </a:extLst>
          </p:cNvPr>
          <p:cNvSpPr txBox="1">
            <a:spLocks noChangeArrowheads="1"/>
          </p:cNvSpPr>
          <p:nvPr/>
        </p:nvSpPr>
        <p:spPr bwMode="auto">
          <a:xfrm>
            <a:off x="457200" y="700088"/>
            <a:ext cx="1828800" cy="579437"/>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ea typeface="楷体_GB2312" pitchFamily="49" charset="-122"/>
              </a:rPr>
              <a:t>结果解释</a:t>
            </a:r>
          </a:p>
        </p:txBody>
      </p:sp>
      <p:sp>
        <p:nvSpPr>
          <p:cNvPr id="73732" name="Text Box 4">
            <a:extLst>
              <a:ext uri="{FF2B5EF4-FFF2-40B4-BE49-F238E27FC236}">
                <a16:creationId xmlns:a16="http://schemas.microsoft.com/office/drawing/2014/main" id="{65362A34-8FD2-4DD5-8306-CB1B67029EF2}"/>
              </a:ext>
            </a:extLst>
          </p:cNvPr>
          <p:cNvSpPr txBox="1">
            <a:spLocks noChangeArrowheads="1"/>
          </p:cNvSpPr>
          <p:nvPr/>
        </p:nvSpPr>
        <p:spPr bwMode="auto">
          <a:xfrm>
            <a:off x="539750" y="1412875"/>
            <a:ext cx="3800475" cy="163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zh-CN" altLang="en-US" sz="2800" b="1"/>
              <a:t>对于消耗甲的资源而言，乙</a:t>
            </a:r>
            <a:r>
              <a:rPr lang="en-US" altLang="zh-CN" sz="2800" b="1"/>
              <a:t>(</a:t>
            </a:r>
            <a:r>
              <a:rPr lang="zh-CN" altLang="en-US" sz="2800" b="1"/>
              <a:t>相对于</a:t>
            </a:r>
            <a:r>
              <a:rPr lang="en-US" altLang="zh-CN" sz="2800" b="1" i="1"/>
              <a:t>N</a:t>
            </a:r>
            <a:r>
              <a:rPr lang="en-US" altLang="zh-CN" sz="2800" b="1" baseline="-25000"/>
              <a:t>2</a:t>
            </a:r>
            <a:r>
              <a:rPr lang="en-US" altLang="zh-CN" sz="2800" b="1"/>
              <a:t>)</a:t>
            </a:r>
            <a:r>
              <a:rPr lang="zh-CN" altLang="en-US" sz="2800" b="1"/>
              <a:t>是甲</a:t>
            </a:r>
            <a:r>
              <a:rPr lang="en-US" altLang="zh-CN" sz="2800" b="1"/>
              <a:t>(</a:t>
            </a:r>
            <a:r>
              <a:rPr lang="zh-CN" altLang="en-US" sz="2800" b="1"/>
              <a:t>相对于</a:t>
            </a:r>
            <a:r>
              <a:rPr lang="en-US" altLang="zh-CN" sz="2800" b="1" i="1"/>
              <a:t>N</a:t>
            </a:r>
            <a:r>
              <a:rPr lang="en-US" altLang="zh-CN" sz="2800" b="1" baseline="-25000"/>
              <a:t>1</a:t>
            </a:r>
            <a:r>
              <a:rPr lang="en-US" altLang="zh-CN" sz="2800" b="1"/>
              <a:t>)</a:t>
            </a:r>
            <a:r>
              <a:rPr lang="zh-CN" altLang="en-US" sz="2800" b="1"/>
              <a:t>的</a:t>
            </a:r>
            <a:r>
              <a:rPr lang="zh-CN" altLang="en-US" sz="2800" b="1" i="1">
                <a:sym typeface="Symbol" panose="05050102010706020507" pitchFamily="18" charset="2"/>
              </a:rPr>
              <a:t></a:t>
            </a:r>
            <a:r>
              <a:rPr lang="en-US" altLang="zh-CN" sz="2800" b="1" baseline="-25000">
                <a:sym typeface="Symbol" panose="05050102010706020507" pitchFamily="18" charset="2"/>
              </a:rPr>
              <a:t>1</a:t>
            </a:r>
            <a:r>
              <a:rPr lang="en-US" altLang="zh-CN" sz="2800" b="1"/>
              <a:t> </a:t>
            </a:r>
            <a:r>
              <a:rPr lang="zh-CN" altLang="en-US" sz="2800" b="1"/>
              <a:t>倍</a:t>
            </a:r>
            <a:r>
              <a:rPr lang="en-US" altLang="zh-CN" sz="2800" b="1"/>
              <a:t>.</a:t>
            </a:r>
          </a:p>
        </p:txBody>
      </p:sp>
      <p:sp>
        <p:nvSpPr>
          <p:cNvPr id="73738" name="Text Box 10">
            <a:extLst>
              <a:ext uri="{FF2B5EF4-FFF2-40B4-BE49-F238E27FC236}">
                <a16:creationId xmlns:a16="http://schemas.microsoft.com/office/drawing/2014/main" id="{52A122DD-19A1-4D48-85F8-7E7CC36D62F2}"/>
              </a:ext>
            </a:extLst>
          </p:cNvPr>
          <p:cNvSpPr txBox="1">
            <a:spLocks noChangeArrowheads="1"/>
          </p:cNvSpPr>
          <p:nvPr/>
        </p:nvSpPr>
        <p:spPr bwMode="auto">
          <a:xfrm>
            <a:off x="2743200" y="700088"/>
            <a:ext cx="4876800" cy="519112"/>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Char char="•"/>
            </a:pPr>
            <a:r>
              <a:rPr lang="en-US" altLang="en-US" sz="2800" b="1"/>
              <a:t> </a:t>
            </a:r>
            <a:r>
              <a:rPr lang="en-US" altLang="zh-CN" sz="2800" b="1" i="1"/>
              <a:t>P</a:t>
            </a:r>
            <a:r>
              <a:rPr lang="en-US" altLang="zh-CN" sz="2800" b="1" baseline="-25000"/>
              <a:t>1</a:t>
            </a:r>
            <a:r>
              <a:rPr lang="zh-CN" altLang="en-US" sz="2800" b="1"/>
              <a:t>稳定的条件：</a:t>
            </a:r>
            <a:r>
              <a:rPr lang="zh-CN" altLang="en-US" sz="2800" b="1" i="1">
                <a:sym typeface="Symbol" panose="05050102010706020507" pitchFamily="18" charset="2"/>
              </a:rPr>
              <a:t></a:t>
            </a:r>
            <a:r>
              <a:rPr lang="en-US" altLang="zh-CN" sz="2800" b="1" baseline="-25000">
                <a:sym typeface="Symbol" panose="05050102010706020507" pitchFamily="18" charset="2"/>
              </a:rPr>
              <a:t>1</a:t>
            </a:r>
            <a:r>
              <a:rPr lang="en-US" altLang="zh-CN" sz="2800" b="1">
                <a:sym typeface="Symbol" panose="05050102010706020507" pitchFamily="18" charset="2"/>
              </a:rPr>
              <a:t>&lt;1, </a:t>
            </a:r>
            <a:r>
              <a:rPr lang="en-US" altLang="zh-CN" sz="2800" b="1" i="1">
                <a:sym typeface="Symbol" panose="05050102010706020507" pitchFamily="18" charset="2"/>
              </a:rPr>
              <a:t></a:t>
            </a:r>
            <a:r>
              <a:rPr lang="en-US" altLang="zh-CN" sz="2800" b="1" baseline="-25000">
                <a:sym typeface="Symbol" panose="05050102010706020507" pitchFamily="18" charset="2"/>
              </a:rPr>
              <a:t>2</a:t>
            </a:r>
            <a:r>
              <a:rPr lang="en-US" altLang="zh-CN" sz="2800" b="1">
                <a:sym typeface="Symbol" panose="05050102010706020507" pitchFamily="18" charset="2"/>
              </a:rPr>
              <a:t>&gt;1</a:t>
            </a:r>
          </a:p>
        </p:txBody>
      </p:sp>
      <p:sp>
        <p:nvSpPr>
          <p:cNvPr id="73739" name="Text Box 11">
            <a:extLst>
              <a:ext uri="{FF2B5EF4-FFF2-40B4-BE49-F238E27FC236}">
                <a16:creationId xmlns:a16="http://schemas.microsoft.com/office/drawing/2014/main" id="{682C4F97-81B4-4BFD-B00E-0E784FAED419}"/>
              </a:ext>
            </a:extLst>
          </p:cNvPr>
          <p:cNvSpPr txBox="1">
            <a:spLocks noChangeArrowheads="1"/>
          </p:cNvSpPr>
          <p:nvPr/>
        </p:nvSpPr>
        <p:spPr bwMode="auto">
          <a:xfrm>
            <a:off x="457200" y="3276600"/>
            <a:ext cx="3581400" cy="519113"/>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sym typeface="Symbol" panose="05050102010706020507" pitchFamily="18" charset="2"/>
              </a:rPr>
              <a:t></a:t>
            </a:r>
            <a:r>
              <a:rPr lang="en-US" altLang="zh-CN" sz="2800" b="1" baseline="-25000">
                <a:sym typeface="Symbol" panose="05050102010706020507" pitchFamily="18" charset="2"/>
              </a:rPr>
              <a:t>2</a:t>
            </a:r>
            <a:r>
              <a:rPr lang="en-US" altLang="zh-CN" sz="2800" b="1">
                <a:sym typeface="Symbol" panose="05050102010706020507" pitchFamily="18" charset="2"/>
              </a:rPr>
              <a:t>&gt;1 </a:t>
            </a:r>
            <a:r>
              <a:rPr lang="zh-CN" altLang="en-US" sz="2800" b="1">
                <a:sym typeface="Symbol" panose="05050102010706020507" pitchFamily="18" charset="2"/>
              </a:rPr>
              <a:t>甲的竞争力强</a:t>
            </a:r>
          </a:p>
        </p:txBody>
      </p:sp>
      <p:sp>
        <p:nvSpPr>
          <p:cNvPr id="73740" name="Text Box 12">
            <a:extLst>
              <a:ext uri="{FF2B5EF4-FFF2-40B4-BE49-F238E27FC236}">
                <a16:creationId xmlns:a16="http://schemas.microsoft.com/office/drawing/2014/main" id="{DD63ADEF-62EF-4873-81FE-04CF614B3676}"/>
              </a:ext>
            </a:extLst>
          </p:cNvPr>
          <p:cNvSpPr txBox="1">
            <a:spLocks noChangeArrowheads="1"/>
          </p:cNvSpPr>
          <p:nvPr/>
        </p:nvSpPr>
        <p:spPr bwMode="auto">
          <a:xfrm>
            <a:off x="4648200" y="3214688"/>
            <a:ext cx="4267200" cy="519112"/>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甲达到最大容量，乙灭绝</a:t>
            </a:r>
          </a:p>
        </p:txBody>
      </p:sp>
      <p:sp>
        <p:nvSpPr>
          <p:cNvPr id="73741" name="Text Box 13">
            <a:extLst>
              <a:ext uri="{FF2B5EF4-FFF2-40B4-BE49-F238E27FC236}">
                <a16:creationId xmlns:a16="http://schemas.microsoft.com/office/drawing/2014/main" id="{195954F5-BECF-4262-BA4B-52CBEB9DE190}"/>
              </a:ext>
            </a:extLst>
          </p:cNvPr>
          <p:cNvSpPr txBox="1">
            <a:spLocks noChangeArrowheads="1"/>
          </p:cNvSpPr>
          <p:nvPr/>
        </p:nvSpPr>
        <p:spPr bwMode="auto">
          <a:xfrm>
            <a:off x="1905000" y="4052888"/>
            <a:ext cx="4876800" cy="519112"/>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Char char="•"/>
            </a:pPr>
            <a:r>
              <a:rPr lang="en-US" altLang="en-US" sz="2800" b="1"/>
              <a:t> </a:t>
            </a:r>
            <a:r>
              <a:rPr lang="en-US" altLang="zh-CN" sz="2800" b="1" i="1"/>
              <a:t>P</a:t>
            </a:r>
            <a:r>
              <a:rPr lang="en-US" altLang="zh-CN" sz="2800" b="1" baseline="-25000"/>
              <a:t>2</a:t>
            </a:r>
            <a:r>
              <a:rPr lang="zh-CN" altLang="en-US" sz="2800" b="1"/>
              <a:t>稳定的条件：</a:t>
            </a:r>
            <a:r>
              <a:rPr lang="zh-CN" altLang="en-US" sz="2800" b="1" i="1">
                <a:sym typeface="Symbol" panose="05050102010706020507" pitchFamily="18" charset="2"/>
              </a:rPr>
              <a:t></a:t>
            </a:r>
            <a:r>
              <a:rPr lang="en-US" altLang="zh-CN" sz="2800" b="1" baseline="-25000">
                <a:sym typeface="Symbol" panose="05050102010706020507" pitchFamily="18" charset="2"/>
              </a:rPr>
              <a:t>1</a:t>
            </a:r>
            <a:r>
              <a:rPr lang="en-US" altLang="zh-CN" sz="2800" b="1">
                <a:sym typeface="Symbol" panose="05050102010706020507" pitchFamily="18" charset="2"/>
              </a:rPr>
              <a:t>&gt;1, </a:t>
            </a:r>
            <a:r>
              <a:rPr lang="en-US" altLang="zh-CN" sz="2800" b="1" i="1">
                <a:sym typeface="Symbol" panose="05050102010706020507" pitchFamily="18" charset="2"/>
              </a:rPr>
              <a:t></a:t>
            </a:r>
            <a:r>
              <a:rPr lang="en-US" altLang="zh-CN" sz="2800" b="1" baseline="-25000">
                <a:sym typeface="Symbol" panose="05050102010706020507" pitchFamily="18" charset="2"/>
              </a:rPr>
              <a:t>2</a:t>
            </a:r>
            <a:r>
              <a:rPr lang="en-US" altLang="zh-CN" sz="2800" b="1">
                <a:sym typeface="Symbol" panose="05050102010706020507" pitchFamily="18" charset="2"/>
              </a:rPr>
              <a:t>&lt;1         </a:t>
            </a:r>
          </a:p>
        </p:txBody>
      </p:sp>
      <p:sp>
        <p:nvSpPr>
          <p:cNvPr id="73742" name="Text Box 14">
            <a:extLst>
              <a:ext uri="{FF2B5EF4-FFF2-40B4-BE49-F238E27FC236}">
                <a16:creationId xmlns:a16="http://schemas.microsoft.com/office/drawing/2014/main" id="{8427FAD2-4317-4F97-BCC2-574CDFDE6973}"/>
              </a:ext>
            </a:extLst>
          </p:cNvPr>
          <p:cNvSpPr txBox="1">
            <a:spLocks noChangeArrowheads="1"/>
          </p:cNvSpPr>
          <p:nvPr/>
        </p:nvSpPr>
        <p:spPr bwMode="auto">
          <a:xfrm>
            <a:off x="1905000" y="4814888"/>
            <a:ext cx="48768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Char char="•"/>
            </a:pPr>
            <a:r>
              <a:rPr lang="en-US" altLang="en-US" sz="2800" b="1"/>
              <a:t> </a:t>
            </a:r>
            <a:r>
              <a:rPr lang="en-US" altLang="zh-CN" sz="2800" b="1" i="1"/>
              <a:t>P</a:t>
            </a:r>
            <a:r>
              <a:rPr lang="en-US" altLang="zh-CN" sz="2800" b="1" baseline="-25000"/>
              <a:t>3</a:t>
            </a:r>
            <a:r>
              <a:rPr lang="zh-CN" altLang="en-US" sz="2800" b="1"/>
              <a:t>稳定的条件：</a:t>
            </a:r>
            <a:r>
              <a:rPr lang="zh-CN" altLang="en-US" sz="2800" b="1" i="1">
                <a:sym typeface="Symbol" panose="05050102010706020507" pitchFamily="18" charset="2"/>
              </a:rPr>
              <a:t></a:t>
            </a:r>
            <a:r>
              <a:rPr lang="en-US" altLang="zh-CN" sz="2800" b="1" baseline="-25000">
                <a:sym typeface="Symbol" panose="05050102010706020507" pitchFamily="18" charset="2"/>
              </a:rPr>
              <a:t>1</a:t>
            </a:r>
            <a:r>
              <a:rPr lang="en-US" altLang="zh-CN" sz="2800" b="1">
                <a:sym typeface="Symbol" panose="05050102010706020507" pitchFamily="18" charset="2"/>
              </a:rPr>
              <a:t>&lt;1, </a:t>
            </a:r>
            <a:r>
              <a:rPr lang="en-US" altLang="zh-CN" sz="2800" b="1" i="1">
                <a:sym typeface="Symbol" panose="05050102010706020507" pitchFamily="18" charset="2"/>
              </a:rPr>
              <a:t></a:t>
            </a:r>
            <a:r>
              <a:rPr lang="en-US" altLang="zh-CN" sz="2800" b="1" baseline="-25000">
                <a:sym typeface="Symbol" panose="05050102010706020507" pitchFamily="18" charset="2"/>
              </a:rPr>
              <a:t>2</a:t>
            </a:r>
            <a:r>
              <a:rPr lang="en-US" altLang="zh-CN" sz="2800" b="1">
                <a:sym typeface="Symbol" panose="05050102010706020507" pitchFamily="18" charset="2"/>
              </a:rPr>
              <a:t>&lt;1</a:t>
            </a:r>
          </a:p>
        </p:txBody>
      </p:sp>
      <p:sp>
        <p:nvSpPr>
          <p:cNvPr id="73743" name="Text Box 15">
            <a:extLst>
              <a:ext uri="{FF2B5EF4-FFF2-40B4-BE49-F238E27FC236}">
                <a16:creationId xmlns:a16="http://schemas.microsoft.com/office/drawing/2014/main" id="{241F9782-A1CC-4CA3-8F1B-BEF558D1EC6F}"/>
              </a:ext>
            </a:extLst>
          </p:cNvPr>
          <p:cNvSpPr txBox="1">
            <a:spLocks noChangeArrowheads="1"/>
          </p:cNvSpPr>
          <p:nvPr/>
        </p:nvSpPr>
        <p:spPr bwMode="auto">
          <a:xfrm>
            <a:off x="1752600" y="5500688"/>
            <a:ext cx="5410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通常</a:t>
            </a:r>
            <a:r>
              <a:rPr lang="zh-CN" altLang="en-US" sz="2800" b="1" i="1">
                <a:sym typeface="Symbol" panose="05050102010706020507" pitchFamily="18" charset="2"/>
              </a:rPr>
              <a:t></a:t>
            </a:r>
            <a:r>
              <a:rPr lang="en-US" altLang="zh-CN" sz="2800" b="1" baseline="-25000">
                <a:sym typeface="Symbol" panose="05050102010706020507" pitchFamily="18" charset="2"/>
              </a:rPr>
              <a:t>1 </a:t>
            </a:r>
            <a:r>
              <a:rPr lang="en-US" altLang="zh-CN" sz="2800" b="1">
                <a:sym typeface="Symbol" panose="05050102010706020507" pitchFamily="18" charset="2"/>
              </a:rPr>
              <a:t> 1/</a:t>
            </a:r>
            <a:r>
              <a:rPr lang="en-US" altLang="zh-CN" sz="2800" b="1" i="1">
                <a:sym typeface="Symbol" panose="05050102010706020507" pitchFamily="18" charset="2"/>
              </a:rPr>
              <a:t></a:t>
            </a:r>
            <a:r>
              <a:rPr lang="en-US" altLang="zh-CN" sz="2800" b="1" baseline="-25000">
                <a:sym typeface="Symbol" panose="05050102010706020507" pitchFamily="18" charset="2"/>
              </a:rPr>
              <a:t>2</a:t>
            </a:r>
            <a:r>
              <a:rPr lang="zh-CN" altLang="en-US" sz="2800" b="1">
                <a:sym typeface="Symbol" panose="05050102010706020507" pitchFamily="18" charset="2"/>
              </a:rPr>
              <a:t>，</a:t>
            </a:r>
            <a:r>
              <a:rPr lang="en-US" altLang="zh-CN" sz="2800" b="1" i="1"/>
              <a:t>P</a:t>
            </a:r>
            <a:r>
              <a:rPr lang="en-US" altLang="zh-CN" sz="2800" b="1" baseline="-25000"/>
              <a:t>3</a:t>
            </a:r>
            <a:r>
              <a:rPr lang="zh-CN" altLang="en-US" sz="2800" b="1"/>
              <a:t>稳定条件不满足</a:t>
            </a:r>
            <a:r>
              <a:rPr lang="en-US" altLang="zh-CN" sz="2800" b="1"/>
              <a:t>.</a:t>
            </a:r>
          </a:p>
        </p:txBody>
      </p:sp>
      <p:grpSp>
        <p:nvGrpSpPr>
          <p:cNvPr id="24594" name="Group 18">
            <a:extLst>
              <a:ext uri="{FF2B5EF4-FFF2-40B4-BE49-F238E27FC236}">
                <a16:creationId xmlns:a16="http://schemas.microsoft.com/office/drawing/2014/main" id="{1121F621-A116-4789-86CB-5147250287BB}"/>
              </a:ext>
            </a:extLst>
          </p:cNvPr>
          <p:cNvGrpSpPr>
            <a:grpSpLocks/>
          </p:cNvGrpSpPr>
          <p:nvPr/>
        </p:nvGrpSpPr>
        <p:grpSpPr bwMode="auto">
          <a:xfrm>
            <a:off x="4500563" y="1341438"/>
            <a:ext cx="4246562" cy="1630362"/>
            <a:chOff x="2835" y="845"/>
            <a:chExt cx="2675" cy="1027"/>
          </a:xfrm>
        </p:grpSpPr>
        <p:sp>
          <p:nvSpPr>
            <p:cNvPr id="2" name="Text Box 8">
              <a:extLst>
                <a:ext uri="{FF2B5EF4-FFF2-40B4-BE49-F238E27FC236}">
                  <a16:creationId xmlns:a16="http://schemas.microsoft.com/office/drawing/2014/main" id="{2068180C-2A6B-49CA-AC85-5330CCC033C2}"/>
                </a:ext>
              </a:extLst>
            </p:cNvPr>
            <p:cNvSpPr txBox="1">
              <a:spLocks noChangeArrowheads="1"/>
            </p:cNvSpPr>
            <p:nvPr/>
          </p:nvSpPr>
          <p:spPr bwMode="auto">
            <a:xfrm>
              <a:off x="3748" y="845"/>
              <a:ext cx="1762" cy="1027"/>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zh-CN" altLang="en-US" sz="2800" b="1"/>
                <a:t>对甲增长的阻滞作用，乙小于甲</a:t>
              </a:r>
              <a:r>
                <a:rPr lang="zh-CN" altLang="en-US" sz="2800" b="1">
                  <a:sym typeface="Symbol" panose="05050102010706020507" pitchFamily="18" charset="2"/>
                </a:rPr>
                <a:t>乙的竞争力弱</a:t>
              </a:r>
              <a:r>
                <a:rPr lang="en-US" altLang="zh-CN" sz="2800" b="1">
                  <a:sym typeface="Symbol" panose="05050102010706020507" pitchFamily="18" charset="2"/>
                </a:rPr>
                <a:t>.</a:t>
              </a:r>
              <a:endParaRPr lang="en-US" altLang="zh-CN" sz="2800" b="1"/>
            </a:p>
          </p:txBody>
        </p:sp>
        <p:sp>
          <p:nvSpPr>
            <p:cNvPr id="3" name="AutoShape 9">
              <a:extLst>
                <a:ext uri="{FF2B5EF4-FFF2-40B4-BE49-F238E27FC236}">
                  <a16:creationId xmlns:a16="http://schemas.microsoft.com/office/drawing/2014/main" id="{B37DF3BC-6951-4853-B09A-B6349DC11114}"/>
                </a:ext>
              </a:extLst>
            </p:cNvPr>
            <p:cNvSpPr>
              <a:spLocks noChangeArrowheads="1"/>
            </p:cNvSpPr>
            <p:nvPr/>
          </p:nvSpPr>
          <p:spPr bwMode="auto">
            <a:xfrm>
              <a:off x="3552" y="1151"/>
              <a:ext cx="147" cy="324"/>
            </a:xfrm>
            <a:prstGeom prst="rightArrow">
              <a:avLst>
                <a:gd name="adj1" fmla="val 50000"/>
                <a:gd name="adj2" fmla="val 25000"/>
              </a:avLst>
            </a:prstGeom>
            <a:solidFill>
              <a:srgbClr val="FFFF00"/>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4" name="Rectangle 17">
              <a:extLst>
                <a:ext uri="{FF2B5EF4-FFF2-40B4-BE49-F238E27FC236}">
                  <a16:creationId xmlns:a16="http://schemas.microsoft.com/office/drawing/2014/main" id="{56675029-EB57-437F-9FC1-FB5DA80D2814}"/>
                </a:ext>
              </a:extLst>
            </p:cNvPr>
            <p:cNvSpPr>
              <a:spLocks noChangeArrowheads="1"/>
            </p:cNvSpPr>
            <p:nvPr/>
          </p:nvSpPr>
          <p:spPr bwMode="auto">
            <a:xfrm>
              <a:off x="2835" y="1162"/>
              <a:ext cx="567" cy="327"/>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i="1">
                  <a:sym typeface="Symbol" panose="05050102010706020507" pitchFamily="18" charset="2"/>
                </a:rPr>
                <a:t></a:t>
              </a:r>
              <a:r>
                <a:rPr lang="en-US" altLang="zh-CN" sz="2800" b="1" baseline="-25000">
                  <a:sym typeface="Symbol" panose="05050102010706020507" pitchFamily="18" charset="2"/>
                </a:rPr>
                <a:t>1</a:t>
              </a:r>
              <a:r>
                <a:rPr lang="en-US" altLang="zh-CN" sz="2800" b="1">
                  <a:sym typeface="Symbol" panose="05050102010706020507" pitchFamily="18" charset="2"/>
                </a:rPr>
                <a:t>&lt;1</a:t>
              </a:r>
              <a:endParaRPr lang="zh-CN" altLang="en-US" sz="2800" b="1">
                <a:sym typeface="Symbol" panose="05050102010706020507" pitchFamily="18" charset="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3738"/>
                                        </p:tgtEl>
                                        <p:attrNameLst>
                                          <p:attrName>style.visibility</p:attrName>
                                        </p:attrNameLst>
                                      </p:cBhvr>
                                      <p:to>
                                        <p:strVal val="visible"/>
                                      </p:to>
                                    </p:set>
                                    <p:animEffect transition="in" filter="blinds(horizontal)">
                                      <p:cBhvr>
                                        <p:cTn id="7" dur="1000"/>
                                        <p:tgtEl>
                                          <p:spTgt spid="7373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73732"/>
                                        </p:tgtEl>
                                        <p:attrNameLst>
                                          <p:attrName>style.visibility</p:attrName>
                                        </p:attrNameLst>
                                      </p:cBhvr>
                                      <p:to>
                                        <p:strVal val="visible"/>
                                      </p:to>
                                    </p:set>
                                    <p:animEffect transition="in" filter="checkerboard(across)">
                                      <p:cBhvr>
                                        <p:cTn id="12" dur="1000"/>
                                        <p:tgtEl>
                                          <p:spTgt spid="7373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24594"/>
                                        </p:tgtEl>
                                        <p:attrNameLst>
                                          <p:attrName>style.visibility</p:attrName>
                                        </p:attrNameLst>
                                      </p:cBhvr>
                                      <p:to>
                                        <p:strVal val="visible"/>
                                      </p:to>
                                    </p:set>
                                    <p:animEffect transition="in" filter="checkerboard(across)">
                                      <p:cBhvr>
                                        <p:cTn id="17" dur="500"/>
                                        <p:tgtEl>
                                          <p:spTgt spid="2459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5" fill="hold" grpId="0" nodeType="clickEffect">
                                  <p:stCondLst>
                                    <p:cond delay="0"/>
                                  </p:stCondLst>
                                  <p:childTnLst>
                                    <p:set>
                                      <p:cBhvr>
                                        <p:cTn id="21" dur="1" fill="hold">
                                          <p:stCondLst>
                                            <p:cond delay="0"/>
                                          </p:stCondLst>
                                        </p:cTn>
                                        <p:tgtEl>
                                          <p:spTgt spid="73739"/>
                                        </p:tgtEl>
                                        <p:attrNameLst>
                                          <p:attrName>style.visibility</p:attrName>
                                        </p:attrNameLst>
                                      </p:cBhvr>
                                      <p:to>
                                        <p:strVal val="visible"/>
                                      </p:to>
                                    </p:set>
                                    <p:animEffect transition="in" filter="blinds(vertical)">
                                      <p:cBhvr>
                                        <p:cTn id="22" dur="1000"/>
                                        <p:tgtEl>
                                          <p:spTgt spid="7373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73740"/>
                                        </p:tgtEl>
                                        <p:attrNameLst>
                                          <p:attrName>style.visibility</p:attrName>
                                        </p:attrNameLst>
                                      </p:cBhvr>
                                      <p:to>
                                        <p:strVal val="visible"/>
                                      </p:to>
                                    </p:set>
                                    <p:animEffect transition="in" filter="checkerboard(across)">
                                      <p:cBhvr>
                                        <p:cTn id="27" dur="1000"/>
                                        <p:tgtEl>
                                          <p:spTgt spid="7374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73741"/>
                                        </p:tgtEl>
                                        <p:attrNameLst>
                                          <p:attrName>style.visibility</p:attrName>
                                        </p:attrNameLst>
                                      </p:cBhvr>
                                      <p:to>
                                        <p:strVal val="visible"/>
                                      </p:to>
                                    </p:set>
                                    <p:animEffect transition="in" filter="blinds(horizontal)">
                                      <p:cBhvr>
                                        <p:cTn id="32" dur="1000"/>
                                        <p:tgtEl>
                                          <p:spTgt spid="7374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5" fill="hold" grpId="0" nodeType="clickEffect">
                                  <p:stCondLst>
                                    <p:cond delay="0"/>
                                  </p:stCondLst>
                                  <p:childTnLst>
                                    <p:set>
                                      <p:cBhvr>
                                        <p:cTn id="36" dur="1" fill="hold">
                                          <p:stCondLst>
                                            <p:cond delay="0"/>
                                          </p:stCondLst>
                                        </p:cTn>
                                        <p:tgtEl>
                                          <p:spTgt spid="73742"/>
                                        </p:tgtEl>
                                        <p:attrNameLst>
                                          <p:attrName>style.visibility</p:attrName>
                                        </p:attrNameLst>
                                      </p:cBhvr>
                                      <p:to>
                                        <p:strVal val="visible"/>
                                      </p:to>
                                    </p:set>
                                    <p:animEffect transition="in" filter="blinds(vertical)">
                                      <p:cBhvr>
                                        <p:cTn id="37" dur="1000"/>
                                        <p:tgtEl>
                                          <p:spTgt spid="7374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73743"/>
                                        </p:tgtEl>
                                        <p:attrNameLst>
                                          <p:attrName>style.visibility</p:attrName>
                                        </p:attrNameLst>
                                      </p:cBhvr>
                                      <p:to>
                                        <p:strVal val="visible"/>
                                      </p:to>
                                    </p:set>
                                    <p:animEffect transition="in" filter="wipe(left)">
                                      <p:cBhvr>
                                        <p:cTn id="42" dur="1000"/>
                                        <p:tgtEl>
                                          <p:spTgt spid="737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2" grpId="0"/>
      <p:bldP spid="73738" grpId="0" animBg="1" autoUpdateAnimBg="0"/>
      <p:bldP spid="73739" grpId="0" animBg="1" autoUpdateAnimBg="0"/>
      <p:bldP spid="73740" grpId="0" animBg="1" autoUpdateAnimBg="0"/>
      <p:bldP spid="73741" grpId="0" animBg="1" autoUpdateAnimBg="0"/>
      <p:bldP spid="73742" grpId="0" autoUpdateAnimBg="0"/>
      <p:bldP spid="73743" grpId="0" autoUpdateAnimBg="0"/>
    </p:bldLst>
  </p:timing>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4754" name="Text Box 1026">
            <a:extLst>
              <a:ext uri="{FF2B5EF4-FFF2-40B4-BE49-F238E27FC236}">
                <a16:creationId xmlns:a16="http://schemas.microsoft.com/office/drawing/2014/main" id="{BC100910-011B-43F6-82CC-73C69B2C0ADF}"/>
              </a:ext>
            </a:extLst>
          </p:cNvPr>
          <p:cNvSpPr txBox="1">
            <a:spLocks noChangeArrowheads="1"/>
          </p:cNvSpPr>
          <p:nvPr/>
        </p:nvSpPr>
        <p:spPr bwMode="auto">
          <a:xfrm>
            <a:off x="2195513" y="692150"/>
            <a:ext cx="4648200" cy="64135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600" b="1">
                <a:ea typeface="楷体_GB2312" pitchFamily="49" charset="-122"/>
              </a:rPr>
              <a:t>7.4</a:t>
            </a:r>
            <a:r>
              <a:rPr lang="en-US" altLang="zh-CN" sz="3600" b="1">
                <a:latin typeface="楷体_GB2312" pitchFamily="49" charset="-122"/>
                <a:ea typeface="楷体_GB2312" pitchFamily="49" charset="-122"/>
              </a:rPr>
              <a:t>  </a:t>
            </a:r>
            <a:r>
              <a:rPr lang="zh-CN" altLang="en-US" sz="3600" b="1">
                <a:latin typeface="楷体_GB2312" pitchFamily="49" charset="-122"/>
                <a:ea typeface="楷体_GB2312" pitchFamily="49" charset="-122"/>
              </a:rPr>
              <a:t>种群的相互依存</a:t>
            </a:r>
          </a:p>
        </p:txBody>
      </p:sp>
      <p:sp>
        <p:nvSpPr>
          <p:cNvPr id="74756" name="Text Box 1028">
            <a:extLst>
              <a:ext uri="{FF2B5EF4-FFF2-40B4-BE49-F238E27FC236}">
                <a16:creationId xmlns:a16="http://schemas.microsoft.com/office/drawing/2014/main" id="{1DDA5D6F-D9B2-4A81-9DE1-F88830F99D55}"/>
              </a:ext>
            </a:extLst>
          </p:cNvPr>
          <p:cNvSpPr txBox="1">
            <a:spLocks noChangeArrowheads="1"/>
          </p:cNvSpPr>
          <p:nvPr/>
        </p:nvSpPr>
        <p:spPr bwMode="auto">
          <a:xfrm>
            <a:off x="827088" y="5084763"/>
            <a:ext cx="7488237" cy="1117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zh-CN" altLang="en-US" sz="2800" b="1"/>
              <a:t>种群甲可以独自生存，种群乙不能独自生存；甲乙一起生存时相互提供食物、促进增长</a:t>
            </a:r>
            <a:r>
              <a:rPr lang="en-US" altLang="zh-CN" sz="2800" b="1"/>
              <a:t>.</a:t>
            </a:r>
          </a:p>
        </p:txBody>
      </p:sp>
      <p:graphicFrame>
        <p:nvGraphicFramePr>
          <p:cNvPr id="2" name="Object 1031">
            <a:extLst>
              <a:ext uri="{FF2B5EF4-FFF2-40B4-BE49-F238E27FC236}">
                <a16:creationId xmlns:a16="http://schemas.microsoft.com/office/drawing/2014/main" id="{944E4189-E667-4699-8084-16CDAD8D317F}"/>
              </a:ext>
            </a:extLst>
          </p:cNvPr>
          <p:cNvGraphicFramePr>
            <a:graphicFrameLocks noChangeAspect="1"/>
          </p:cNvGraphicFramePr>
          <p:nvPr/>
        </p:nvGraphicFramePr>
        <p:xfrm>
          <a:off x="7939088" y="558800"/>
          <a:ext cx="777875" cy="1066800"/>
        </p:xfrm>
        <a:graphic>
          <a:graphicData uri="http://schemas.openxmlformats.org/presentationml/2006/ole">
            <mc:AlternateContent xmlns:mc="http://schemas.openxmlformats.org/markup-compatibility/2006">
              <mc:Choice xmlns:v="urn:schemas-microsoft-com:vml" Requires="v">
                <p:oleObj spid="_x0000_s74763" name="Clip" r:id="rId3" imgW="556190" imgH="761744" progId="MS_ClipArt_Gallery.2">
                  <p:embed/>
                </p:oleObj>
              </mc:Choice>
              <mc:Fallback>
                <p:oleObj name="Clip" r:id="rId3" imgW="556190" imgH="761744" progId="MS_ClipArt_Gallery.2">
                  <p:embed/>
                  <p:pic>
                    <p:nvPicPr>
                      <p:cNvPr id="0" name="Object 103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39088" y="558800"/>
                        <a:ext cx="777875" cy="106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4760" name="Text Box 1032">
            <a:extLst>
              <a:ext uri="{FF2B5EF4-FFF2-40B4-BE49-F238E27FC236}">
                <a16:creationId xmlns:a16="http://schemas.microsoft.com/office/drawing/2014/main" id="{1B5D4CB0-9BAF-4A68-93D4-573A204F1007}"/>
              </a:ext>
            </a:extLst>
          </p:cNvPr>
          <p:cNvSpPr txBox="1">
            <a:spLocks noChangeArrowheads="1"/>
          </p:cNvSpPr>
          <p:nvPr/>
        </p:nvSpPr>
        <p:spPr bwMode="auto">
          <a:xfrm>
            <a:off x="395288" y="1844675"/>
            <a:ext cx="84963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自然界中处于同一环境中的两个种群相互依存而共生</a:t>
            </a:r>
            <a:r>
              <a:rPr lang="en-US" altLang="zh-CN" sz="2800" b="1"/>
              <a:t>.</a:t>
            </a:r>
          </a:p>
        </p:txBody>
      </p:sp>
      <p:sp>
        <p:nvSpPr>
          <p:cNvPr id="74761" name="Text Box 1033">
            <a:extLst>
              <a:ext uri="{FF2B5EF4-FFF2-40B4-BE49-F238E27FC236}">
                <a16:creationId xmlns:a16="http://schemas.microsoft.com/office/drawing/2014/main" id="{1755A4BA-4815-48FD-AFF7-0DFC11FC5802}"/>
              </a:ext>
            </a:extLst>
          </p:cNvPr>
          <p:cNvSpPr txBox="1">
            <a:spLocks noChangeArrowheads="1"/>
          </p:cNvSpPr>
          <p:nvPr/>
        </p:nvSpPr>
        <p:spPr bwMode="auto">
          <a:xfrm>
            <a:off x="611188" y="2636838"/>
            <a:ext cx="74898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Char char="•"/>
            </a:pPr>
            <a:r>
              <a:rPr lang="en-US" altLang="zh-CN" sz="2800" b="1">
                <a:solidFill>
                  <a:srgbClr val="FF3300"/>
                </a:solidFill>
              </a:rPr>
              <a:t> </a:t>
            </a:r>
            <a:r>
              <a:rPr lang="zh-CN" altLang="en-US" sz="2800" b="1">
                <a:solidFill>
                  <a:srgbClr val="FF3300"/>
                </a:solidFill>
              </a:rPr>
              <a:t>受粉的植物与授粉的昆虫</a:t>
            </a:r>
            <a:r>
              <a:rPr lang="en-US" altLang="zh-CN" sz="2800" b="1">
                <a:solidFill>
                  <a:srgbClr val="FF3300"/>
                </a:solidFill>
              </a:rPr>
              <a:t>.</a:t>
            </a:r>
          </a:p>
        </p:txBody>
      </p:sp>
      <p:sp>
        <p:nvSpPr>
          <p:cNvPr id="74762" name="Text Box 1034">
            <a:extLst>
              <a:ext uri="{FF2B5EF4-FFF2-40B4-BE49-F238E27FC236}">
                <a16:creationId xmlns:a16="http://schemas.microsoft.com/office/drawing/2014/main" id="{37CF280D-2EB8-46C9-9CD1-B2650F08073B}"/>
              </a:ext>
            </a:extLst>
          </p:cNvPr>
          <p:cNvSpPr txBox="1">
            <a:spLocks noChangeArrowheads="1"/>
          </p:cNvSpPr>
          <p:nvPr/>
        </p:nvSpPr>
        <p:spPr bwMode="auto">
          <a:xfrm>
            <a:off x="827088" y="3213100"/>
            <a:ext cx="8064500"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zh-CN" altLang="en-US" sz="2800" b="1"/>
              <a:t>以植物花粉为食物的昆虫不能离开植物独立生存，而昆虫的授粉又可以提高植物的增长率</a:t>
            </a:r>
            <a:r>
              <a:rPr lang="en-US" altLang="zh-CN" sz="2800" b="1"/>
              <a:t>.</a:t>
            </a:r>
          </a:p>
        </p:txBody>
      </p:sp>
      <p:sp>
        <p:nvSpPr>
          <p:cNvPr id="74763" name="Text Box 1035">
            <a:extLst>
              <a:ext uri="{FF2B5EF4-FFF2-40B4-BE49-F238E27FC236}">
                <a16:creationId xmlns:a16="http://schemas.microsoft.com/office/drawing/2014/main" id="{1D02F14B-8899-4A9F-8DC2-851CE48BC870}"/>
              </a:ext>
            </a:extLst>
          </p:cNvPr>
          <p:cNvSpPr txBox="1">
            <a:spLocks noChangeArrowheads="1"/>
          </p:cNvSpPr>
          <p:nvPr/>
        </p:nvSpPr>
        <p:spPr bwMode="auto">
          <a:xfrm>
            <a:off x="539750" y="4422775"/>
            <a:ext cx="74898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Char char="•"/>
            </a:pPr>
            <a:r>
              <a:rPr lang="en-US" altLang="zh-CN" sz="2800" b="1">
                <a:solidFill>
                  <a:srgbClr val="FF3300"/>
                </a:solidFill>
              </a:rPr>
              <a:t> </a:t>
            </a:r>
            <a:r>
              <a:rPr lang="zh-CN" altLang="en-US" sz="2800" b="1">
                <a:solidFill>
                  <a:srgbClr val="FF3300"/>
                </a:solidFill>
              </a:rPr>
              <a:t>人类与人工饲养的牲畜</a:t>
            </a:r>
            <a:r>
              <a:rPr lang="en-US" altLang="zh-CN" sz="2800" b="1">
                <a:solidFill>
                  <a:srgbClr val="FF3300"/>
                </a:solidFill>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74760"/>
                                        </p:tgtEl>
                                        <p:attrNameLst>
                                          <p:attrName>style.visibility</p:attrName>
                                        </p:attrNameLst>
                                      </p:cBhvr>
                                      <p:to>
                                        <p:strVal val="visible"/>
                                      </p:to>
                                    </p:set>
                                    <p:animEffect transition="in" filter="box(in)">
                                      <p:cBhvr>
                                        <p:cTn id="7" dur="1000"/>
                                        <p:tgtEl>
                                          <p:spTgt spid="7476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4761"/>
                                        </p:tgtEl>
                                        <p:attrNameLst>
                                          <p:attrName>style.visibility</p:attrName>
                                        </p:attrNameLst>
                                      </p:cBhvr>
                                      <p:to>
                                        <p:strVal val="visible"/>
                                      </p:to>
                                    </p:set>
                                    <p:animEffect transition="in" filter="dissolve">
                                      <p:cBhvr>
                                        <p:cTn id="12" dur="1000"/>
                                        <p:tgtEl>
                                          <p:spTgt spid="7476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4762"/>
                                        </p:tgtEl>
                                        <p:attrNameLst>
                                          <p:attrName>style.visibility</p:attrName>
                                        </p:attrNameLst>
                                      </p:cBhvr>
                                      <p:to>
                                        <p:strVal val="visible"/>
                                      </p:to>
                                    </p:set>
                                    <p:animEffect transition="in" filter="blinds(horizontal)">
                                      <p:cBhvr>
                                        <p:cTn id="17" dur="1000"/>
                                        <p:tgtEl>
                                          <p:spTgt spid="7476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74763"/>
                                        </p:tgtEl>
                                        <p:attrNameLst>
                                          <p:attrName>style.visibility</p:attrName>
                                        </p:attrNameLst>
                                      </p:cBhvr>
                                      <p:to>
                                        <p:strVal val="visible"/>
                                      </p:to>
                                    </p:set>
                                    <p:animEffect transition="in" filter="dissolve">
                                      <p:cBhvr>
                                        <p:cTn id="22" dur="1000"/>
                                        <p:tgtEl>
                                          <p:spTgt spid="7476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8" presetClass="entr" presetSubtype="6" fill="hold" grpId="0" nodeType="clickEffect">
                                  <p:stCondLst>
                                    <p:cond delay="0"/>
                                  </p:stCondLst>
                                  <p:childTnLst>
                                    <p:set>
                                      <p:cBhvr>
                                        <p:cTn id="26" dur="1" fill="hold">
                                          <p:stCondLst>
                                            <p:cond delay="0"/>
                                          </p:stCondLst>
                                        </p:cTn>
                                        <p:tgtEl>
                                          <p:spTgt spid="74756"/>
                                        </p:tgtEl>
                                        <p:attrNameLst>
                                          <p:attrName>style.visibility</p:attrName>
                                        </p:attrNameLst>
                                      </p:cBhvr>
                                      <p:to>
                                        <p:strVal val="visible"/>
                                      </p:to>
                                    </p:set>
                                    <p:animEffect transition="in" filter="strips(downRight)">
                                      <p:cBhvr>
                                        <p:cTn id="27" dur="1000"/>
                                        <p:tgtEl>
                                          <p:spTgt spid="747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6" grpId="0" animBg="1"/>
      <p:bldP spid="74760" grpId="0"/>
      <p:bldP spid="74761" grpId="0"/>
      <p:bldP spid="74762" grpId="0"/>
      <p:bldP spid="74763" grpId="0"/>
    </p:bldLst>
  </p:timing>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75778" name="Object 2">
            <a:extLst>
              <a:ext uri="{FF2B5EF4-FFF2-40B4-BE49-F238E27FC236}">
                <a16:creationId xmlns:a16="http://schemas.microsoft.com/office/drawing/2014/main" id="{3A6D436B-B962-47EC-8E60-5898A7627806}"/>
              </a:ext>
            </a:extLst>
          </p:cNvPr>
          <p:cNvGraphicFramePr>
            <a:graphicFrameLocks noChangeAspect="1"/>
          </p:cNvGraphicFramePr>
          <p:nvPr/>
        </p:nvGraphicFramePr>
        <p:xfrm>
          <a:off x="1363663" y="3598863"/>
          <a:ext cx="4360862" cy="1263650"/>
        </p:xfrm>
        <a:graphic>
          <a:graphicData uri="http://schemas.openxmlformats.org/presentationml/2006/ole">
            <mc:AlternateContent xmlns:mc="http://schemas.openxmlformats.org/markup-compatibility/2006">
              <mc:Choice xmlns:v="urn:schemas-microsoft-com:vml" Requires="v">
                <p:oleObj spid="_x0000_s75799" name="公式" r:id="rId3" imgW="1637589" imgH="482391" progId="Equation.3">
                  <p:embed/>
                </p:oleObj>
              </mc:Choice>
              <mc:Fallback>
                <p:oleObj name="公式" r:id="rId3" imgW="1637589" imgH="482391"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63663" y="3598863"/>
                        <a:ext cx="4360862" cy="1263650"/>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5779" name="Text Box 3">
            <a:extLst>
              <a:ext uri="{FF2B5EF4-FFF2-40B4-BE49-F238E27FC236}">
                <a16:creationId xmlns:a16="http://schemas.microsoft.com/office/drawing/2014/main" id="{E62A3249-849F-4ED0-9696-7BFA649BD758}"/>
              </a:ext>
            </a:extLst>
          </p:cNvPr>
          <p:cNvSpPr txBox="1">
            <a:spLocks noChangeArrowheads="1"/>
          </p:cNvSpPr>
          <p:nvPr/>
        </p:nvSpPr>
        <p:spPr bwMode="auto">
          <a:xfrm>
            <a:off x="381000" y="609600"/>
            <a:ext cx="1066800" cy="106680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ea typeface="楷体_GB2312" pitchFamily="49" charset="-122"/>
              </a:rPr>
              <a:t>模型假设</a:t>
            </a:r>
          </a:p>
        </p:txBody>
      </p:sp>
      <p:sp>
        <p:nvSpPr>
          <p:cNvPr id="75780" name="Text Box 4">
            <a:extLst>
              <a:ext uri="{FF2B5EF4-FFF2-40B4-BE49-F238E27FC236}">
                <a16:creationId xmlns:a16="http://schemas.microsoft.com/office/drawing/2014/main" id="{1339550C-CD3B-4DF3-B7F7-98EDE4A72323}"/>
              </a:ext>
            </a:extLst>
          </p:cNvPr>
          <p:cNvSpPr txBox="1">
            <a:spLocks noChangeArrowheads="1"/>
          </p:cNvSpPr>
          <p:nvPr/>
        </p:nvSpPr>
        <p:spPr bwMode="auto">
          <a:xfrm>
            <a:off x="1524000" y="533400"/>
            <a:ext cx="7391400"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buFontTx/>
              <a:buChar char="•"/>
            </a:pPr>
            <a:r>
              <a:rPr lang="en-US" altLang="zh-CN" sz="2800" b="1"/>
              <a:t> </a:t>
            </a:r>
            <a:r>
              <a:rPr lang="zh-CN" altLang="en-US" sz="2800" b="1"/>
              <a:t>甲可以独自生存，数量变化服从</a:t>
            </a:r>
            <a:r>
              <a:rPr lang="en-US" altLang="zh-CN" sz="2800" b="1"/>
              <a:t>Logistic</a:t>
            </a:r>
            <a:r>
              <a:rPr lang="zh-CN" altLang="en-US" sz="2800" b="1"/>
              <a:t>规律</a:t>
            </a:r>
            <a:r>
              <a:rPr lang="en-US" altLang="zh-CN" sz="2800" b="1"/>
              <a:t>;</a:t>
            </a:r>
          </a:p>
          <a:p>
            <a:pPr eaLnBrk="1" hangingPunct="1">
              <a:lnSpc>
                <a:spcPct val="120000"/>
              </a:lnSpc>
            </a:pPr>
            <a:r>
              <a:rPr lang="en-US" altLang="zh-CN" sz="2800" b="1"/>
              <a:t>  </a:t>
            </a:r>
            <a:r>
              <a:rPr lang="zh-CN" altLang="en-US" sz="2800" b="1"/>
              <a:t>甲乙一起生存时乙为甲提供食物、促进增长</a:t>
            </a:r>
            <a:r>
              <a:rPr lang="en-US" altLang="zh-CN" sz="2800" b="1"/>
              <a:t>.</a:t>
            </a:r>
          </a:p>
        </p:txBody>
      </p:sp>
      <p:sp>
        <p:nvSpPr>
          <p:cNvPr id="75781" name="Text Box 5">
            <a:extLst>
              <a:ext uri="{FF2B5EF4-FFF2-40B4-BE49-F238E27FC236}">
                <a16:creationId xmlns:a16="http://schemas.microsoft.com/office/drawing/2014/main" id="{BBC87E0D-ACE1-49CE-B105-C5A6B495BE11}"/>
              </a:ext>
            </a:extLst>
          </p:cNvPr>
          <p:cNvSpPr txBox="1">
            <a:spLocks noChangeArrowheads="1"/>
          </p:cNvSpPr>
          <p:nvPr/>
        </p:nvSpPr>
        <p:spPr bwMode="auto">
          <a:xfrm>
            <a:off x="1524000" y="1773238"/>
            <a:ext cx="7296150" cy="163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buFontTx/>
              <a:buChar char="•"/>
            </a:pPr>
            <a:r>
              <a:rPr lang="en-US" altLang="zh-CN" sz="2800" b="1"/>
              <a:t> </a:t>
            </a:r>
            <a:r>
              <a:rPr lang="zh-CN" altLang="en-US" sz="2800" b="1"/>
              <a:t>乙不能独自生存；甲乙一起生存时甲为乙提</a:t>
            </a:r>
          </a:p>
          <a:p>
            <a:pPr eaLnBrk="1" hangingPunct="1">
              <a:lnSpc>
                <a:spcPct val="120000"/>
              </a:lnSpc>
            </a:pPr>
            <a:r>
              <a:rPr lang="zh-CN" altLang="en-US" sz="2800" b="1"/>
              <a:t>  供食物、促进增长；乙的增长又受到本身的</a:t>
            </a:r>
          </a:p>
          <a:p>
            <a:pPr eaLnBrk="1" hangingPunct="1">
              <a:lnSpc>
                <a:spcPct val="120000"/>
              </a:lnSpc>
            </a:pPr>
            <a:r>
              <a:rPr lang="zh-CN" altLang="en-US" sz="2800" b="1"/>
              <a:t>  阻滞作用 </a:t>
            </a:r>
            <a:r>
              <a:rPr lang="en-US" altLang="zh-CN" sz="2800" b="1"/>
              <a:t>(</a:t>
            </a:r>
            <a:r>
              <a:rPr lang="zh-CN" altLang="en-US" sz="2800" b="1"/>
              <a:t>服从</a:t>
            </a:r>
            <a:r>
              <a:rPr lang="en-US" altLang="zh-CN" sz="2800" b="1"/>
              <a:t>Logistic</a:t>
            </a:r>
            <a:r>
              <a:rPr lang="zh-CN" altLang="en-US" sz="2800" b="1"/>
              <a:t>规律</a:t>
            </a:r>
            <a:r>
              <a:rPr lang="en-US" altLang="zh-CN" sz="2800" b="1"/>
              <a:t>).</a:t>
            </a:r>
          </a:p>
        </p:txBody>
      </p:sp>
      <p:sp>
        <p:nvSpPr>
          <p:cNvPr id="75782" name="Text Box 6">
            <a:extLst>
              <a:ext uri="{FF2B5EF4-FFF2-40B4-BE49-F238E27FC236}">
                <a16:creationId xmlns:a16="http://schemas.microsoft.com/office/drawing/2014/main" id="{D8A6BDBA-0ECB-485E-B4DD-9463F2B628B6}"/>
              </a:ext>
            </a:extLst>
          </p:cNvPr>
          <p:cNvSpPr txBox="1">
            <a:spLocks noChangeArrowheads="1"/>
          </p:cNvSpPr>
          <p:nvPr/>
        </p:nvSpPr>
        <p:spPr bwMode="auto">
          <a:xfrm>
            <a:off x="179388" y="3860800"/>
            <a:ext cx="1066800" cy="579438"/>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ea typeface="楷体_GB2312" pitchFamily="49" charset="-122"/>
              </a:rPr>
              <a:t>模型</a:t>
            </a:r>
          </a:p>
        </p:txBody>
      </p:sp>
      <p:sp>
        <p:nvSpPr>
          <p:cNvPr id="75785" name="Text Box 9">
            <a:extLst>
              <a:ext uri="{FF2B5EF4-FFF2-40B4-BE49-F238E27FC236}">
                <a16:creationId xmlns:a16="http://schemas.microsoft.com/office/drawing/2014/main" id="{1E250A64-086E-4834-B9DC-553B50D4C1A9}"/>
              </a:ext>
            </a:extLst>
          </p:cNvPr>
          <p:cNvSpPr txBox="1">
            <a:spLocks noChangeArrowheads="1"/>
          </p:cNvSpPr>
          <p:nvPr/>
        </p:nvSpPr>
        <p:spPr bwMode="auto">
          <a:xfrm>
            <a:off x="6096000" y="3644900"/>
            <a:ext cx="2797175"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zh-CN" altLang="en-US" sz="2800" b="1"/>
              <a:t>乙为甲提供食物是甲消耗的</a:t>
            </a:r>
            <a:r>
              <a:rPr lang="zh-CN" altLang="en-US" sz="2800" b="1" i="1">
                <a:sym typeface="Symbol" panose="05050102010706020507" pitchFamily="18" charset="2"/>
              </a:rPr>
              <a:t></a:t>
            </a:r>
            <a:r>
              <a:rPr lang="en-US" altLang="zh-CN" sz="2800" b="1" baseline="-25000">
                <a:sym typeface="Symbol" panose="05050102010706020507" pitchFamily="18" charset="2"/>
              </a:rPr>
              <a:t>1</a:t>
            </a:r>
            <a:r>
              <a:rPr lang="en-US" altLang="zh-CN" sz="2800" b="1"/>
              <a:t> </a:t>
            </a:r>
            <a:r>
              <a:rPr lang="zh-CN" altLang="en-US" sz="2800" b="1"/>
              <a:t>倍</a:t>
            </a:r>
          </a:p>
        </p:txBody>
      </p:sp>
      <p:graphicFrame>
        <p:nvGraphicFramePr>
          <p:cNvPr id="75790" name="Object 14">
            <a:extLst>
              <a:ext uri="{FF2B5EF4-FFF2-40B4-BE49-F238E27FC236}">
                <a16:creationId xmlns:a16="http://schemas.microsoft.com/office/drawing/2014/main" id="{CC21418A-1297-4C5B-A270-0C2A46092A3E}"/>
              </a:ext>
            </a:extLst>
          </p:cNvPr>
          <p:cNvGraphicFramePr>
            <a:graphicFrameLocks noChangeAspect="1"/>
          </p:cNvGraphicFramePr>
          <p:nvPr/>
        </p:nvGraphicFramePr>
        <p:xfrm>
          <a:off x="4384675" y="3733800"/>
          <a:ext cx="1254125" cy="1039813"/>
        </p:xfrm>
        <a:graphic>
          <a:graphicData uri="http://schemas.openxmlformats.org/presentationml/2006/ole">
            <mc:AlternateContent xmlns:mc="http://schemas.openxmlformats.org/markup-compatibility/2006">
              <mc:Choice xmlns:v="urn:schemas-microsoft-com:vml" Requires="v">
                <p:oleObj spid="_x0000_s75800" name="公式" r:id="rId5" imgW="533169" imgH="431613" progId="Equation.3">
                  <p:embed/>
                </p:oleObj>
              </mc:Choice>
              <mc:Fallback>
                <p:oleObj name="公式" r:id="rId5" imgW="533169" imgH="431613" progId="Equation.3">
                  <p:embed/>
                  <p:pic>
                    <p:nvPicPr>
                      <p:cNvPr id="0" name="Object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84675" y="3733800"/>
                        <a:ext cx="1254125" cy="1039813"/>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5791" name="Text Box 15">
            <a:extLst>
              <a:ext uri="{FF2B5EF4-FFF2-40B4-BE49-F238E27FC236}">
                <a16:creationId xmlns:a16="http://schemas.microsoft.com/office/drawing/2014/main" id="{9F1A3D05-060E-40E5-B234-AE08A158BA5D}"/>
              </a:ext>
            </a:extLst>
          </p:cNvPr>
          <p:cNvSpPr txBox="1">
            <a:spLocks noChangeArrowheads="1"/>
          </p:cNvSpPr>
          <p:nvPr/>
        </p:nvSpPr>
        <p:spPr bwMode="auto">
          <a:xfrm>
            <a:off x="6084888" y="4941888"/>
            <a:ext cx="2797175"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zh-CN" altLang="en-US" sz="2800" b="1"/>
              <a:t>甲为乙提供食物是乙消耗的</a:t>
            </a:r>
            <a:r>
              <a:rPr lang="zh-CN" altLang="en-US" sz="2800" b="1" i="1">
                <a:sym typeface="Symbol" panose="05050102010706020507" pitchFamily="18" charset="2"/>
              </a:rPr>
              <a:t></a:t>
            </a:r>
            <a:r>
              <a:rPr lang="en-US" altLang="zh-CN" sz="2800" b="1" baseline="-25000">
                <a:sym typeface="Symbol" panose="05050102010706020507" pitchFamily="18" charset="2"/>
              </a:rPr>
              <a:t>2</a:t>
            </a:r>
            <a:r>
              <a:rPr lang="en-US" altLang="zh-CN" sz="2800" b="1"/>
              <a:t> </a:t>
            </a:r>
            <a:r>
              <a:rPr lang="zh-CN" altLang="en-US" sz="2800" b="1"/>
              <a:t>倍</a:t>
            </a:r>
          </a:p>
        </p:txBody>
      </p:sp>
      <p:graphicFrame>
        <p:nvGraphicFramePr>
          <p:cNvPr id="75792" name="Object 16">
            <a:extLst>
              <a:ext uri="{FF2B5EF4-FFF2-40B4-BE49-F238E27FC236}">
                <a16:creationId xmlns:a16="http://schemas.microsoft.com/office/drawing/2014/main" id="{96BF3DA1-B5F1-4EB6-8B45-10323E7AA8A5}"/>
              </a:ext>
            </a:extLst>
          </p:cNvPr>
          <p:cNvGraphicFramePr>
            <a:graphicFrameLocks noChangeAspect="1"/>
          </p:cNvGraphicFramePr>
          <p:nvPr/>
        </p:nvGraphicFramePr>
        <p:xfrm>
          <a:off x="1331913" y="5300663"/>
          <a:ext cx="2620962" cy="633412"/>
        </p:xfrm>
        <a:graphic>
          <a:graphicData uri="http://schemas.openxmlformats.org/presentationml/2006/ole">
            <mc:AlternateContent xmlns:mc="http://schemas.openxmlformats.org/markup-compatibility/2006">
              <mc:Choice xmlns:v="urn:schemas-microsoft-com:vml" Requires="v">
                <p:oleObj spid="_x0000_s75801" name="公式" r:id="rId7" imgW="977476" imgH="215806" progId="Equation.3">
                  <p:embed/>
                </p:oleObj>
              </mc:Choice>
              <mc:Fallback>
                <p:oleObj name="公式" r:id="rId7" imgW="977476" imgH="215806" progId="Equation.3">
                  <p:embed/>
                  <p:pic>
                    <p:nvPicPr>
                      <p:cNvPr id="0" name="Object 1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31913" y="5300663"/>
                        <a:ext cx="2620962" cy="633412"/>
                      </a:xfrm>
                      <a:prstGeom prst="rect">
                        <a:avLst/>
                      </a:prstGeom>
                      <a:solidFill>
                        <a:srgbClr val="FF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793" name="Object 17">
            <a:extLst>
              <a:ext uri="{FF2B5EF4-FFF2-40B4-BE49-F238E27FC236}">
                <a16:creationId xmlns:a16="http://schemas.microsoft.com/office/drawing/2014/main" id="{EF8A5ED1-4563-4882-A9CA-C56EBBEE56E1}"/>
              </a:ext>
            </a:extLst>
          </p:cNvPr>
          <p:cNvGraphicFramePr>
            <a:graphicFrameLocks noChangeAspect="1"/>
          </p:cNvGraphicFramePr>
          <p:nvPr/>
        </p:nvGraphicFramePr>
        <p:xfrm>
          <a:off x="3203575" y="5013325"/>
          <a:ext cx="2779713" cy="1274763"/>
        </p:xfrm>
        <a:graphic>
          <a:graphicData uri="http://schemas.openxmlformats.org/presentationml/2006/ole">
            <mc:AlternateContent xmlns:mc="http://schemas.openxmlformats.org/markup-compatibility/2006">
              <mc:Choice xmlns:v="urn:schemas-microsoft-com:vml" Requires="v">
                <p:oleObj spid="_x0000_s75802" name="公式" r:id="rId9" imgW="1155700" imgH="482600" progId="Equation.3">
                  <p:embed/>
                </p:oleObj>
              </mc:Choice>
              <mc:Fallback>
                <p:oleObj name="公式" r:id="rId9" imgW="1155700" imgH="482600" progId="Equation.3">
                  <p:embed/>
                  <p:pic>
                    <p:nvPicPr>
                      <p:cNvPr id="0" name="Object 1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03575" y="5013325"/>
                        <a:ext cx="2779713" cy="1274763"/>
                      </a:xfrm>
                      <a:prstGeom prst="rect">
                        <a:avLst/>
                      </a:prstGeom>
                      <a:solidFill>
                        <a:srgbClr val="FF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795" name="Object 19">
            <a:extLst>
              <a:ext uri="{FF2B5EF4-FFF2-40B4-BE49-F238E27FC236}">
                <a16:creationId xmlns:a16="http://schemas.microsoft.com/office/drawing/2014/main" id="{1E314E0F-506C-4E5A-8100-8241B1215CE9}"/>
              </a:ext>
            </a:extLst>
          </p:cNvPr>
          <p:cNvGraphicFramePr>
            <a:graphicFrameLocks noChangeAspect="1"/>
          </p:cNvGraphicFramePr>
          <p:nvPr/>
        </p:nvGraphicFramePr>
        <p:xfrm>
          <a:off x="5003800" y="5084763"/>
          <a:ext cx="825500" cy="1150937"/>
        </p:xfrm>
        <a:graphic>
          <a:graphicData uri="http://schemas.openxmlformats.org/presentationml/2006/ole">
            <mc:AlternateContent xmlns:mc="http://schemas.openxmlformats.org/markup-compatibility/2006">
              <mc:Choice xmlns:v="urn:schemas-microsoft-com:vml" Requires="v">
                <p:oleObj spid="_x0000_s75803" name="公式" r:id="rId11" imgW="368140" imgH="431613" progId="Equation.3">
                  <p:embed/>
                </p:oleObj>
              </mc:Choice>
              <mc:Fallback>
                <p:oleObj name="公式" r:id="rId11" imgW="368140" imgH="431613" progId="Equation.3">
                  <p:embed/>
                  <p:pic>
                    <p:nvPicPr>
                      <p:cNvPr id="0" name="Object 1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003800" y="5084763"/>
                        <a:ext cx="825500" cy="1150937"/>
                      </a:xfrm>
                      <a:prstGeom prst="rect">
                        <a:avLst/>
                      </a:prstGeom>
                      <a:solidFill>
                        <a:srgbClr val="FF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75780"/>
                                        </p:tgtEl>
                                        <p:attrNameLst>
                                          <p:attrName>style.visibility</p:attrName>
                                        </p:attrNameLst>
                                      </p:cBhvr>
                                      <p:to>
                                        <p:strVal val="visible"/>
                                      </p:to>
                                    </p:set>
                                    <p:animEffect transition="in" filter="box(in)">
                                      <p:cBhvr>
                                        <p:cTn id="7" dur="1000"/>
                                        <p:tgtEl>
                                          <p:spTgt spid="7578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75781"/>
                                        </p:tgtEl>
                                        <p:attrNameLst>
                                          <p:attrName>style.visibility</p:attrName>
                                        </p:attrNameLst>
                                      </p:cBhvr>
                                      <p:to>
                                        <p:strVal val="visible"/>
                                      </p:to>
                                    </p:set>
                                    <p:animEffect transition="in" filter="box(in)">
                                      <p:cBhvr>
                                        <p:cTn id="12" dur="1000"/>
                                        <p:tgtEl>
                                          <p:spTgt spid="7578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75782"/>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nodeType="clickEffect">
                                  <p:stCondLst>
                                    <p:cond delay="0"/>
                                  </p:stCondLst>
                                  <p:childTnLst>
                                    <p:set>
                                      <p:cBhvr>
                                        <p:cTn id="20" dur="1" fill="hold">
                                          <p:stCondLst>
                                            <p:cond delay="0"/>
                                          </p:stCondLst>
                                        </p:cTn>
                                        <p:tgtEl>
                                          <p:spTgt spid="75778"/>
                                        </p:tgtEl>
                                        <p:attrNameLst>
                                          <p:attrName>style.visibility</p:attrName>
                                        </p:attrNameLst>
                                      </p:cBhvr>
                                      <p:to>
                                        <p:strVal val="visible"/>
                                      </p:to>
                                    </p:set>
                                    <p:animEffect transition="in" filter="blinds(horizontal)">
                                      <p:cBhvr>
                                        <p:cTn id="21" dur="1000"/>
                                        <p:tgtEl>
                                          <p:spTgt spid="75778"/>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nodeType="clickEffect">
                                  <p:stCondLst>
                                    <p:cond delay="0"/>
                                  </p:stCondLst>
                                  <p:childTnLst>
                                    <p:set>
                                      <p:cBhvr>
                                        <p:cTn id="25" dur="1" fill="hold">
                                          <p:stCondLst>
                                            <p:cond delay="0"/>
                                          </p:stCondLst>
                                        </p:cTn>
                                        <p:tgtEl>
                                          <p:spTgt spid="75790"/>
                                        </p:tgtEl>
                                        <p:attrNameLst>
                                          <p:attrName>style.visibility</p:attrName>
                                        </p:attrNameLst>
                                      </p:cBhvr>
                                      <p:to>
                                        <p:strVal val="visible"/>
                                      </p:to>
                                    </p:set>
                                    <p:animEffect transition="in" filter="blinds(horizontal)">
                                      <p:cBhvr>
                                        <p:cTn id="26" dur="1000"/>
                                        <p:tgtEl>
                                          <p:spTgt spid="75790"/>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8" presetClass="entr" presetSubtype="6" fill="hold" grpId="0" nodeType="clickEffect">
                                  <p:stCondLst>
                                    <p:cond delay="0"/>
                                  </p:stCondLst>
                                  <p:childTnLst>
                                    <p:set>
                                      <p:cBhvr>
                                        <p:cTn id="30" dur="1" fill="hold">
                                          <p:stCondLst>
                                            <p:cond delay="0"/>
                                          </p:stCondLst>
                                        </p:cTn>
                                        <p:tgtEl>
                                          <p:spTgt spid="75785"/>
                                        </p:tgtEl>
                                        <p:attrNameLst>
                                          <p:attrName>style.visibility</p:attrName>
                                        </p:attrNameLst>
                                      </p:cBhvr>
                                      <p:to>
                                        <p:strVal val="visible"/>
                                      </p:to>
                                    </p:set>
                                    <p:animEffect transition="in" filter="strips(downRight)">
                                      <p:cBhvr>
                                        <p:cTn id="31" dur="1000"/>
                                        <p:tgtEl>
                                          <p:spTgt spid="75785"/>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3" presetClass="entr" presetSubtype="5" fill="hold" nodeType="clickEffect">
                                  <p:stCondLst>
                                    <p:cond delay="0"/>
                                  </p:stCondLst>
                                  <p:childTnLst>
                                    <p:set>
                                      <p:cBhvr>
                                        <p:cTn id="35" dur="1" fill="hold">
                                          <p:stCondLst>
                                            <p:cond delay="0"/>
                                          </p:stCondLst>
                                        </p:cTn>
                                        <p:tgtEl>
                                          <p:spTgt spid="75792"/>
                                        </p:tgtEl>
                                        <p:attrNameLst>
                                          <p:attrName>style.visibility</p:attrName>
                                        </p:attrNameLst>
                                      </p:cBhvr>
                                      <p:to>
                                        <p:strVal val="visible"/>
                                      </p:to>
                                    </p:set>
                                    <p:animEffect transition="in" filter="blinds(vertical)">
                                      <p:cBhvr>
                                        <p:cTn id="36" dur="1000"/>
                                        <p:tgtEl>
                                          <p:spTgt spid="75792"/>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18" presetClass="entr" presetSubtype="6" fill="hold" grpId="0" nodeType="clickEffect">
                                  <p:stCondLst>
                                    <p:cond delay="0"/>
                                  </p:stCondLst>
                                  <p:childTnLst>
                                    <p:set>
                                      <p:cBhvr>
                                        <p:cTn id="40" dur="1" fill="hold">
                                          <p:stCondLst>
                                            <p:cond delay="0"/>
                                          </p:stCondLst>
                                        </p:cTn>
                                        <p:tgtEl>
                                          <p:spTgt spid="75791"/>
                                        </p:tgtEl>
                                        <p:attrNameLst>
                                          <p:attrName>style.visibility</p:attrName>
                                        </p:attrNameLst>
                                      </p:cBhvr>
                                      <p:to>
                                        <p:strVal val="visible"/>
                                      </p:to>
                                    </p:set>
                                    <p:animEffect transition="in" filter="strips(downRight)">
                                      <p:cBhvr>
                                        <p:cTn id="41" dur="1000"/>
                                        <p:tgtEl>
                                          <p:spTgt spid="75791"/>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3" presetClass="entr" presetSubtype="5" fill="hold" nodeType="clickEffect">
                                  <p:stCondLst>
                                    <p:cond delay="0"/>
                                  </p:stCondLst>
                                  <p:childTnLst>
                                    <p:set>
                                      <p:cBhvr>
                                        <p:cTn id="45" dur="1" fill="hold">
                                          <p:stCondLst>
                                            <p:cond delay="0"/>
                                          </p:stCondLst>
                                        </p:cTn>
                                        <p:tgtEl>
                                          <p:spTgt spid="75793"/>
                                        </p:tgtEl>
                                        <p:attrNameLst>
                                          <p:attrName>style.visibility</p:attrName>
                                        </p:attrNameLst>
                                      </p:cBhvr>
                                      <p:to>
                                        <p:strVal val="visible"/>
                                      </p:to>
                                    </p:set>
                                    <p:animEffect transition="in" filter="blinds(vertical)">
                                      <p:cBhvr>
                                        <p:cTn id="46" dur="1000"/>
                                        <p:tgtEl>
                                          <p:spTgt spid="75793"/>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3" presetClass="entr" presetSubtype="5" fill="hold" nodeType="clickEffect">
                                  <p:stCondLst>
                                    <p:cond delay="0"/>
                                  </p:stCondLst>
                                  <p:childTnLst>
                                    <p:set>
                                      <p:cBhvr>
                                        <p:cTn id="50" dur="1" fill="hold">
                                          <p:stCondLst>
                                            <p:cond delay="0"/>
                                          </p:stCondLst>
                                        </p:cTn>
                                        <p:tgtEl>
                                          <p:spTgt spid="75795"/>
                                        </p:tgtEl>
                                        <p:attrNameLst>
                                          <p:attrName>style.visibility</p:attrName>
                                        </p:attrNameLst>
                                      </p:cBhvr>
                                      <p:to>
                                        <p:strVal val="visible"/>
                                      </p:to>
                                    </p:set>
                                    <p:animEffect transition="in" filter="blinds(vertical)">
                                      <p:cBhvr>
                                        <p:cTn id="51" dur="1000"/>
                                        <p:tgtEl>
                                          <p:spTgt spid="757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80" grpId="0" autoUpdateAnimBg="0"/>
      <p:bldP spid="75781" grpId="0" autoUpdateAnimBg="0"/>
      <p:bldP spid="75782" grpId="0" animBg="1" autoUpdateAnimBg="0"/>
      <p:bldP spid="75785" grpId="0" autoUpdateAnimBg="0"/>
      <p:bldP spid="75791" grpId="0" autoUpdateAnimBg="0"/>
    </p:bldLst>
  </p:timing>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6802" name="Text Box 3">
            <a:extLst>
              <a:ext uri="{FF2B5EF4-FFF2-40B4-BE49-F238E27FC236}">
                <a16:creationId xmlns:a16="http://schemas.microsoft.com/office/drawing/2014/main" id="{61565DD6-DA66-47E6-9211-6D0F6187C4B6}"/>
              </a:ext>
            </a:extLst>
          </p:cNvPr>
          <p:cNvSpPr txBox="1">
            <a:spLocks noChangeArrowheads="1"/>
          </p:cNvSpPr>
          <p:nvPr/>
        </p:nvSpPr>
        <p:spPr bwMode="auto">
          <a:xfrm>
            <a:off x="1754188" y="547688"/>
            <a:ext cx="5332412" cy="519112"/>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ea typeface="楷体_GB2312" pitchFamily="49" charset="-122"/>
              </a:rPr>
              <a:t>种群依存模型的平衡点及稳定性</a:t>
            </a:r>
          </a:p>
        </p:txBody>
      </p:sp>
      <p:sp>
        <p:nvSpPr>
          <p:cNvPr id="76828" name="Text Box 28">
            <a:extLst>
              <a:ext uri="{FF2B5EF4-FFF2-40B4-BE49-F238E27FC236}">
                <a16:creationId xmlns:a16="http://schemas.microsoft.com/office/drawing/2014/main" id="{9F5377B0-4AF8-48B2-A516-A5D5CC1A3F2D}"/>
              </a:ext>
            </a:extLst>
          </p:cNvPr>
          <p:cNvSpPr txBox="1">
            <a:spLocks noChangeArrowheads="1"/>
          </p:cNvSpPr>
          <p:nvPr/>
        </p:nvSpPr>
        <p:spPr bwMode="auto">
          <a:xfrm>
            <a:off x="1676400" y="5729288"/>
            <a:ext cx="5638800" cy="519112"/>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t>P</a:t>
            </a:r>
            <a:r>
              <a:rPr lang="en-US" altLang="zh-CN" sz="2800" b="1" baseline="-25000"/>
              <a:t>2</a:t>
            </a:r>
            <a:r>
              <a:rPr lang="zh-CN" altLang="en-US" sz="2800" b="1"/>
              <a:t>是甲乙相互依存而共生的平衡点</a:t>
            </a:r>
          </a:p>
        </p:txBody>
      </p:sp>
      <p:grpSp>
        <p:nvGrpSpPr>
          <p:cNvPr id="2" name="Group 1034">
            <a:extLst>
              <a:ext uri="{FF2B5EF4-FFF2-40B4-BE49-F238E27FC236}">
                <a16:creationId xmlns:a16="http://schemas.microsoft.com/office/drawing/2014/main" id="{B7683231-D7B3-46DA-8B7C-46EDBF4A1472}"/>
              </a:ext>
            </a:extLst>
          </p:cNvPr>
          <p:cNvGrpSpPr>
            <a:grpSpLocks/>
          </p:cNvGrpSpPr>
          <p:nvPr/>
        </p:nvGrpSpPr>
        <p:grpSpPr bwMode="auto">
          <a:xfrm>
            <a:off x="7235825" y="2019300"/>
            <a:ext cx="1908175" cy="3114675"/>
            <a:chOff x="4558" y="1272"/>
            <a:chExt cx="1202" cy="1962"/>
          </a:xfrm>
        </p:grpSpPr>
        <p:sp>
          <p:nvSpPr>
            <p:cNvPr id="76805" name="Text Box 41">
              <a:extLst>
                <a:ext uri="{FF2B5EF4-FFF2-40B4-BE49-F238E27FC236}">
                  <a16:creationId xmlns:a16="http://schemas.microsoft.com/office/drawing/2014/main" id="{F92BF84E-7FB8-4BAB-BCB9-604132907237}"/>
                </a:ext>
              </a:extLst>
            </p:cNvPr>
            <p:cNvSpPr txBox="1">
              <a:spLocks noChangeArrowheads="1"/>
            </p:cNvSpPr>
            <p:nvPr/>
          </p:nvSpPr>
          <p:spPr bwMode="auto">
            <a:xfrm>
              <a:off x="4755" y="2946"/>
              <a:ext cx="74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a:t>不稳定</a:t>
              </a:r>
            </a:p>
          </p:txBody>
        </p:sp>
        <p:graphicFrame>
          <p:nvGraphicFramePr>
            <p:cNvPr id="76806" name="Object 47">
              <a:extLst>
                <a:ext uri="{FF2B5EF4-FFF2-40B4-BE49-F238E27FC236}">
                  <a16:creationId xmlns:a16="http://schemas.microsoft.com/office/drawing/2014/main" id="{82846526-04E2-4D90-8A6F-E92309CCC43F}"/>
                </a:ext>
              </a:extLst>
            </p:cNvPr>
            <p:cNvGraphicFramePr>
              <a:graphicFrameLocks noChangeAspect="1"/>
            </p:cNvGraphicFramePr>
            <p:nvPr/>
          </p:nvGraphicFramePr>
          <p:xfrm>
            <a:off x="4558" y="1272"/>
            <a:ext cx="1156" cy="273"/>
          </p:xfrm>
          <a:graphic>
            <a:graphicData uri="http://schemas.openxmlformats.org/presentationml/2006/ole">
              <mc:AlternateContent xmlns:mc="http://schemas.openxmlformats.org/markup-compatibility/2006">
                <mc:Choice xmlns:v="urn:schemas-microsoft-com:vml" Requires="v">
                  <p:oleObj spid="_x0000_s76857" name="公式" r:id="rId3" imgW="952087" imgH="215806" progId="Equation.3">
                    <p:embed/>
                  </p:oleObj>
                </mc:Choice>
                <mc:Fallback>
                  <p:oleObj name="公式" r:id="rId3" imgW="952087" imgH="215806" progId="Equation.3">
                    <p:embed/>
                    <p:pic>
                      <p:nvPicPr>
                        <p:cNvPr id="0" name="Object 4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58" y="1272"/>
                          <a:ext cx="1156" cy="2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6807" name="Object 53">
              <a:extLst>
                <a:ext uri="{FF2B5EF4-FFF2-40B4-BE49-F238E27FC236}">
                  <a16:creationId xmlns:a16="http://schemas.microsoft.com/office/drawing/2014/main" id="{9F4836A0-3685-4984-B3E7-6DBB8CDD90DC}"/>
                </a:ext>
              </a:extLst>
            </p:cNvPr>
            <p:cNvGraphicFramePr>
              <a:graphicFrameLocks noChangeAspect="1"/>
            </p:cNvGraphicFramePr>
            <p:nvPr/>
          </p:nvGraphicFramePr>
          <p:xfrm>
            <a:off x="4604" y="1953"/>
            <a:ext cx="1156" cy="673"/>
          </p:xfrm>
          <a:graphic>
            <a:graphicData uri="http://schemas.openxmlformats.org/presentationml/2006/ole">
              <mc:AlternateContent xmlns:mc="http://schemas.openxmlformats.org/markup-compatibility/2006">
                <mc:Choice xmlns:v="urn:schemas-microsoft-com:vml" Requires="v">
                  <p:oleObj spid="_x0000_s76858" name="公式" r:id="rId5" imgW="850900" imgH="457200" progId="Equation.3">
                    <p:embed/>
                  </p:oleObj>
                </mc:Choice>
                <mc:Fallback>
                  <p:oleObj name="公式" r:id="rId5" imgW="850900" imgH="457200" progId="Equation.3">
                    <p:embed/>
                    <p:pic>
                      <p:nvPicPr>
                        <p:cNvPr id="0" name="Object 5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04" y="1953"/>
                          <a:ext cx="1156" cy="6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 name="Group 1032">
            <a:extLst>
              <a:ext uri="{FF2B5EF4-FFF2-40B4-BE49-F238E27FC236}">
                <a16:creationId xmlns:a16="http://schemas.microsoft.com/office/drawing/2014/main" id="{B29145B8-D41D-4D7E-BA5C-9C677FB17BD8}"/>
              </a:ext>
            </a:extLst>
          </p:cNvPr>
          <p:cNvGrpSpPr>
            <a:grpSpLocks/>
          </p:cNvGrpSpPr>
          <p:nvPr/>
        </p:nvGrpSpPr>
        <p:grpSpPr bwMode="auto">
          <a:xfrm>
            <a:off x="0" y="1155700"/>
            <a:ext cx="8991600" cy="4122738"/>
            <a:chOff x="0" y="728"/>
            <a:chExt cx="5664" cy="2597"/>
          </a:xfrm>
        </p:grpSpPr>
        <p:sp>
          <p:nvSpPr>
            <p:cNvPr id="76809" name="Text Box 40">
              <a:extLst>
                <a:ext uri="{FF2B5EF4-FFF2-40B4-BE49-F238E27FC236}">
                  <a16:creationId xmlns:a16="http://schemas.microsoft.com/office/drawing/2014/main" id="{C335BB1C-2869-48EA-A372-CFB14F003AC1}"/>
                </a:ext>
              </a:extLst>
            </p:cNvPr>
            <p:cNvSpPr txBox="1">
              <a:spLocks noChangeArrowheads="1"/>
            </p:cNvSpPr>
            <p:nvPr/>
          </p:nvSpPr>
          <p:spPr bwMode="auto">
            <a:xfrm>
              <a:off x="4649" y="819"/>
              <a:ext cx="90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a:t>稳定条件</a:t>
              </a:r>
            </a:p>
          </p:txBody>
        </p:sp>
        <p:sp>
          <p:nvSpPr>
            <p:cNvPr id="76810" name="Line 31">
              <a:extLst>
                <a:ext uri="{FF2B5EF4-FFF2-40B4-BE49-F238E27FC236}">
                  <a16:creationId xmlns:a16="http://schemas.microsoft.com/office/drawing/2014/main" id="{D1CDAD89-988F-4971-BCF7-969B20EA714F}"/>
                </a:ext>
              </a:extLst>
            </p:cNvPr>
            <p:cNvSpPr>
              <a:spLocks noChangeShapeType="1"/>
            </p:cNvSpPr>
            <p:nvPr/>
          </p:nvSpPr>
          <p:spPr bwMode="auto">
            <a:xfrm>
              <a:off x="53" y="728"/>
              <a:ext cx="5611"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11" name="Line 32">
              <a:extLst>
                <a:ext uri="{FF2B5EF4-FFF2-40B4-BE49-F238E27FC236}">
                  <a16:creationId xmlns:a16="http://schemas.microsoft.com/office/drawing/2014/main" id="{01CD10B1-9543-4305-9967-4D0A63537296}"/>
                </a:ext>
              </a:extLst>
            </p:cNvPr>
            <p:cNvSpPr>
              <a:spLocks noChangeShapeType="1"/>
            </p:cNvSpPr>
            <p:nvPr/>
          </p:nvSpPr>
          <p:spPr bwMode="auto">
            <a:xfrm>
              <a:off x="53" y="1161"/>
              <a:ext cx="561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12" name="Line 33">
              <a:extLst>
                <a:ext uri="{FF2B5EF4-FFF2-40B4-BE49-F238E27FC236}">
                  <a16:creationId xmlns:a16="http://schemas.microsoft.com/office/drawing/2014/main" id="{3FE3D618-B665-4EBF-8269-B6EA7BC6F354}"/>
                </a:ext>
              </a:extLst>
            </p:cNvPr>
            <p:cNvSpPr>
              <a:spLocks noChangeShapeType="1"/>
            </p:cNvSpPr>
            <p:nvPr/>
          </p:nvSpPr>
          <p:spPr bwMode="auto">
            <a:xfrm>
              <a:off x="53" y="1648"/>
              <a:ext cx="561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13" name="Line 34">
              <a:extLst>
                <a:ext uri="{FF2B5EF4-FFF2-40B4-BE49-F238E27FC236}">
                  <a16:creationId xmlns:a16="http://schemas.microsoft.com/office/drawing/2014/main" id="{96AB710B-6854-421B-9726-D1E2A05DFBB7}"/>
                </a:ext>
              </a:extLst>
            </p:cNvPr>
            <p:cNvSpPr>
              <a:spLocks noChangeShapeType="1"/>
            </p:cNvSpPr>
            <p:nvPr/>
          </p:nvSpPr>
          <p:spPr bwMode="auto">
            <a:xfrm>
              <a:off x="0" y="2838"/>
              <a:ext cx="561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14" name="Line 35">
              <a:extLst>
                <a:ext uri="{FF2B5EF4-FFF2-40B4-BE49-F238E27FC236}">
                  <a16:creationId xmlns:a16="http://schemas.microsoft.com/office/drawing/2014/main" id="{7FF2ED4B-270A-4DE8-BF1A-A2109BEC239C}"/>
                </a:ext>
              </a:extLst>
            </p:cNvPr>
            <p:cNvSpPr>
              <a:spLocks noChangeShapeType="1"/>
            </p:cNvSpPr>
            <p:nvPr/>
          </p:nvSpPr>
          <p:spPr bwMode="auto">
            <a:xfrm>
              <a:off x="0" y="3325"/>
              <a:ext cx="5611"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15" name="Line 36">
              <a:extLst>
                <a:ext uri="{FF2B5EF4-FFF2-40B4-BE49-F238E27FC236}">
                  <a16:creationId xmlns:a16="http://schemas.microsoft.com/office/drawing/2014/main" id="{4313FE69-5A7B-4971-B89B-477900B0F1E8}"/>
                </a:ext>
              </a:extLst>
            </p:cNvPr>
            <p:cNvSpPr>
              <a:spLocks noChangeShapeType="1"/>
            </p:cNvSpPr>
            <p:nvPr/>
          </p:nvSpPr>
          <p:spPr bwMode="auto">
            <a:xfrm>
              <a:off x="1816" y="728"/>
              <a:ext cx="0" cy="259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16" name="Line 37">
              <a:extLst>
                <a:ext uri="{FF2B5EF4-FFF2-40B4-BE49-F238E27FC236}">
                  <a16:creationId xmlns:a16="http://schemas.microsoft.com/office/drawing/2014/main" id="{E5E5D354-0FF3-4BD0-9B66-216C91B13DFA}"/>
                </a:ext>
              </a:extLst>
            </p:cNvPr>
            <p:cNvSpPr>
              <a:spLocks noChangeShapeType="1"/>
            </p:cNvSpPr>
            <p:nvPr/>
          </p:nvSpPr>
          <p:spPr bwMode="auto">
            <a:xfrm>
              <a:off x="3206" y="728"/>
              <a:ext cx="0" cy="259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17" name="Line 38">
              <a:extLst>
                <a:ext uri="{FF2B5EF4-FFF2-40B4-BE49-F238E27FC236}">
                  <a16:creationId xmlns:a16="http://schemas.microsoft.com/office/drawing/2014/main" id="{59CF2E01-31C5-49DB-ADBA-73619B29FF69}"/>
                </a:ext>
              </a:extLst>
            </p:cNvPr>
            <p:cNvSpPr>
              <a:spLocks noChangeShapeType="1"/>
            </p:cNvSpPr>
            <p:nvPr/>
          </p:nvSpPr>
          <p:spPr bwMode="auto">
            <a:xfrm flipH="1">
              <a:off x="4560" y="733"/>
              <a:ext cx="0" cy="25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18" name="Text Box 39">
              <a:extLst>
                <a:ext uri="{FF2B5EF4-FFF2-40B4-BE49-F238E27FC236}">
                  <a16:creationId xmlns:a16="http://schemas.microsoft.com/office/drawing/2014/main" id="{37966C2E-5CE6-4917-A983-57A71CDECA55}"/>
                </a:ext>
              </a:extLst>
            </p:cNvPr>
            <p:cNvSpPr txBox="1">
              <a:spLocks noChangeArrowheads="1"/>
            </p:cNvSpPr>
            <p:nvPr/>
          </p:nvSpPr>
          <p:spPr bwMode="auto">
            <a:xfrm>
              <a:off x="535" y="824"/>
              <a:ext cx="89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a:t>平衡点</a:t>
              </a:r>
            </a:p>
          </p:txBody>
        </p:sp>
        <p:graphicFrame>
          <p:nvGraphicFramePr>
            <p:cNvPr id="76819" name="Object 42">
              <a:extLst>
                <a:ext uri="{FF2B5EF4-FFF2-40B4-BE49-F238E27FC236}">
                  <a16:creationId xmlns:a16="http://schemas.microsoft.com/office/drawing/2014/main" id="{40DCCAAF-1549-4420-922C-99E518A02B75}"/>
                </a:ext>
              </a:extLst>
            </p:cNvPr>
            <p:cNvGraphicFramePr>
              <a:graphicFrameLocks noChangeAspect="1"/>
            </p:cNvGraphicFramePr>
            <p:nvPr/>
          </p:nvGraphicFramePr>
          <p:xfrm>
            <a:off x="2437" y="864"/>
            <a:ext cx="192" cy="227"/>
          </p:xfrm>
          <a:graphic>
            <a:graphicData uri="http://schemas.openxmlformats.org/presentationml/2006/ole">
              <mc:AlternateContent xmlns:mc="http://schemas.openxmlformats.org/markup-compatibility/2006">
                <mc:Choice xmlns:v="urn:schemas-microsoft-com:vml" Requires="v">
                  <p:oleObj spid="_x0000_s76859" name="公式" r:id="rId7" imgW="164957" imgH="190335" progId="Equation.3">
                    <p:embed/>
                  </p:oleObj>
                </mc:Choice>
                <mc:Fallback>
                  <p:oleObj name="公式" r:id="rId7" imgW="164957" imgH="190335" progId="Equation.3">
                    <p:embed/>
                    <p:pic>
                      <p:nvPicPr>
                        <p:cNvPr id="0" name="Object 4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37" y="864"/>
                          <a:ext cx="192" cy="2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6820" name="Object 43">
              <a:extLst>
                <a:ext uri="{FF2B5EF4-FFF2-40B4-BE49-F238E27FC236}">
                  <a16:creationId xmlns:a16="http://schemas.microsoft.com/office/drawing/2014/main" id="{8B2E5DF7-748C-44D5-B6A5-63B86DF341A0}"/>
                </a:ext>
              </a:extLst>
            </p:cNvPr>
            <p:cNvGraphicFramePr>
              <a:graphicFrameLocks noChangeAspect="1"/>
            </p:cNvGraphicFramePr>
            <p:nvPr/>
          </p:nvGraphicFramePr>
          <p:xfrm>
            <a:off x="3848" y="890"/>
            <a:ext cx="169" cy="217"/>
          </p:xfrm>
          <a:graphic>
            <a:graphicData uri="http://schemas.openxmlformats.org/presentationml/2006/ole">
              <mc:AlternateContent xmlns:mc="http://schemas.openxmlformats.org/markup-compatibility/2006">
                <mc:Choice xmlns:v="urn:schemas-microsoft-com:vml" Requires="v">
                  <p:oleObj spid="_x0000_s76860" name="公式" r:id="rId9" imgW="152334" imgH="190417" progId="Equation.3">
                    <p:embed/>
                  </p:oleObj>
                </mc:Choice>
                <mc:Fallback>
                  <p:oleObj name="公式" r:id="rId9" imgW="152334" imgH="190417" progId="Equation.3">
                    <p:embed/>
                    <p:pic>
                      <p:nvPicPr>
                        <p:cNvPr id="0" name="Object 4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48" y="890"/>
                          <a:ext cx="169" cy="21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76844" name="Object 44">
            <a:extLst>
              <a:ext uri="{FF2B5EF4-FFF2-40B4-BE49-F238E27FC236}">
                <a16:creationId xmlns:a16="http://schemas.microsoft.com/office/drawing/2014/main" id="{BAF079AD-882D-46F8-B54E-0043139FF9AD}"/>
              </a:ext>
            </a:extLst>
          </p:cNvPr>
          <p:cNvGraphicFramePr>
            <a:graphicFrameLocks noChangeAspect="1"/>
          </p:cNvGraphicFramePr>
          <p:nvPr/>
        </p:nvGraphicFramePr>
        <p:xfrm>
          <a:off x="849313" y="2078038"/>
          <a:ext cx="1187450" cy="452437"/>
        </p:xfrm>
        <a:graphic>
          <a:graphicData uri="http://schemas.openxmlformats.org/presentationml/2006/ole">
            <mc:AlternateContent xmlns:mc="http://schemas.openxmlformats.org/markup-compatibility/2006">
              <mc:Choice xmlns:v="urn:schemas-microsoft-com:vml" Requires="v">
                <p:oleObj spid="_x0000_s76861" name="公式" r:id="rId11" imgW="672808" imgH="253890" progId="Equation.3">
                  <p:embed/>
                </p:oleObj>
              </mc:Choice>
              <mc:Fallback>
                <p:oleObj name="公式" r:id="rId11" imgW="672808" imgH="253890" progId="Equation.3">
                  <p:embed/>
                  <p:pic>
                    <p:nvPicPr>
                      <p:cNvPr id="0" name="Object 4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49313" y="2078038"/>
                        <a:ext cx="1187450" cy="452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6848" name="Object 48">
            <a:extLst>
              <a:ext uri="{FF2B5EF4-FFF2-40B4-BE49-F238E27FC236}">
                <a16:creationId xmlns:a16="http://schemas.microsoft.com/office/drawing/2014/main" id="{0992F95D-E084-455B-A199-3E34C02EA239}"/>
              </a:ext>
            </a:extLst>
          </p:cNvPr>
          <p:cNvGraphicFramePr>
            <a:graphicFrameLocks noChangeAspect="1"/>
          </p:cNvGraphicFramePr>
          <p:nvPr/>
        </p:nvGraphicFramePr>
        <p:xfrm>
          <a:off x="849313" y="4651375"/>
          <a:ext cx="1017587" cy="455613"/>
        </p:xfrm>
        <a:graphic>
          <a:graphicData uri="http://schemas.openxmlformats.org/presentationml/2006/ole">
            <mc:AlternateContent xmlns:mc="http://schemas.openxmlformats.org/markup-compatibility/2006">
              <mc:Choice xmlns:v="urn:schemas-microsoft-com:vml" Requires="v">
                <p:oleObj spid="_x0000_s76862" name="公式" r:id="rId13" imgW="571252" imgH="253890" progId="Equation.3">
                  <p:embed/>
                </p:oleObj>
              </mc:Choice>
              <mc:Fallback>
                <p:oleObj name="公式" r:id="rId13" imgW="571252" imgH="253890" progId="Equation.3">
                  <p:embed/>
                  <p:pic>
                    <p:nvPicPr>
                      <p:cNvPr id="0" name="Object 4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49313" y="4651375"/>
                        <a:ext cx="1017587" cy="455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6851" name="Object 51">
            <a:extLst>
              <a:ext uri="{FF2B5EF4-FFF2-40B4-BE49-F238E27FC236}">
                <a16:creationId xmlns:a16="http://schemas.microsoft.com/office/drawing/2014/main" id="{8ADF86EB-BEC0-4084-93FA-F9CFBBE788B8}"/>
              </a:ext>
            </a:extLst>
          </p:cNvPr>
          <p:cNvGraphicFramePr>
            <a:graphicFrameLocks noChangeAspect="1"/>
          </p:cNvGraphicFramePr>
          <p:nvPr/>
        </p:nvGraphicFramePr>
        <p:xfrm>
          <a:off x="0" y="3100388"/>
          <a:ext cx="2882900" cy="935037"/>
        </p:xfrm>
        <a:graphic>
          <a:graphicData uri="http://schemas.openxmlformats.org/presentationml/2006/ole">
            <mc:AlternateContent xmlns:mc="http://schemas.openxmlformats.org/markup-compatibility/2006">
              <mc:Choice xmlns:v="urn:schemas-microsoft-com:vml" Requires="v">
                <p:oleObj spid="_x0000_s76863" name="公式" r:id="rId15" imgW="2044700" imgH="571500" progId="Equation.3">
                  <p:embed/>
                </p:oleObj>
              </mc:Choice>
              <mc:Fallback>
                <p:oleObj name="公式" r:id="rId15" imgW="2044700" imgH="571500" progId="Equation.3">
                  <p:embed/>
                  <p:pic>
                    <p:nvPicPr>
                      <p:cNvPr id="0" name="Object 5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0" y="3100388"/>
                        <a:ext cx="2882900" cy="935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 name="Group 1033">
            <a:extLst>
              <a:ext uri="{FF2B5EF4-FFF2-40B4-BE49-F238E27FC236}">
                <a16:creationId xmlns:a16="http://schemas.microsoft.com/office/drawing/2014/main" id="{B40412EE-76DD-4C1E-8EB1-AFC1B3C9AF3A}"/>
              </a:ext>
            </a:extLst>
          </p:cNvPr>
          <p:cNvGrpSpPr>
            <a:grpSpLocks/>
          </p:cNvGrpSpPr>
          <p:nvPr/>
        </p:nvGrpSpPr>
        <p:grpSpPr bwMode="auto">
          <a:xfrm>
            <a:off x="2970213" y="2032000"/>
            <a:ext cx="4240212" cy="3157538"/>
            <a:chOff x="1871" y="1280"/>
            <a:chExt cx="2671" cy="1989"/>
          </a:xfrm>
        </p:grpSpPr>
        <p:graphicFrame>
          <p:nvGraphicFramePr>
            <p:cNvPr id="76825" name="Object 45">
              <a:extLst>
                <a:ext uri="{FF2B5EF4-FFF2-40B4-BE49-F238E27FC236}">
                  <a16:creationId xmlns:a16="http://schemas.microsoft.com/office/drawing/2014/main" id="{29A5E09A-B663-4F56-B436-CACC34E52ACC}"/>
                </a:ext>
              </a:extLst>
            </p:cNvPr>
            <p:cNvGraphicFramePr>
              <a:graphicFrameLocks noChangeAspect="1"/>
            </p:cNvGraphicFramePr>
            <p:nvPr/>
          </p:nvGraphicFramePr>
          <p:xfrm>
            <a:off x="1973" y="1281"/>
            <a:ext cx="1134" cy="287"/>
          </p:xfrm>
          <a:graphic>
            <a:graphicData uri="http://schemas.openxmlformats.org/presentationml/2006/ole">
              <mc:AlternateContent xmlns:mc="http://schemas.openxmlformats.org/markup-compatibility/2006">
                <mc:Choice xmlns:v="urn:schemas-microsoft-com:vml" Requires="v">
                  <p:oleObj spid="_x0000_s76864" name="公式" r:id="rId17" imgW="1015559" imgH="253890" progId="Equation.3">
                    <p:embed/>
                  </p:oleObj>
                </mc:Choice>
                <mc:Fallback>
                  <p:oleObj name="公式" r:id="rId17" imgW="1015559" imgH="253890" progId="Equation.3">
                    <p:embed/>
                    <p:pic>
                      <p:nvPicPr>
                        <p:cNvPr id="0" name="Object 4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973" y="1281"/>
                          <a:ext cx="1134" cy="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6826" name="Object 46">
              <a:extLst>
                <a:ext uri="{FF2B5EF4-FFF2-40B4-BE49-F238E27FC236}">
                  <a16:creationId xmlns:a16="http://schemas.microsoft.com/office/drawing/2014/main" id="{9DA1C882-FCFC-4D9E-964B-D1620512955B}"/>
                </a:ext>
              </a:extLst>
            </p:cNvPr>
            <p:cNvGraphicFramePr>
              <a:graphicFrameLocks noChangeAspect="1"/>
            </p:cNvGraphicFramePr>
            <p:nvPr/>
          </p:nvGraphicFramePr>
          <p:xfrm>
            <a:off x="3288" y="1280"/>
            <a:ext cx="1040" cy="277"/>
          </p:xfrm>
          <a:graphic>
            <a:graphicData uri="http://schemas.openxmlformats.org/presentationml/2006/ole">
              <mc:AlternateContent xmlns:mc="http://schemas.openxmlformats.org/markup-compatibility/2006">
                <mc:Choice xmlns:v="urn:schemas-microsoft-com:vml" Requires="v">
                  <p:oleObj spid="_x0000_s76865" name="公式" r:id="rId19" imgW="965200" imgH="254000" progId="Equation.3">
                    <p:embed/>
                  </p:oleObj>
                </mc:Choice>
                <mc:Fallback>
                  <p:oleObj name="公式" r:id="rId19" imgW="965200" imgH="254000" progId="Equation.3">
                    <p:embed/>
                    <p:pic>
                      <p:nvPicPr>
                        <p:cNvPr id="0" name="Object 46"/>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288" y="1280"/>
                          <a:ext cx="1040" cy="2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6827" name="Object 49">
              <a:extLst>
                <a:ext uri="{FF2B5EF4-FFF2-40B4-BE49-F238E27FC236}">
                  <a16:creationId xmlns:a16="http://schemas.microsoft.com/office/drawing/2014/main" id="{D32DF33D-2C74-4E81-9997-828A2CC3183E}"/>
                </a:ext>
              </a:extLst>
            </p:cNvPr>
            <p:cNvGraphicFramePr>
              <a:graphicFrameLocks noChangeAspect="1"/>
            </p:cNvGraphicFramePr>
            <p:nvPr/>
          </p:nvGraphicFramePr>
          <p:xfrm>
            <a:off x="2109" y="2946"/>
            <a:ext cx="724" cy="323"/>
          </p:xfrm>
          <a:graphic>
            <a:graphicData uri="http://schemas.openxmlformats.org/presentationml/2006/ole">
              <mc:AlternateContent xmlns:mc="http://schemas.openxmlformats.org/markup-compatibility/2006">
                <mc:Choice xmlns:v="urn:schemas-microsoft-com:vml" Requires="v">
                  <p:oleObj spid="_x0000_s76866" name="公式" r:id="rId21" imgW="571252" imgH="253890" progId="Equation.3">
                    <p:embed/>
                  </p:oleObj>
                </mc:Choice>
                <mc:Fallback>
                  <p:oleObj name="公式" r:id="rId21" imgW="571252" imgH="253890" progId="Equation.3">
                    <p:embed/>
                    <p:pic>
                      <p:nvPicPr>
                        <p:cNvPr id="0" name="Object 49"/>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109" y="2946"/>
                          <a:ext cx="724" cy="3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 name="Object 50">
              <a:extLst>
                <a:ext uri="{FF2B5EF4-FFF2-40B4-BE49-F238E27FC236}">
                  <a16:creationId xmlns:a16="http://schemas.microsoft.com/office/drawing/2014/main" id="{E2675A59-C0C9-4F69-9C79-301D7539592B}"/>
                </a:ext>
              </a:extLst>
            </p:cNvPr>
            <p:cNvGraphicFramePr>
              <a:graphicFrameLocks noChangeAspect="1"/>
            </p:cNvGraphicFramePr>
            <p:nvPr/>
          </p:nvGraphicFramePr>
          <p:xfrm>
            <a:off x="3560" y="2905"/>
            <a:ext cx="554" cy="332"/>
          </p:xfrm>
          <a:graphic>
            <a:graphicData uri="http://schemas.openxmlformats.org/presentationml/2006/ole">
              <mc:AlternateContent xmlns:mc="http://schemas.openxmlformats.org/markup-compatibility/2006">
                <mc:Choice xmlns:v="urn:schemas-microsoft-com:vml" Requires="v">
                  <p:oleObj spid="_x0000_s76867" name="公式" r:id="rId23" imgW="393529" imgH="253890" progId="Equation.3">
                    <p:embed/>
                  </p:oleObj>
                </mc:Choice>
                <mc:Fallback>
                  <p:oleObj name="公式" r:id="rId23" imgW="393529" imgH="253890" progId="Equation.3">
                    <p:embed/>
                    <p:pic>
                      <p:nvPicPr>
                        <p:cNvPr id="0" name="Object 50"/>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560" y="2905"/>
                          <a:ext cx="554" cy="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6829" name="Object 52">
              <a:extLst>
                <a:ext uri="{FF2B5EF4-FFF2-40B4-BE49-F238E27FC236}">
                  <a16:creationId xmlns:a16="http://schemas.microsoft.com/office/drawing/2014/main" id="{C90EC145-1C7C-40A0-886B-E06F5D7288D3}"/>
                </a:ext>
              </a:extLst>
            </p:cNvPr>
            <p:cNvGraphicFramePr>
              <a:graphicFrameLocks noChangeAspect="1"/>
            </p:cNvGraphicFramePr>
            <p:nvPr/>
          </p:nvGraphicFramePr>
          <p:xfrm>
            <a:off x="3260" y="1953"/>
            <a:ext cx="1282" cy="589"/>
          </p:xfrm>
          <a:graphic>
            <a:graphicData uri="http://schemas.openxmlformats.org/presentationml/2006/ole">
              <mc:AlternateContent xmlns:mc="http://schemas.openxmlformats.org/markup-compatibility/2006">
                <mc:Choice xmlns:v="urn:schemas-microsoft-com:vml" Requires="v">
                  <p:oleObj spid="_x0000_s76868" name="公式" r:id="rId25" imgW="1397000" imgH="520700" progId="Equation.3">
                    <p:embed/>
                  </p:oleObj>
                </mc:Choice>
                <mc:Fallback>
                  <p:oleObj name="公式" r:id="rId25" imgW="1397000" imgH="520700" progId="Equation.3">
                    <p:embed/>
                    <p:pic>
                      <p:nvPicPr>
                        <p:cNvPr id="0" name="Object 52"/>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260" y="1953"/>
                          <a:ext cx="1282" cy="5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6830" name="Object 54">
              <a:extLst>
                <a:ext uri="{FF2B5EF4-FFF2-40B4-BE49-F238E27FC236}">
                  <a16:creationId xmlns:a16="http://schemas.microsoft.com/office/drawing/2014/main" id="{625FD94B-DF09-4C9B-80C6-8B257EECBA1A}"/>
                </a:ext>
              </a:extLst>
            </p:cNvPr>
            <p:cNvGraphicFramePr>
              <a:graphicFrameLocks noChangeAspect="1"/>
            </p:cNvGraphicFramePr>
            <p:nvPr/>
          </p:nvGraphicFramePr>
          <p:xfrm>
            <a:off x="1871" y="1953"/>
            <a:ext cx="1335" cy="571"/>
          </p:xfrm>
          <a:graphic>
            <a:graphicData uri="http://schemas.openxmlformats.org/presentationml/2006/ole">
              <mc:AlternateContent xmlns:mc="http://schemas.openxmlformats.org/markup-compatibility/2006">
                <mc:Choice xmlns:v="urn:schemas-microsoft-com:vml" Requires="v">
                  <p:oleObj spid="_x0000_s76869" name="公式" r:id="rId27" imgW="1587500" imgH="520700" progId="Equation.3">
                    <p:embed/>
                  </p:oleObj>
                </mc:Choice>
                <mc:Fallback>
                  <p:oleObj name="公式" r:id="rId27" imgW="1587500" imgH="520700" progId="Equation.3">
                    <p:embed/>
                    <p:pic>
                      <p:nvPicPr>
                        <p:cNvPr id="0" name="Object 54"/>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1871" y="1953"/>
                          <a:ext cx="1335" cy="57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heckerboard(across)">
                                      <p:cBhvr>
                                        <p:cTn id="7" dur="10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76844"/>
                                        </p:tgtEl>
                                        <p:attrNameLst>
                                          <p:attrName>style.visibility</p:attrName>
                                        </p:attrNameLst>
                                      </p:cBhvr>
                                      <p:to>
                                        <p:strVal val="visible"/>
                                      </p:to>
                                    </p:set>
                                    <p:animEffect transition="in" filter="blinds(horizontal)">
                                      <p:cBhvr>
                                        <p:cTn id="12" dur="1000"/>
                                        <p:tgtEl>
                                          <p:spTgt spid="7684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76851"/>
                                        </p:tgtEl>
                                        <p:attrNameLst>
                                          <p:attrName>style.visibility</p:attrName>
                                        </p:attrNameLst>
                                      </p:cBhvr>
                                      <p:to>
                                        <p:strVal val="visible"/>
                                      </p:to>
                                    </p:set>
                                    <p:animEffect transition="in" filter="blinds(horizontal)">
                                      <p:cBhvr>
                                        <p:cTn id="17" dur="1000"/>
                                        <p:tgtEl>
                                          <p:spTgt spid="7685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76848"/>
                                        </p:tgtEl>
                                        <p:attrNameLst>
                                          <p:attrName>style.visibility</p:attrName>
                                        </p:attrNameLst>
                                      </p:cBhvr>
                                      <p:to>
                                        <p:strVal val="visible"/>
                                      </p:to>
                                    </p:set>
                                    <p:animEffect transition="in" filter="blinds(horizontal)">
                                      <p:cBhvr>
                                        <p:cTn id="22" dur="1000"/>
                                        <p:tgtEl>
                                          <p:spTgt spid="7684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checkerboard(across)">
                                      <p:cBhvr>
                                        <p:cTn id="27" dur="1000"/>
                                        <p:tgtEl>
                                          <p:spTgt spid="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 presetClass="entr" presetSubtype="10"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checkerboard(across)">
                                      <p:cBhvr>
                                        <p:cTn id="32" dur="1000"/>
                                        <p:tgtEl>
                                          <p:spTgt spid="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76828"/>
                                        </p:tgtEl>
                                        <p:attrNameLst>
                                          <p:attrName>style.visibility</p:attrName>
                                        </p:attrNameLst>
                                      </p:cBhvr>
                                      <p:to>
                                        <p:strVal val="visible"/>
                                      </p:to>
                                    </p:set>
                                    <p:animEffect transition="in" filter="box(in)">
                                      <p:cBhvr>
                                        <p:cTn id="37" dur="1000"/>
                                        <p:tgtEl>
                                          <p:spTgt spid="768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28" grpId="0" animBg="1" autoUpdateAnimBg="0"/>
    </p:bldLst>
  </p:timing>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7826" name="Text Box 4">
            <a:extLst>
              <a:ext uri="{FF2B5EF4-FFF2-40B4-BE49-F238E27FC236}">
                <a16:creationId xmlns:a16="http://schemas.microsoft.com/office/drawing/2014/main" id="{E579D758-AC32-47E0-82BF-EC7ACFE62EB4}"/>
              </a:ext>
            </a:extLst>
          </p:cNvPr>
          <p:cNvSpPr txBox="1">
            <a:spLocks noChangeArrowheads="1"/>
          </p:cNvSpPr>
          <p:nvPr/>
        </p:nvSpPr>
        <p:spPr bwMode="auto">
          <a:xfrm>
            <a:off x="609600" y="482600"/>
            <a:ext cx="2362200" cy="94615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zh-CN" sz="2800" b="1"/>
              <a:t>平衡点</a:t>
            </a:r>
            <a:r>
              <a:rPr lang="en-US" altLang="zh-CN" sz="2800" b="1" i="1"/>
              <a:t>P</a:t>
            </a:r>
            <a:r>
              <a:rPr lang="en-US" altLang="zh-CN" sz="2800" b="1" baseline="-25000"/>
              <a:t>2</a:t>
            </a:r>
            <a:r>
              <a:rPr lang="zh-CN" altLang="zh-CN" sz="2800" b="1"/>
              <a:t>稳定性的相轨线</a:t>
            </a:r>
            <a:endParaRPr lang="zh-CN" altLang="en-US" sz="2800" b="1"/>
          </a:p>
        </p:txBody>
      </p:sp>
      <p:graphicFrame>
        <p:nvGraphicFramePr>
          <p:cNvPr id="118786" name="Object 2">
            <a:extLst>
              <a:ext uri="{FF2B5EF4-FFF2-40B4-BE49-F238E27FC236}">
                <a16:creationId xmlns:a16="http://schemas.microsoft.com/office/drawing/2014/main" id="{FB30834E-39CD-47D2-8B01-E78C27E691E8}"/>
              </a:ext>
            </a:extLst>
          </p:cNvPr>
          <p:cNvGraphicFramePr>
            <a:graphicFrameLocks noChangeAspect="1"/>
          </p:cNvGraphicFramePr>
          <p:nvPr/>
        </p:nvGraphicFramePr>
        <p:xfrm>
          <a:off x="3505200" y="501650"/>
          <a:ext cx="3733800" cy="1047750"/>
        </p:xfrm>
        <a:graphic>
          <a:graphicData uri="http://schemas.openxmlformats.org/presentationml/2006/ole">
            <mc:AlternateContent xmlns:mc="http://schemas.openxmlformats.org/markup-compatibility/2006">
              <mc:Choice xmlns:v="urn:schemas-microsoft-com:vml" Requires="v">
                <p:oleObj spid="_x0000_s77889" name="公式" r:id="rId3" imgW="2044700" imgH="571500" progId="Equation.3">
                  <p:embed/>
                </p:oleObj>
              </mc:Choice>
              <mc:Fallback>
                <p:oleObj name="公式" r:id="rId3" imgW="2044700" imgH="5715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05200" y="501650"/>
                        <a:ext cx="3733800" cy="1047750"/>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8787" name="Object 3">
            <a:extLst>
              <a:ext uri="{FF2B5EF4-FFF2-40B4-BE49-F238E27FC236}">
                <a16:creationId xmlns:a16="http://schemas.microsoft.com/office/drawing/2014/main" id="{E4835D3F-46D6-4556-9DE9-446EC08E2671}"/>
              </a:ext>
            </a:extLst>
          </p:cNvPr>
          <p:cNvGraphicFramePr>
            <a:graphicFrameLocks noChangeAspect="1"/>
          </p:cNvGraphicFramePr>
          <p:nvPr/>
        </p:nvGraphicFramePr>
        <p:xfrm>
          <a:off x="0" y="1625600"/>
          <a:ext cx="4648200" cy="903288"/>
        </p:xfrm>
        <a:graphic>
          <a:graphicData uri="http://schemas.openxmlformats.org/presentationml/2006/ole">
            <mc:AlternateContent xmlns:mc="http://schemas.openxmlformats.org/markup-compatibility/2006">
              <mc:Choice xmlns:v="urn:schemas-microsoft-com:vml" Requires="v">
                <p:oleObj spid="_x0000_s77890" name="公式" r:id="rId5" imgW="3175000" imgH="571500" progId="Equation.3">
                  <p:embed/>
                </p:oleObj>
              </mc:Choice>
              <mc:Fallback>
                <p:oleObj name="公式" r:id="rId5" imgW="3175000" imgH="5715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625600"/>
                        <a:ext cx="4648200" cy="903288"/>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8788" name="Object 4">
            <a:extLst>
              <a:ext uri="{FF2B5EF4-FFF2-40B4-BE49-F238E27FC236}">
                <a16:creationId xmlns:a16="http://schemas.microsoft.com/office/drawing/2014/main" id="{7E4A0E5B-0157-4210-BAD5-951182D10568}"/>
              </a:ext>
            </a:extLst>
          </p:cNvPr>
          <p:cNvGraphicFramePr>
            <a:graphicFrameLocks noChangeAspect="1"/>
          </p:cNvGraphicFramePr>
          <p:nvPr/>
        </p:nvGraphicFramePr>
        <p:xfrm>
          <a:off x="4648200" y="1676400"/>
          <a:ext cx="4421188" cy="882650"/>
        </p:xfrm>
        <a:graphic>
          <a:graphicData uri="http://schemas.openxmlformats.org/presentationml/2006/ole">
            <mc:AlternateContent xmlns:mc="http://schemas.openxmlformats.org/markup-compatibility/2006">
              <mc:Choice xmlns:v="urn:schemas-microsoft-com:vml" Requires="v">
                <p:oleObj spid="_x0000_s77891" name="公式" r:id="rId7" imgW="3378200" imgH="571500" progId="Equation.3">
                  <p:embed/>
                </p:oleObj>
              </mc:Choice>
              <mc:Fallback>
                <p:oleObj name="公式" r:id="rId7" imgW="3378200" imgH="5715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48200" y="1676400"/>
                        <a:ext cx="4421188" cy="882650"/>
                      </a:xfrm>
                      <a:prstGeom prst="rect">
                        <a:avLst/>
                      </a:prstGeom>
                      <a:solidFill>
                        <a:srgbClr val="99FF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8789" name="Object 5">
            <a:extLst>
              <a:ext uri="{FF2B5EF4-FFF2-40B4-BE49-F238E27FC236}">
                <a16:creationId xmlns:a16="http://schemas.microsoft.com/office/drawing/2014/main" id="{FA049D21-9F76-4092-ABFC-674AF9930740}"/>
              </a:ext>
            </a:extLst>
          </p:cNvPr>
          <p:cNvGraphicFramePr>
            <a:graphicFrameLocks noChangeAspect="1"/>
          </p:cNvGraphicFramePr>
          <p:nvPr/>
        </p:nvGraphicFramePr>
        <p:xfrm>
          <a:off x="468313" y="3462338"/>
          <a:ext cx="3048000" cy="2149475"/>
        </p:xfrm>
        <a:graphic>
          <a:graphicData uri="http://schemas.openxmlformats.org/presentationml/2006/ole">
            <mc:AlternateContent xmlns:mc="http://schemas.openxmlformats.org/markup-compatibility/2006">
              <mc:Choice xmlns:v="urn:schemas-microsoft-com:vml" Requires="v">
                <p:oleObj spid="_x0000_s77892" name="公式" r:id="rId9" imgW="1333500" imgH="1130300" progId="Equation.3">
                  <p:embed/>
                </p:oleObj>
              </mc:Choice>
              <mc:Fallback>
                <p:oleObj name="公式" r:id="rId9" imgW="1333500" imgH="1130300"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68313" y="3462338"/>
                        <a:ext cx="3048000" cy="2149475"/>
                      </a:xfrm>
                      <a:prstGeom prst="rect">
                        <a:avLst/>
                      </a:prstGeom>
                      <a:noFill/>
                      <a:ln>
                        <a:noFill/>
                      </a:ln>
                      <a:effectLst/>
                      <a:extLst>
                        <a:ext uri="{909E8E84-426E-40DD-AFC4-6F175D3DCCD1}">
                          <a14:hiddenFill xmlns:a14="http://schemas.microsoft.com/office/drawing/2010/main">
                            <a:solidFill>
                              <a:srgbClr val="66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34">
            <a:extLst>
              <a:ext uri="{FF2B5EF4-FFF2-40B4-BE49-F238E27FC236}">
                <a16:creationId xmlns:a16="http://schemas.microsoft.com/office/drawing/2014/main" id="{4D48367C-A60E-4E6E-8747-8FB39A953106}"/>
              </a:ext>
            </a:extLst>
          </p:cNvPr>
          <p:cNvGrpSpPr>
            <a:grpSpLocks/>
          </p:cNvGrpSpPr>
          <p:nvPr/>
        </p:nvGrpSpPr>
        <p:grpSpPr bwMode="auto">
          <a:xfrm>
            <a:off x="6659563" y="3444875"/>
            <a:ext cx="1338262" cy="1228725"/>
            <a:chOff x="4195" y="2058"/>
            <a:chExt cx="843" cy="774"/>
          </a:xfrm>
        </p:grpSpPr>
        <p:sp>
          <p:nvSpPr>
            <p:cNvPr id="77832" name="Arc 10">
              <a:extLst>
                <a:ext uri="{FF2B5EF4-FFF2-40B4-BE49-F238E27FC236}">
                  <a16:creationId xmlns:a16="http://schemas.microsoft.com/office/drawing/2014/main" id="{BEFCEAB3-E2CD-4D8D-A4D7-A6E2825BCD09}"/>
                </a:ext>
              </a:extLst>
            </p:cNvPr>
            <p:cNvSpPr>
              <a:spLocks/>
            </p:cNvSpPr>
            <p:nvPr/>
          </p:nvSpPr>
          <p:spPr bwMode="auto">
            <a:xfrm rot="12734501" flipV="1">
              <a:off x="4558" y="2496"/>
              <a:ext cx="480" cy="33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chemeClr val="tx1"/>
              </a:solidFill>
              <a:round/>
              <a:headEnd/>
              <a:tailEnd type="stealth" w="med"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7833" name="Arc 11">
              <a:extLst>
                <a:ext uri="{FF2B5EF4-FFF2-40B4-BE49-F238E27FC236}">
                  <a16:creationId xmlns:a16="http://schemas.microsoft.com/office/drawing/2014/main" id="{636D1F9E-3B5C-495C-AF67-6CD725C406BF}"/>
                </a:ext>
              </a:extLst>
            </p:cNvPr>
            <p:cNvSpPr>
              <a:spLocks/>
            </p:cNvSpPr>
            <p:nvPr/>
          </p:nvSpPr>
          <p:spPr bwMode="auto">
            <a:xfrm rot="-9262409" flipH="1" flipV="1">
              <a:off x="4195" y="2058"/>
              <a:ext cx="335" cy="692"/>
            </a:xfrm>
            <a:custGeom>
              <a:avLst/>
              <a:gdLst>
                <a:gd name="T0" fmla="*/ 0 w 21600"/>
                <a:gd name="T1" fmla="*/ 0 h 26972"/>
                <a:gd name="T2" fmla="*/ 0 w 21600"/>
                <a:gd name="T3" fmla="*/ 0 h 26972"/>
                <a:gd name="T4" fmla="*/ 0 w 21600"/>
                <a:gd name="T5" fmla="*/ 0 h 26972"/>
                <a:gd name="T6" fmla="*/ 0 60000 65536"/>
                <a:gd name="T7" fmla="*/ 0 60000 65536"/>
                <a:gd name="T8" fmla="*/ 0 60000 65536"/>
                <a:gd name="T9" fmla="*/ 0 w 21600"/>
                <a:gd name="T10" fmla="*/ 0 h 26972"/>
                <a:gd name="T11" fmla="*/ 21600 w 21600"/>
                <a:gd name="T12" fmla="*/ 26972 h 26972"/>
              </a:gdLst>
              <a:ahLst/>
              <a:cxnLst>
                <a:cxn ang="T6">
                  <a:pos x="T0" y="T1"/>
                </a:cxn>
                <a:cxn ang="T7">
                  <a:pos x="T2" y="T3"/>
                </a:cxn>
                <a:cxn ang="T8">
                  <a:pos x="T4" y="T5"/>
                </a:cxn>
              </a:cxnLst>
              <a:rect l="T9" t="T10" r="T11" b="T12"/>
              <a:pathLst>
                <a:path w="21600" h="26972" fill="none" extrusionOk="0">
                  <a:moveTo>
                    <a:pt x="1372" y="-1"/>
                  </a:moveTo>
                  <a:cubicBezTo>
                    <a:pt x="12745" y="723"/>
                    <a:pt x="21600" y="10159"/>
                    <a:pt x="21600" y="21556"/>
                  </a:cubicBezTo>
                  <a:cubicBezTo>
                    <a:pt x="21600" y="23383"/>
                    <a:pt x="21368" y="25203"/>
                    <a:pt x="20909" y="26971"/>
                  </a:cubicBezTo>
                </a:path>
                <a:path w="21600" h="26972" stroke="0" extrusionOk="0">
                  <a:moveTo>
                    <a:pt x="1372" y="-1"/>
                  </a:moveTo>
                  <a:cubicBezTo>
                    <a:pt x="12745" y="723"/>
                    <a:pt x="21600" y="10159"/>
                    <a:pt x="21600" y="21556"/>
                  </a:cubicBezTo>
                  <a:cubicBezTo>
                    <a:pt x="21600" y="23383"/>
                    <a:pt x="21368" y="25203"/>
                    <a:pt x="20909" y="26971"/>
                  </a:cubicBezTo>
                  <a:lnTo>
                    <a:pt x="0" y="21556"/>
                  </a:lnTo>
                  <a:lnTo>
                    <a:pt x="1372" y="-1"/>
                  </a:lnTo>
                  <a:close/>
                </a:path>
              </a:pathLst>
            </a:custGeom>
            <a:noFill/>
            <a:ln w="9525">
              <a:solidFill>
                <a:schemeClr val="tx1"/>
              </a:solidFill>
              <a:round/>
              <a:headEnd/>
              <a:tailEnd type="stealth" w="med"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3" name="Group 33">
            <a:extLst>
              <a:ext uri="{FF2B5EF4-FFF2-40B4-BE49-F238E27FC236}">
                <a16:creationId xmlns:a16="http://schemas.microsoft.com/office/drawing/2014/main" id="{7DC2C42E-9D5A-403B-BB37-27D0A6B4B852}"/>
              </a:ext>
            </a:extLst>
          </p:cNvPr>
          <p:cNvGrpSpPr>
            <a:grpSpLocks/>
          </p:cNvGrpSpPr>
          <p:nvPr/>
        </p:nvGrpSpPr>
        <p:grpSpPr bwMode="auto">
          <a:xfrm>
            <a:off x="5651500" y="5046663"/>
            <a:ext cx="1674813" cy="647700"/>
            <a:chOff x="3560" y="3067"/>
            <a:chExt cx="1055" cy="408"/>
          </a:xfrm>
        </p:grpSpPr>
        <p:sp>
          <p:nvSpPr>
            <p:cNvPr id="77835" name="Arc 13">
              <a:extLst>
                <a:ext uri="{FF2B5EF4-FFF2-40B4-BE49-F238E27FC236}">
                  <a16:creationId xmlns:a16="http://schemas.microsoft.com/office/drawing/2014/main" id="{F4FB1E29-83E8-4935-B308-758F11BB2A1C}"/>
                </a:ext>
              </a:extLst>
            </p:cNvPr>
            <p:cNvSpPr>
              <a:spLocks/>
            </p:cNvSpPr>
            <p:nvPr/>
          </p:nvSpPr>
          <p:spPr bwMode="auto">
            <a:xfrm rot="1171848" flipV="1">
              <a:off x="3560" y="3067"/>
              <a:ext cx="480" cy="33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chemeClr val="tx1"/>
              </a:solidFill>
              <a:round/>
              <a:headEnd/>
              <a:tailEnd type="stealth" w="med"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7836" name="Arc 14">
              <a:extLst>
                <a:ext uri="{FF2B5EF4-FFF2-40B4-BE49-F238E27FC236}">
                  <a16:creationId xmlns:a16="http://schemas.microsoft.com/office/drawing/2014/main" id="{C8F6D85F-6A01-4702-8C7C-DBB668D0F47B}"/>
                </a:ext>
              </a:extLst>
            </p:cNvPr>
            <p:cNvSpPr>
              <a:spLocks/>
            </p:cNvSpPr>
            <p:nvPr/>
          </p:nvSpPr>
          <p:spPr bwMode="auto">
            <a:xfrm rot="1584292" flipH="1" flipV="1">
              <a:off x="4089" y="3208"/>
              <a:ext cx="526" cy="267"/>
            </a:xfrm>
            <a:custGeom>
              <a:avLst/>
              <a:gdLst>
                <a:gd name="T0" fmla="*/ 0 w 28388"/>
                <a:gd name="T1" fmla="*/ 0 h 25202"/>
                <a:gd name="T2" fmla="*/ 0 w 28388"/>
                <a:gd name="T3" fmla="*/ 0 h 25202"/>
                <a:gd name="T4" fmla="*/ 0 w 28388"/>
                <a:gd name="T5" fmla="*/ 0 h 25202"/>
                <a:gd name="T6" fmla="*/ 0 60000 65536"/>
                <a:gd name="T7" fmla="*/ 0 60000 65536"/>
                <a:gd name="T8" fmla="*/ 0 60000 65536"/>
                <a:gd name="T9" fmla="*/ 0 w 28388"/>
                <a:gd name="T10" fmla="*/ 0 h 25202"/>
                <a:gd name="T11" fmla="*/ 28388 w 28388"/>
                <a:gd name="T12" fmla="*/ 25202 h 25202"/>
              </a:gdLst>
              <a:ahLst/>
              <a:cxnLst>
                <a:cxn ang="T6">
                  <a:pos x="T0" y="T1"/>
                </a:cxn>
                <a:cxn ang="T7">
                  <a:pos x="T2" y="T3"/>
                </a:cxn>
                <a:cxn ang="T8">
                  <a:pos x="T4" y="T5"/>
                </a:cxn>
              </a:cxnLst>
              <a:rect l="T9" t="T10" r="T11" b="T12"/>
              <a:pathLst>
                <a:path w="28388" h="25202" fill="none" extrusionOk="0">
                  <a:moveTo>
                    <a:pt x="0" y="1094"/>
                  </a:moveTo>
                  <a:cubicBezTo>
                    <a:pt x="2189" y="369"/>
                    <a:pt x="4481" y="-1"/>
                    <a:pt x="6788" y="0"/>
                  </a:cubicBezTo>
                  <a:cubicBezTo>
                    <a:pt x="18717" y="0"/>
                    <a:pt x="28388" y="9670"/>
                    <a:pt x="28388" y="21600"/>
                  </a:cubicBezTo>
                  <a:cubicBezTo>
                    <a:pt x="28388" y="22807"/>
                    <a:pt x="28286" y="24011"/>
                    <a:pt x="28085" y="25202"/>
                  </a:cubicBezTo>
                </a:path>
                <a:path w="28388" h="25202" stroke="0" extrusionOk="0">
                  <a:moveTo>
                    <a:pt x="0" y="1094"/>
                  </a:moveTo>
                  <a:cubicBezTo>
                    <a:pt x="2189" y="369"/>
                    <a:pt x="4481" y="-1"/>
                    <a:pt x="6788" y="0"/>
                  </a:cubicBezTo>
                  <a:cubicBezTo>
                    <a:pt x="18717" y="0"/>
                    <a:pt x="28388" y="9670"/>
                    <a:pt x="28388" y="21600"/>
                  </a:cubicBezTo>
                  <a:cubicBezTo>
                    <a:pt x="28388" y="22807"/>
                    <a:pt x="28286" y="24011"/>
                    <a:pt x="28085" y="25202"/>
                  </a:cubicBezTo>
                  <a:lnTo>
                    <a:pt x="6788" y="21600"/>
                  </a:lnTo>
                  <a:lnTo>
                    <a:pt x="0" y="1094"/>
                  </a:lnTo>
                  <a:close/>
                </a:path>
              </a:pathLst>
            </a:custGeom>
            <a:noFill/>
            <a:ln w="9525">
              <a:solidFill>
                <a:schemeClr val="tx1"/>
              </a:solidFill>
              <a:round/>
              <a:headEnd/>
              <a:tailEnd type="stealth" w="med"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4" name="Group 15">
            <a:extLst>
              <a:ext uri="{FF2B5EF4-FFF2-40B4-BE49-F238E27FC236}">
                <a16:creationId xmlns:a16="http://schemas.microsoft.com/office/drawing/2014/main" id="{3C47F3CC-596D-4648-82F3-572617E0D6C1}"/>
              </a:ext>
            </a:extLst>
          </p:cNvPr>
          <p:cNvGrpSpPr>
            <a:grpSpLocks/>
          </p:cNvGrpSpPr>
          <p:nvPr/>
        </p:nvGrpSpPr>
        <p:grpSpPr bwMode="auto">
          <a:xfrm>
            <a:off x="4427538" y="2743200"/>
            <a:ext cx="4459287" cy="3657600"/>
            <a:chOff x="2807" y="1632"/>
            <a:chExt cx="2809" cy="2304"/>
          </a:xfrm>
        </p:grpSpPr>
        <p:sp>
          <p:nvSpPr>
            <p:cNvPr id="77838" name="Line 16">
              <a:extLst>
                <a:ext uri="{FF2B5EF4-FFF2-40B4-BE49-F238E27FC236}">
                  <a16:creationId xmlns:a16="http://schemas.microsoft.com/office/drawing/2014/main" id="{57AF2D76-7572-4D9D-82AD-8DD3D8D76883}"/>
                </a:ext>
              </a:extLst>
            </p:cNvPr>
            <p:cNvSpPr>
              <a:spLocks noChangeShapeType="1"/>
            </p:cNvSpPr>
            <p:nvPr/>
          </p:nvSpPr>
          <p:spPr bwMode="auto">
            <a:xfrm>
              <a:off x="3024" y="3696"/>
              <a:ext cx="249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7839" name="Line 17">
              <a:extLst>
                <a:ext uri="{FF2B5EF4-FFF2-40B4-BE49-F238E27FC236}">
                  <a16:creationId xmlns:a16="http://schemas.microsoft.com/office/drawing/2014/main" id="{A7E5ECD7-9DED-4D56-A379-0E96574A9002}"/>
                </a:ext>
              </a:extLst>
            </p:cNvPr>
            <p:cNvSpPr>
              <a:spLocks noChangeShapeType="1"/>
            </p:cNvSpPr>
            <p:nvPr/>
          </p:nvSpPr>
          <p:spPr bwMode="auto">
            <a:xfrm rot="-5400000">
              <a:off x="2016" y="2688"/>
              <a:ext cx="201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7840" name="Line 18">
              <a:extLst>
                <a:ext uri="{FF2B5EF4-FFF2-40B4-BE49-F238E27FC236}">
                  <a16:creationId xmlns:a16="http://schemas.microsoft.com/office/drawing/2014/main" id="{B2E4CD99-4AB5-4F3D-9D81-A4067F162B29}"/>
                </a:ext>
              </a:extLst>
            </p:cNvPr>
            <p:cNvSpPr>
              <a:spLocks noChangeShapeType="1"/>
            </p:cNvSpPr>
            <p:nvPr/>
          </p:nvSpPr>
          <p:spPr bwMode="auto">
            <a:xfrm flipV="1">
              <a:off x="3360" y="2304"/>
              <a:ext cx="1776" cy="1392"/>
            </a:xfrm>
            <a:prstGeom prst="line">
              <a:avLst/>
            </a:prstGeom>
            <a:noFill/>
            <a:ln w="9525">
              <a:solidFill>
                <a:srgbClr val="FF33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7841" name="Line 19">
              <a:extLst>
                <a:ext uri="{FF2B5EF4-FFF2-40B4-BE49-F238E27FC236}">
                  <a16:creationId xmlns:a16="http://schemas.microsoft.com/office/drawing/2014/main" id="{B341AA62-49DF-457C-AFF6-B30F1E780AD9}"/>
                </a:ext>
              </a:extLst>
            </p:cNvPr>
            <p:cNvSpPr>
              <a:spLocks noChangeShapeType="1"/>
            </p:cNvSpPr>
            <p:nvPr/>
          </p:nvSpPr>
          <p:spPr bwMode="auto">
            <a:xfrm flipV="1">
              <a:off x="4080" y="2064"/>
              <a:ext cx="480" cy="163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77842" name="Object 6">
              <a:extLst>
                <a:ext uri="{FF2B5EF4-FFF2-40B4-BE49-F238E27FC236}">
                  <a16:creationId xmlns:a16="http://schemas.microsoft.com/office/drawing/2014/main" id="{0086700D-E4DE-40C1-9CE4-674B1602AAD9}"/>
                </a:ext>
              </a:extLst>
            </p:cNvPr>
            <p:cNvGraphicFramePr>
              <a:graphicFrameLocks noChangeAspect="1"/>
            </p:cNvGraphicFramePr>
            <p:nvPr/>
          </p:nvGraphicFramePr>
          <p:xfrm>
            <a:off x="5367" y="3648"/>
            <a:ext cx="201" cy="288"/>
          </p:xfrm>
          <a:graphic>
            <a:graphicData uri="http://schemas.openxmlformats.org/presentationml/2006/ole">
              <mc:AlternateContent xmlns:mc="http://schemas.openxmlformats.org/markup-compatibility/2006">
                <mc:Choice xmlns:v="urn:schemas-microsoft-com:vml" Requires="v">
                  <p:oleObj spid="_x0000_s77893" name="公式" r:id="rId11" imgW="177569" imgH="253670" progId="Equation.3">
                    <p:embed/>
                  </p:oleObj>
                </mc:Choice>
                <mc:Fallback>
                  <p:oleObj name="公式" r:id="rId11" imgW="177569" imgH="253670" progId="Equation.3">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367" y="3648"/>
                          <a:ext cx="201"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7843" name="Object 7">
              <a:extLst>
                <a:ext uri="{FF2B5EF4-FFF2-40B4-BE49-F238E27FC236}">
                  <a16:creationId xmlns:a16="http://schemas.microsoft.com/office/drawing/2014/main" id="{76E055F0-6919-4E10-B9FE-7F9E8B92BA0D}"/>
                </a:ext>
              </a:extLst>
            </p:cNvPr>
            <p:cNvGraphicFramePr>
              <a:graphicFrameLocks noChangeAspect="1"/>
            </p:cNvGraphicFramePr>
            <p:nvPr/>
          </p:nvGraphicFramePr>
          <p:xfrm>
            <a:off x="2807" y="1632"/>
            <a:ext cx="217" cy="288"/>
          </p:xfrm>
          <a:graphic>
            <a:graphicData uri="http://schemas.openxmlformats.org/presentationml/2006/ole">
              <mc:AlternateContent xmlns:mc="http://schemas.openxmlformats.org/markup-compatibility/2006">
                <mc:Choice xmlns:v="urn:schemas-microsoft-com:vml" Requires="v">
                  <p:oleObj spid="_x0000_s77894" name="公式" r:id="rId13" imgW="190417" imgH="253890" progId="Equation.3">
                    <p:embed/>
                  </p:oleObj>
                </mc:Choice>
                <mc:Fallback>
                  <p:oleObj name="公式" r:id="rId13" imgW="190417" imgH="253890" progId="Equation.3">
                    <p:embed/>
                    <p:pic>
                      <p:nvPicPr>
                        <p:cNvPr id="0"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807" y="1632"/>
                          <a:ext cx="217"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7844" name="Text Box 22">
              <a:extLst>
                <a:ext uri="{FF2B5EF4-FFF2-40B4-BE49-F238E27FC236}">
                  <a16:creationId xmlns:a16="http://schemas.microsoft.com/office/drawing/2014/main" id="{8A44F4A4-B3D6-48BF-8F43-E6809CAADDF4}"/>
                </a:ext>
              </a:extLst>
            </p:cNvPr>
            <p:cNvSpPr txBox="1">
              <a:spLocks noChangeArrowheads="1"/>
            </p:cNvSpPr>
            <p:nvPr/>
          </p:nvSpPr>
          <p:spPr bwMode="auto">
            <a:xfrm>
              <a:off x="2832" y="3600"/>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i="1"/>
                <a:t>O</a:t>
              </a:r>
            </a:p>
          </p:txBody>
        </p:sp>
        <p:graphicFrame>
          <p:nvGraphicFramePr>
            <p:cNvPr id="77845" name="Object 8">
              <a:extLst>
                <a:ext uri="{FF2B5EF4-FFF2-40B4-BE49-F238E27FC236}">
                  <a16:creationId xmlns:a16="http://schemas.microsoft.com/office/drawing/2014/main" id="{953CBDB8-2776-4B45-9D71-7AA5D3479FE2}"/>
                </a:ext>
              </a:extLst>
            </p:cNvPr>
            <p:cNvGraphicFramePr>
              <a:graphicFrameLocks noChangeAspect="1"/>
            </p:cNvGraphicFramePr>
            <p:nvPr/>
          </p:nvGraphicFramePr>
          <p:xfrm>
            <a:off x="3168" y="3696"/>
            <a:ext cx="480" cy="228"/>
          </p:xfrm>
          <a:graphic>
            <a:graphicData uri="http://schemas.openxmlformats.org/presentationml/2006/ole">
              <mc:AlternateContent xmlns:mc="http://schemas.openxmlformats.org/markup-compatibility/2006">
                <mc:Choice xmlns:v="urn:schemas-microsoft-com:vml" Requires="v">
                  <p:oleObj spid="_x0000_s77895" name="公式" r:id="rId15" imgW="533169" imgH="253890" progId="Equation.3">
                    <p:embed/>
                  </p:oleObj>
                </mc:Choice>
                <mc:Fallback>
                  <p:oleObj name="公式" r:id="rId15" imgW="533169" imgH="253890" progId="Equation.3">
                    <p:embed/>
                    <p:pic>
                      <p:nvPicPr>
                        <p:cNvPr id="0" name="Object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168" y="3696"/>
                          <a:ext cx="480" cy="2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7846" name="Object 9">
              <a:extLst>
                <a:ext uri="{FF2B5EF4-FFF2-40B4-BE49-F238E27FC236}">
                  <a16:creationId xmlns:a16="http://schemas.microsoft.com/office/drawing/2014/main" id="{EEB87011-1428-4E06-8C18-02112A196AC3}"/>
                </a:ext>
              </a:extLst>
            </p:cNvPr>
            <p:cNvGraphicFramePr>
              <a:graphicFrameLocks noChangeAspect="1"/>
            </p:cNvGraphicFramePr>
            <p:nvPr/>
          </p:nvGraphicFramePr>
          <p:xfrm>
            <a:off x="3984" y="3696"/>
            <a:ext cx="217" cy="240"/>
          </p:xfrm>
          <a:graphic>
            <a:graphicData uri="http://schemas.openxmlformats.org/presentationml/2006/ole">
              <mc:AlternateContent xmlns:mc="http://schemas.openxmlformats.org/markup-compatibility/2006">
                <mc:Choice xmlns:v="urn:schemas-microsoft-com:vml" Requires="v">
                  <p:oleObj spid="_x0000_s77896" name="公式" r:id="rId17" imgW="228501" imgH="253890" progId="Equation.3">
                    <p:embed/>
                  </p:oleObj>
                </mc:Choice>
                <mc:Fallback>
                  <p:oleObj name="公式" r:id="rId17" imgW="228501" imgH="253890" progId="Equation.3">
                    <p:embed/>
                    <p:pic>
                      <p:nvPicPr>
                        <p:cNvPr id="0" name="Object 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984" y="3696"/>
                          <a:ext cx="217"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7847" name="Object 10">
              <a:extLst>
                <a:ext uri="{FF2B5EF4-FFF2-40B4-BE49-F238E27FC236}">
                  <a16:creationId xmlns:a16="http://schemas.microsoft.com/office/drawing/2014/main" id="{20323BA6-96DC-4923-84CA-34F97758BE30}"/>
                </a:ext>
              </a:extLst>
            </p:cNvPr>
            <p:cNvGraphicFramePr>
              <a:graphicFrameLocks noChangeAspect="1"/>
            </p:cNvGraphicFramePr>
            <p:nvPr/>
          </p:nvGraphicFramePr>
          <p:xfrm>
            <a:off x="3552" y="2784"/>
            <a:ext cx="181" cy="240"/>
          </p:xfrm>
          <a:graphic>
            <a:graphicData uri="http://schemas.openxmlformats.org/presentationml/2006/ole">
              <mc:AlternateContent xmlns:mc="http://schemas.openxmlformats.org/markup-compatibility/2006">
                <mc:Choice xmlns:v="urn:schemas-microsoft-com:vml" Requires="v">
                  <p:oleObj spid="_x0000_s77897" name="公式" r:id="rId19" imgW="190417" imgH="253890" progId="Equation.3">
                    <p:embed/>
                  </p:oleObj>
                </mc:Choice>
                <mc:Fallback>
                  <p:oleObj name="公式" r:id="rId19" imgW="190417" imgH="253890" progId="Equation.3">
                    <p:embed/>
                    <p:pic>
                      <p:nvPicPr>
                        <p:cNvPr id="0" name="Object 1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552" y="2784"/>
                          <a:ext cx="181"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7848" name="Object 11">
              <a:extLst>
                <a:ext uri="{FF2B5EF4-FFF2-40B4-BE49-F238E27FC236}">
                  <a16:creationId xmlns:a16="http://schemas.microsoft.com/office/drawing/2014/main" id="{CCFF9D8B-4F4B-4D91-88B6-807ABF49381D}"/>
                </a:ext>
              </a:extLst>
            </p:cNvPr>
            <p:cNvGraphicFramePr>
              <a:graphicFrameLocks noChangeAspect="1"/>
            </p:cNvGraphicFramePr>
            <p:nvPr/>
          </p:nvGraphicFramePr>
          <p:xfrm>
            <a:off x="3824" y="3408"/>
            <a:ext cx="191" cy="240"/>
          </p:xfrm>
          <a:graphic>
            <a:graphicData uri="http://schemas.openxmlformats.org/presentationml/2006/ole">
              <mc:AlternateContent xmlns:mc="http://schemas.openxmlformats.org/markup-compatibility/2006">
                <mc:Choice xmlns:v="urn:schemas-microsoft-com:vml" Requires="v">
                  <p:oleObj spid="_x0000_s77898" name="公式" r:id="rId21" imgW="203024" imgH="253780" progId="Equation.3">
                    <p:embed/>
                  </p:oleObj>
                </mc:Choice>
                <mc:Fallback>
                  <p:oleObj name="公式" r:id="rId21" imgW="203024" imgH="253780" progId="Equation.3">
                    <p:embed/>
                    <p:pic>
                      <p:nvPicPr>
                        <p:cNvPr id="0" name="Object 11"/>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824" y="3408"/>
                          <a:ext cx="191"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7849" name="Object 12">
              <a:extLst>
                <a:ext uri="{FF2B5EF4-FFF2-40B4-BE49-F238E27FC236}">
                  <a16:creationId xmlns:a16="http://schemas.microsoft.com/office/drawing/2014/main" id="{36710D72-BD38-4FB2-B562-714AB6189376}"/>
                </a:ext>
              </a:extLst>
            </p:cNvPr>
            <p:cNvGraphicFramePr>
              <a:graphicFrameLocks noChangeAspect="1"/>
            </p:cNvGraphicFramePr>
            <p:nvPr/>
          </p:nvGraphicFramePr>
          <p:xfrm>
            <a:off x="4512" y="3312"/>
            <a:ext cx="181" cy="240"/>
          </p:xfrm>
          <a:graphic>
            <a:graphicData uri="http://schemas.openxmlformats.org/presentationml/2006/ole">
              <mc:AlternateContent xmlns:mc="http://schemas.openxmlformats.org/markup-compatibility/2006">
                <mc:Choice xmlns:v="urn:schemas-microsoft-com:vml" Requires="v">
                  <p:oleObj spid="_x0000_s77899" name="公式" r:id="rId23" imgW="190417" imgH="253890" progId="Equation.3">
                    <p:embed/>
                  </p:oleObj>
                </mc:Choice>
                <mc:Fallback>
                  <p:oleObj name="公式" r:id="rId23" imgW="190417" imgH="253890" progId="Equation.3">
                    <p:embed/>
                    <p:pic>
                      <p:nvPicPr>
                        <p:cNvPr id="0" name="Object 12"/>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512" y="3312"/>
                          <a:ext cx="181"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7850" name="Object 13">
              <a:extLst>
                <a:ext uri="{FF2B5EF4-FFF2-40B4-BE49-F238E27FC236}">
                  <a16:creationId xmlns:a16="http://schemas.microsoft.com/office/drawing/2014/main" id="{D97005BA-C44D-4EA4-8A2D-44E44ABE8D54}"/>
                </a:ext>
              </a:extLst>
            </p:cNvPr>
            <p:cNvGraphicFramePr>
              <a:graphicFrameLocks noChangeAspect="1"/>
            </p:cNvGraphicFramePr>
            <p:nvPr/>
          </p:nvGraphicFramePr>
          <p:xfrm>
            <a:off x="4239" y="2880"/>
            <a:ext cx="129" cy="144"/>
          </p:xfrm>
          <a:graphic>
            <a:graphicData uri="http://schemas.openxmlformats.org/presentationml/2006/ole">
              <mc:AlternateContent xmlns:mc="http://schemas.openxmlformats.org/markup-compatibility/2006">
                <mc:Choice xmlns:v="urn:schemas-microsoft-com:vml" Requires="v">
                  <p:oleObj spid="_x0000_s77900" name="公式" r:id="rId25" imgW="126835" imgH="139518" progId="Equation.3">
                    <p:embed/>
                  </p:oleObj>
                </mc:Choice>
                <mc:Fallback>
                  <p:oleObj name="公式" r:id="rId25" imgW="126835" imgH="139518" progId="Equation.3">
                    <p:embed/>
                    <p:pic>
                      <p:nvPicPr>
                        <p:cNvPr id="0" name="Object 13"/>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4239" y="2880"/>
                          <a:ext cx="129" cy="1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7851" name="Object 14">
              <a:extLst>
                <a:ext uri="{FF2B5EF4-FFF2-40B4-BE49-F238E27FC236}">
                  <a16:creationId xmlns:a16="http://schemas.microsoft.com/office/drawing/2014/main" id="{11C2102B-0C2B-455E-B9A6-3087B1E5447C}"/>
                </a:ext>
              </a:extLst>
            </p:cNvPr>
            <p:cNvGraphicFramePr>
              <a:graphicFrameLocks noChangeAspect="1"/>
            </p:cNvGraphicFramePr>
            <p:nvPr/>
          </p:nvGraphicFramePr>
          <p:xfrm>
            <a:off x="4320" y="2928"/>
            <a:ext cx="181" cy="240"/>
          </p:xfrm>
          <a:graphic>
            <a:graphicData uri="http://schemas.openxmlformats.org/presentationml/2006/ole">
              <mc:AlternateContent xmlns:mc="http://schemas.openxmlformats.org/markup-compatibility/2006">
                <mc:Choice xmlns:v="urn:schemas-microsoft-com:vml" Requires="v">
                  <p:oleObj spid="_x0000_s77901" name="公式" r:id="rId27" imgW="190417" imgH="253890" progId="Equation.3">
                    <p:embed/>
                  </p:oleObj>
                </mc:Choice>
                <mc:Fallback>
                  <p:oleObj name="公式" r:id="rId27" imgW="190417" imgH="253890" progId="Equation.3">
                    <p:embed/>
                    <p:pic>
                      <p:nvPicPr>
                        <p:cNvPr id="0" name="Object 14"/>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4320" y="2928"/>
                          <a:ext cx="181"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7852" name="Object 15">
              <a:extLst>
                <a:ext uri="{FF2B5EF4-FFF2-40B4-BE49-F238E27FC236}">
                  <a16:creationId xmlns:a16="http://schemas.microsoft.com/office/drawing/2014/main" id="{780DBEA7-7BBE-4EA9-848A-DF24BDD9CEE4}"/>
                </a:ext>
              </a:extLst>
            </p:cNvPr>
            <p:cNvGraphicFramePr>
              <a:graphicFrameLocks noChangeAspect="1"/>
            </p:cNvGraphicFramePr>
            <p:nvPr/>
          </p:nvGraphicFramePr>
          <p:xfrm>
            <a:off x="4464" y="1824"/>
            <a:ext cx="432" cy="234"/>
          </p:xfrm>
          <a:graphic>
            <a:graphicData uri="http://schemas.openxmlformats.org/presentationml/2006/ole">
              <mc:AlternateContent xmlns:mc="http://schemas.openxmlformats.org/markup-compatibility/2006">
                <mc:Choice xmlns:v="urn:schemas-microsoft-com:vml" Requires="v">
                  <p:oleObj spid="_x0000_s77902" name="公式" r:id="rId29" imgW="444307" imgH="241195" progId="Equation.3">
                    <p:embed/>
                  </p:oleObj>
                </mc:Choice>
                <mc:Fallback>
                  <p:oleObj name="公式" r:id="rId29" imgW="444307" imgH="241195" progId="Equation.3">
                    <p:embed/>
                    <p:pic>
                      <p:nvPicPr>
                        <p:cNvPr id="0" name="Object 15"/>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4464" y="1824"/>
                          <a:ext cx="432" cy="2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7853" name="Object 16">
              <a:extLst>
                <a:ext uri="{FF2B5EF4-FFF2-40B4-BE49-F238E27FC236}">
                  <a16:creationId xmlns:a16="http://schemas.microsoft.com/office/drawing/2014/main" id="{B6343EB9-81B2-4E61-8D50-397067DB4666}"/>
                </a:ext>
              </a:extLst>
            </p:cNvPr>
            <p:cNvGraphicFramePr>
              <a:graphicFrameLocks noChangeAspect="1"/>
            </p:cNvGraphicFramePr>
            <p:nvPr/>
          </p:nvGraphicFramePr>
          <p:xfrm>
            <a:off x="5184" y="2077"/>
            <a:ext cx="432" cy="227"/>
          </p:xfrm>
          <a:graphic>
            <a:graphicData uri="http://schemas.openxmlformats.org/presentationml/2006/ole">
              <mc:AlternateContent xmlns:mc="http://schemas.openxmlformats.org/markup-compatibility/2006">
                <mc:Choice xmlns:v="urn:schemas-microsoft-com:vml" Requires="v">
                  <p:oleObj spid="_x0000_s77903" name="公式" r:id="rId31" imgW="457200" imgH="241200" progId="Equation.3">
                    <p:embed/>
                  </p:oleObj>
                </mc:Choice>
                <mc:Fallback>
                  <p:oleObj name="公式" r:id="rId31" imgW="457200" imgH="241200" progId="Equation.3">
                    <p:embed/>
                    <p:pic>
                      <p:nvPicPr>
                        <p:cNvPr id="0" name="Object 16"/>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5184" y="2077"/>
                          <a:ext cx="432" cy="2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7854" name="Object 17">
              <a:extLst>
                <a:ext uri="{FF2B5EF4-FFF2-40B4-BE49-F238E27FC236}">
                  <a16:creationId xmlns:a16="http://schemas.microsoft.com/office/drawing/2014/main" id="{9DAACA7F-6B49-4F7C-8532-E8FBB6017E22}"/>
                </a:ext>
              </a:extLst>
            </p:cNvPr>
            <p:cNvGraphicFramePr>
              <a:graphicFrameLocks noChangeAspect="1"/>
            </p:cNvGraphicFramePr>
            <p:nvPr/>
          </p:nvGraphicFramePr>
          <p:xfrm>
            <a:off x="4651" y="2112"/>
            <a:ext cx="191" cy="240"/>
          </p:xfrm>
          <a:graphic>
            <a:graphicData uri="http://schemas.openxmlformats.org/presentationml/2006/ole">
              <mc:AlternateContent xmlns:mc="http://schemas.openxmlformats.org/markup-compatibility/2006">
                <mc:Choice xmlns:v="urn:schemas-microsoft-com:vml" Requires="v">
                  <p:oleObj spid="_x0000_s77904" name="公式" r:id="rId33" imgW="203024" imgH="253780" progId="Equation.3">
                    <p:embed/>
                  </p:oleObj>
                </mc:Choice>
                <mc:Fallback>
                  <p:oleObj name="公式" r:id="rId33" imgW="203024" imgH="253780" progId="Equation.3">
                    <p:embed/>
                    <p:pic>
                      <p:nvPicPr>
                        <p:cNvPr id="0" name="Object 17"/>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4651" y="2112"/>
                          <a:ext cx="191"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77860" name="Text Box 36">
            <a:extLst>
              <a:ext uri="{FF2B5EF4-FFF2-40B4-BE49-F238E27FC236}">
                <a16:creationId xmlns:a16="http://schemas.microsoft.com/office/drawing/2014/main" id="{C9DC44BC-6840-42FB-A334-AE13A286D99A}"/>
              </a:ext>
            </a:extLst>
          </p:cNvPr>
          <p:cNvSpPr txBox="1">
            <a:spLocks noChangeArrowheads="1"/>
          </p:cNvSpPr>
          <p:nvPr/>
        </p:nvSpPr>
        <p:spPr bwMode="auto">
          <a:xfrm>
            <a:off x="323850" y="2743200"/>
            <a:ext cx="3311525" cy="519113"/>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a:sym typeface="Symbol" panose="05050102010706020507" pitchFamily="18" charset="2"/>
              </a:rPr>
              <a:t> </a:t>
            </a:r>
            <a:r>
              <a:rPr lang="en-US" altLang="zh-CN" sz="2800" b="1" i="1">
                <a:sym typeface="Symbol" panose="05050102010706020507" pitchFamily="18" charset="2"/>
              </a:rPr>
              <a:t></a:t>
            </a:r>
            <a:r>
              <a:rPr lang="en-US" altLang="zh-CN" sz="2800" b="1" baseline="-25000">
                <a:sym typeface="Symbol" panose="05050102010706020507" pitchFamily="18" charset="2"/>
              </a:rPr>
              <a:t>1</a:t>
            </a:r>
            <a:r>
              <a:rPr lang="en-US" altLang="zh-CN" sz="2800" b="1">
                <a:sym typeface="Symbol" panose="05050102010706020507" pitchFamily="18" charset="2"/>
              </a:rPr>
              <a:t>&lt;1, </a:t>
            </a:r>
            <a:r>
              <a:rPr lang="en-US" altLang="zh-CN" sz="2800" b="1" i="1">
                <a:sym typeface="Symbol" panose="05050102010706020507" pitchFamily="18" charset="2"/>
              </a:rPr>
              <a:t></a:t>
            </a:r>
            <a:r>
              <a:rPr lang="en-US" altLang="zh-CN" sz="2800" b="1" baseline="-25000">
                <a:sym typeface="Symbol" panose="05050102010706020507" pitchFamily="18" charset="2"/>
              </a:rPr>
              <a:t>2</a:t>
            </a:r>
            <a:r>
              <a:rPr lang="en-US" altLang="zh-CN" sz="2800" b="1">
                <a:sym typeface="Symbol" panose="05050102010706020507" pitchFamily="18" charset="2"/>
              </a:rPr>
              <a:t>&gt;1, </a:t>
            </a:r>
            <a:r>
              <a:rPr lang="en-US" altLang="zh-CN" sz="2800" b="1" i="1">
                <a:sym typeface="Symbol" panose="05050102010706020507" pitchFamily="18" charset="2"/>
              </a:rPr>
              <a:t></a:t>
            </a:r>
            <a:r>
              <a:rPr lang="en-US" altLang="zh-CN" sz="2800" b="1" baseline="-25000">
                <a:sym typeface="Symbol" panose="05050102010706020507" pitchFamily="18" charset="2"/>
              </a:rPr>
              <a:t>1</a:t>
            </a:r>
            <a:r>
              <a:rPr lang="en-US" altLang="zh-CN" sz="2800" b="1" i="1">
                <a:sym typeface="Symbol" panose="05050102010706020507" pitchFamily="18" charset="2"/>
              </a:rPr>
              <a:t></a:t>
            </a:r>
            <a:r>
              <a:rPr lang="en-US" altLang="zh-CN" sz="2800" b="1" baseline="-25000">
                <a:sym typeface="Symbol" panose="05050102010706020507" pitchFamily="18" charset="2"/>
              </a:rPr>
              <a:t>2</a:t>
            </a:r>
            <a:r>
              <a:rPr lang="en-US" altLang="zh-CN" sz="2800" b="1">
                <a:sym typeface="Symbol" panose="05050102010706020507" pitchFamily="18" charset="2"/>
              </a:rPr>
              <a:t>&lt;1</a:t>
            </a:r>
          </a:p>
        </p:txBody>
      </p:sp>
      <p:sp>
        <p:nvSpPr>
          <p:cNvPr id="77861" name="Text Box 37">
            <a:extLst>
              <a:ext uri="{FF2B5EF4-FFF2-40B4-BE49-F238E27FC236}">
                <a16:creationId xmlns:a16="http://schemas.microsoft.com/office/drawing/2014/main" id="{D7949385-444D-4B1C-ACD6-75672A4FB1F4}"/>
              </a:ext>
            </a:extLst>
          </p:cNvPr>
          <p:cNvSpPr txBox="1">
            <a:spLocks noChangeArrowheads="1"/>
          </p:cNvSpPr>
          <p:nvPr/>
        </p:nvSpPr>
        <p:spPr bwMode="auto">
          <a:xfrm>
            <a:off x="1187450" y="5767388"/>
            <a:ext cx="1655763" cy="519112"/>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en-US" sz="2800" b="1"/>
              <a:t> </a:t>
            </a:r>
            <a:r>
              <a:rPr lang="en-US" altLang="zh-CN" sz="2800" b="1" i="1"/>
              <a:t>P</a:t>
            </a:r>
            <a:r>
              <a:rPr lang="en-US" altLang="zh-CN" sz="2800" b="1" baseline="-25000"/>
              <a:t>2</a:t>
            </a:r>
            <a:r>
              <a:rPr lang="zh-CN" altLang="en-US" sz="2800" b="1"/>
              <a:t>稳定</a:t>
            </a:r>
            <a:endParaRPr lang="zh-CN" altLang="en-US" sz="2800" b="1">
              <a:sym typeface="Symbol" panose="05050102010706020507" pitchFamily="18" charset="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1878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3" presetClass="entr" presetSubtype="10" fill="hold" nodeType="clickEffect">
                                  <p:stCondLst>
                                    <p:cond delay="0"/>
                                  </p:stCondLst>
                                  <p:childTnLst>
                                    <p:set>
                                      <p:cBhvr>
                                        <p:cTn id="10" dur="1" fill="hold">
                                          <p:stCondLst>
                                            <p:cond delay="0"/>
                                          </p:stCondLst>
                                        </p:cTn>
                                        <p:tgtEl>
                                          <p:spTgt spid="118787"/>
                                        </p:tgtEl>
                                        <p:attrNameLst>
                                          <p:attrName>style.visibility</p:attrName>
                                        </p:attrNameLst>
                                      </p:cBhvr>
                                      <p:to>
                                        <p:strVal val="visible"/>
                                      </p:to>
                                    </p:set>
                                    <p:animEffect transition="in" filter="blinds(horizontal)">
                                      <p:cBhvr>
                                        <p:cTn id="11" dur="1000"/>
                                        <p:tgtEl>
                                          <p:spTgt spid="118787"/>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3" presetClass="entr" presetSubtype="5" fill="hold" nodeType="clickEffect">
                                  <p:stCondLst>
                                    <p:cond delay="0"/>
                                  </p:stCondLst>
                                  <p:childTnLst>
                                    <p:set>
                                      <p:cBhvr>
                                        <p:cTn id="15" dur="1" fill="hold">
                                          <p:stCondLst>
                                            <p:cond delay="0"/>
                                          </p:stCondLst>
                                        </p:cTn>
                                        <p:tgtEl>
                                          <p:spTgt spid="118788"/>
                                        </p:tgtEl>
                                        <p:attrNameLst>
                                          <p:attrName>style.visibility</p:attrName>
                                        </p:attrNameLst>
                                      </p:cBhvr>
                                      <p:to>
                                        <p:strVal val="visible"/>
                                      </p:to>
                                    </p:set>
                                    <p:animEffect transition="in" filter="blinds(vertical)">
                                      <p:cBhvr>
                                        <p:cTn id="16" dur="1000"/>
                                        <p:tgtEl>
                                          <p:spTgt spid="118788"/>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77860"/>
                                        </p:tgtEl>
                                        <p:attrNameLst>
                                          <p:attrName>style.visibility</p:attrName>
                                        </p:attrNameLst>
                                      </p:cBhvr>
                                      <p:to>
                                        <p:strVal val="visible"/>
                                      </p:to>
                                    </p:set>
                                    <p:anim calcmode="lin" valueType="num">
                                      <p:cBhvr additive="base">
                                        <p:cTn id="21" dur="1000" fill="hold"/>
                                        <p:tgtEl>
                                          <p:spTgt spid="77860"/>
                                        </p:tgtEl>
                                        <p:attrNameLst>
                                          <p:attrName>ppt_x</p:attrName>
                                        </p:attrNameLst>
                                      </p:cBhvr>
                                      <p:tavLst>
                                        <p:tav tm="0">
                                          <p:val>
                                            <p:strVal val="0-#ppt_w/2"/>
                                          </p:val>
                                        </p:tav>
                                        <p:tav tm="100000">
                                          <p:val>
                                            <p:strVal val="#ppt_x"/>
                                          </p:val>
                                        </p:tav>
                                      </p:tavLst>
                                    </p:anim>
                                    <p:anim calcmode="lin" valueType="num">
                                      <p:cBhvr additive="base">
                                        <p:cTn id="22" dur="1000" fill="hold"/>
                                        <p:tgtEl>
                                          <p:spTgt spid="77860"/>
                                        </p:tgtEl>
                                        <p:attrNameLst>
                                          <p:attrName>ppt_y</p:attrName>
                                        </p:attrNameLst>
                                      </p:cBhvr>
                                      <p:tavLst>
                                        <p:tav tm="0">
                                          <p:val>
                                            <p:strVal val="#ppt_y"/>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dissolve">
                                      <p:cBhvr>
                                        <p:cTn id="27" dur="1000"/>
                                        <p:tgtEl>
                                          <p:spTgt spid="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 presetClass="entr" presetSubtype="10" fill="hold" nodeType="clickEffect">
                                  <p:stCondLst>
                                    <p:cond delay="0"/>
                                  </p:stCondLst>
                                  <p:childTnLst>
                                    <p:set>
                                      <p:cBhvr>
                                        <p:cTn id="31" dur="1" fill="hold">
                                          <p:stCondLst>
                                            <p:cond delay="0"/>
                                          </p:stCondLst>
                                        </p:cTn>
                                        <p:tgtEl>
                                          <p:spTgt spid="118789"/>
                                        </p:tgtEl>
                                        <p:attrNameLst>
                                          <p:attrName>style.visibility</p:attrName>
                                        </p:attrNameLst>
                                      </p:cBhvr>
                                      <p:to>
                                        <p:strVal val="visible"/>
                                      </p:to>
                                    </p:set>
                                    <p:animEffect transition="in" filter="checkerboard(across)">
                                      <p:cBhvr>
                                        <p:cTn id="32" dur="1000"/>
                                        <p:tgtEl>
                                          <p:spTgt spid="11878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3" presetClass="entr" presetSubtype="16"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anim calcmode="lin" valueType="num">
                                      <p:cBhvr>
                                        <p:cTn id="37" dur="1000" fill="hold"/>
                                        <p:tgtEl>
                                          <p:spTgt spid="3"/>
                                        </p:tgtEl>
                                        <p:attrNameLst>
                                          <p:attrName>ppt_w</p:attrName>
                                        </p:attrNameLst>
                                      </p:cBhvr>
                                      <p:tavLst>
                                        <p:tav tm="0">
                                          <p:val>
                                            <p:fltVal val="0"/>
                                          </p:val>
                                        </p:tav>
                                        <p:tav tm="100000">
                                          <p:val>
                                            <p:strVal val="#ppt_w"/>
                                          </p:val>
                                        </p:tav>
                                      </p:tavLst>
                                    </p:anim>
                                    <p:anim calcmode="lin" valueType="num">
                                      <p:cBhvr>
                                        <p:cTn id="38" dur="1000" fill="hold"/>
                                        <p:tgtEl>
                                          <p:spTgt spid="3"/>
                                        </p:tgtEl>
                                        <p:attrNameLst>
                                          <p:attrName>ppt_h</p:attrName>
                                        </p:attrNameLst>
                                      </p:cBhvr>
                                      <p:tavLst>
                                        <p:tav tm="0">
                                          <p:val>
                                            <p:fltVal val="0"/>
                                          </p:val>
                                        </p:tav>
                                        <p:tav tm="100000">
                                          <p:val>
                                            <p:strVal val="#ppt_h"/>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3" presetClass="entr" presetSubtype="16" fill="hold" nodeType="clickEffect">
                                  <p:stCondLst>
                                    <p:cond delay="0"/>
                                  </p:stCondLst>
                                  <p:childTnLst>
                                    <p:set>
                                      <p:cBhvr>
                                        <p:cTn id="42" dur="1" fill="hold">
                                          <p:stCondLst>
                                            <p:cond delay="0"/>
                                          </p:stCondLst>
                                        </p:cTn>
                                        <p:tgtEl>
                                          <p:spTgt spid="2"/>
                                        </p:tgtEl>
                                        <p:attrNameLst>
                                          <p:attrName>style.visibility</p:attrName>
                                        </p:attrNameLst>
                                      </p:cBhvr>
                                      <p:to>
                                        <p:strVal val="visible"/>
                                      </p:to>
                                    </p:set>
                                    <p:anim calcmode="lin" valueType="num">
                                      <p:cBhvr>
                                        <p:cTn id="43" dur="1000" fill="hold"/>
                                        <p:tgtEl>
                                          <p:spTgt spid="2"/>
                                        </p:tgtEl>
                                        <p:attrNameLst>
                                          <p:attrName>ppt_w</p:attrName>
                                        </p:attrNameLst>
                                      </p:cBhvr>
                                      <p:tavLst>
                                        <p:tav tm="0">
                                          <p:val>
                                            <p:fltVal val="0"/>
                                          </p:val>
                                        </p:tav>
                                        <p:tav tm="100000">
                                          <p:val>
                                            <p:strVal val="#ppt_w"/>
                                          </p:val>
                                        </p:tav>
                                      </p:tavLst>
                                    </p:anim>
                                    <p:anim calcmode="lin" valueType="num">
                                      <p:cBhvr>
                                        <p:cTn id="44" dur="1000" fill="hold"/>
                                        <p:tgtEl>
                                          <p:spTgt spid="2"/>
                                        </p:tgtEl>
                                        <p:attrNameLst>
                                          <p:attrName>ppt_h</p:attrName>
                                        </p:attrNameLst>
                                      </p:cBhvr>
                                      <p:tavLst>
                                        <p:tav tm="0">
                                          <p:val>
                                            <p:fltVal val="0"/>
                                          </p:val>
                                        </p:tav>
                                        <p:tav tm="100000">
                                          <p:val>
                                            <p:strVal val="#ppt_h"/>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3" presetClass="entr" presetSubtype="10" fill="hold" grpId="0" nodeType="clickEffect">
                                  <p:stCondLst>
                                    <p:cond delay="0"/>
                                  </p:stCondLst>
                                  <p:childTnLst>
                                    <p:set>
                                      <p:cBhvr>
                                        <p:cTn id="48" dur="1" fill="hold">
                                          <p:stCondLst>
                                            <p:cond delay="0"/>
                                          </p:stCondLst>
                                        </p:cTn>
                                        <p:tgtEl>
                                          <p:spTgt spid="77861"/>
                                        </p:tgtEl>
                                        <p:attrNameLst>
                                          <p:attrName>style.visibility</p:attrName>
                                        </p:attrNameLst>
                                      </p:cBhvr>
                                      <p:to>
                                        <p:strVal val="visible"/>
                                      </p:to>
                                    </p:set>
                                    <p:animEffect transition="in" filter="blinds(horizontal)">
                                      <p:cBhvr>
                                        <p:cTn id="49" dur="1000"/>
                                        <p:tgtEl>
                                          <p:spTgt spid="778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60" grpId="0" animBg="1"/>
      <p:bldP spid="77861" grpId="0" animBg="1" autoUpdateAnimBg="0"/>
    </p:bldLst>
  </p:timing>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8861" name="Text Box 13">
            <a:extLst>
              <a:ext uri="{FF2B5EF4-FFF2-40B4-BE49-F238E27FC236}">
                <a16:creationId xmlns:a16="http://schemas.microsoft.com/office/drawing/2014/main" id="{EA8AB1DB-D618-4A51-BF1C-93E0D1ED16CF}"/>
              </a:ext>
            </a:extLst>
          </p:cNvPr>
          <p:cNvSpPr txBox="1">
            <a:spLocks noChangeArrowheads="1"/>
          </p:cNvSpPr>
          <p:nvPr/>
        </p:nvSpPr>
        <p:spPr bwMode="auto">
          <a:xfrm>
            <a:off x="963613" y="4759325"/>
            <a:ext cx="6553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solidFill>
                  <a:srgbClr val="FF3300"/>
                </a:solidFill>
                <a:sym typeface="Symbol" panose="05050102010706020507" pitchFamily="18" charset="2"/>
              </a:rPr>
              <a:t></a:t>
            </a:r>
            <a:r>
              <a:rPr lang="en-US" altLang="zh-CN" sz="2800" b="1" baseline="-25000">
                <a:solidFill>
                  <a:srgbClr val="FF3300"/>
                </a:solidFill>
                <a:sym typeface="Symbol" panose="05050102010706020507" pitchFamily="18" charset="2"/>
              </a:rPr>
              <a:t>1</a:t>
            </a:r>
            <a:r>
              <a:rPr lang="en-US" altLang="zh-CN" sz="2800" b="1" i="1">
                <a:solidFill>
                  <a:srgbClr val="FF3300"/>
                </a:solidFill>
                <a:sym typeface="Symbol" panose="05050102010706020507" pitchFamily="18" charset="2"/>
              </a:rPr>
              <a:t></a:t>
            </a:r>
            <a:r>
              <a:rPr lang="en-US" altLang="zh-CN" sz="2800" b="1" baseline="-25000">
                <a:solidFill>
                  <a:srgbClr val="FF3300"/>
                </a:solidFill>
                <a:sym typeface="Symbol" panose="05050102010706020507" pitchFamily="18" charset="2"/>
              </a:rPr>
              <a:t>2</a:t>
            </a:r>
            <a:r>
              <a:rPr lang="en-US" altLang="zh-CN" sz="2800" b="1">
                <a:solidFill>
                  <a:srgbClr val="FF3300"/>
                </a:solidFill>
                <a:sym typeface="Symbol" panose="05050102010706020507" pitchFamily="18" charset="2"/>
              </a:rPr>
              <a:t>&lt;1</a:t>
            </a:r>
            <a:r>
              <a:rPr lang="en-US" altLang="zh-CN" sz="2800" b="1"/>
              <a:t> ~ </a:t>
            </a:r>
            <a:r>
              <a:rPr lang="en-US" altLang="zh-CN" sz="2800" b="1" i="1">
                <a:sym typeface="Symbol" panose="05050102010706020507" pitchFamily="18" charset="2"/>
              </a:rPr>
              <a:t></a:t>
            </a:r>
            <a:r>
              <a:rPr lang="en-US" altLang="zh-CN" sz="2800" b="1" baseline="-25000">
                <a:sym typeface="Symbol" panose="05050102010706020507" pitchFamily="18" charset="2"/>
              </a:rPr>
              <a:t>2</a:t>
            </a:r>
            <a:r>
              <a:rPr lang="en-US" altLang="zh-CN" sz="2800" b="1">
                <a:sym typeface="Symbol" panose="05050102010706020507" pitchFamily="18" charset="2"/>
              </a:rPr>
              <a:t>&gt;1</a:t>
            </a:r>
            <a:r>
              <a:rPr lang="en-US" altLang="zh-CN" sz="2800" b="1"/>
              <a:t> </a:t>
            </a:r>
            <a:r>
              <a:rPr lang="zh-CN" altLang="en-US" sz="2800" b="1"/>
              <a:t>前提下</a:t>
            </a:r>
            <a:r>
              <a:rPr lang="en-US" altLang="zh-CN" sz="2800" b="1" i="1"/>
              <a:t>P</a:t>
            </a:r>
            <a:r>
              <a:rPr lang="en-US" altLang="zh-CN" sz="2800" b="1" baseline="-25000"/>
              <a:t>2</a:t>
            </a:r>
            <a:r>
              <a:rPr lang="zh-CN" altLang="en-US" sz="2800" b="1"/>
              <a:t>存在的必要条件</a:t>
            </a:r>
            <a:r>
              <a:rPr lang="en-US" altLang="zh-CN" sz="2800" b="1"/>
              <a:t>.</a:t>
            </a:r>
          </a:p>
        </p:txBody>
      </p:sp>
      <p:sp>
        <p:nvSpPr>
          <p:cNvPr id="78851" name="Text Box 2">
            <a:extLst>
              <a:ext uri="{FF2B5EF4-FFF2-40B4-BE49-F238E27FC236}">
                <a16:creationId xmlns:a16="http://schemas.microsoft.com/office/drawing/2014/main" id="{8A66B4B8-5AD2-4505-BCFA-808849E7A215}"/>
              </a:ext>
            </a:extLst>
          </p:cNvPr>
          <p:cNvSpPr txBox="1">
            <a:spLocks noChangeArrowheads="1"/>
          </p:cNvSpPr>
          <p:nvPr/>
        </p:nvSpPr>
        <p:spPr bwMode="auto">
          <a:xfrm>
            <a:off x="152400" y="658813"/>
            <a:ext cx="1143000" cy="106680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ea typeface="楷体_GB2312" pitchFamily="49" charset="-122"/>
              </a:rPr>
              <a:t>结果解释</a:t>
            </a:r>
          </a:p>
        </p:txBody>
      </p:sp>
      <p:graphicFrame>
        <p:nvGraphicFramePr>
          <p:cNvPr id="4" name="Object 3">
            <a:extLst>
              <a:ext uri="{FF2B5EF4-FFF2-40B4-BE49-F238E27FC236}">
                <a16:creationId xmlns:a16="http://schemas.microsoft.com/office/drawing/2014/main" id="{CD250487-8FFF-424B-AA00-34A91CF2CD4F}"/>
              </a:ext>
            </a:extLst>
          </p:cNvPr>
          <p:cNvGraphicFramePr>
            <a:graphicFrameLocks noChangeAspect="1"/>
          </p:cNvGraphicFramePr>
          <p:nvPr/>
        </p:nvGraphicFramePr>
        <p:xfrm>
          <a:off x="539750" y="2060575"/>
          <a:ext cx="3581400" cy="1004888"/>
        </p:xfrm>
        <a:graphic>
          <a:graphicData uri="http://schemas.openxmlformats.org/presentationml/2006/ole">
            <mc:AlternateContent xmlns:mc="http://schemas.openxmlformats.org/markup-compatibility/2006">
              <mc:Choice xmlns:v="urn:schemas-microsoft-com:vml" Requires="v">
                <p:oleObj spid="_x0000_s78871" name="公式" r:id="rId3" imgW="2044700" imgH="571500" progId="Equation.3">
                  <p:embed/>
                </p:oleObj>
              </mc:Choice>
              <mc:Fallback>
                <p:oleObj name="公式" r:id="rId3" imgW="2044700" imgH="5715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750" y="2060575"/>
                        <a:ext cx="3581400" cy="1004888"/>
                      </a:xfrm>
                      <a:prstGeom prst="rect">
                        <a:avLst/>
                      </a:prstGeom>
                      <a:noFill/>
                      <a:ln>
                        <a:noFill/>
                      </a:ln>
                      <a:effectLst/>
                      <a:extLst>
                        <a:ext uri="{909E8E84-426E-40DD-AFC4-6F175D3DCCD1}">
                          <a14:hiddenFill xmlns:a14="http://schemas.microsoft.com/office/drawing/2010/main">
                            <a:solidFill>
                              <a:srgbClr val="00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8855" name="Text Box 7">
            <a:extLst>
              <a:ext uri="{FF2B5EF4-FFF2-40B4-BE49-F238E27FC236}">
                <a16:creationId xmlns:a16="http://schemas.microsoft.com/office/drawing/2014/main" id="{79F7C29D-7675-4D72-9D3A-E326BBCA60EA}"/>
              </a:ext>
            </a:extLst>
          </p:cNvPr>
          <p:cNvSpPr txBox="1">
            <a:spLocks noChangeArrowheads="1"/>
          </p:cNvSpPr>
          <p:nvPr/>
        </p:nvSpPr>
        <p:spPr bwMode="auto">
          <a:xfrm>
            <a:off x="971550" y="4149725"/>
            <a:ext cx="6489700" cy="604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en-US" altLang="zh-CN" sz="2800" b="1" i="1">
                <a:solidFill>
                  <a:srgbClr val="FF3300"/>
                </a:solidFill>
                <a:sym typeface="Symbol" panose="05050102010706020507" pitchFamily="18" charset="2"/>
              </a:rPr>
              <a:t></a:t>
            </a:r>
            <a:r>
              <a:rPr lang="en-US" altLang="zh-CN" sz="2800" b="1" baseline="-25000">
                <a:solidFill>
                  <a:srgbClr val="FF3300"/>
                </a:solidFill>
                <a:sym typeface="Symbol" panose="05050102010706020507" pitchFamily="18" charset="2"/>
              </a:rPr>
              <a:t>2</a:t>
            </a:r>
            <a:r>
              <a:rPr lang="en-US" altLang="zh-CN" sz="2800" b="1">
                <a:solidFill>
                  <a:srgbClr val="FF3300"/>
                </a:solidFill>
                <a:sym typeface="Symbol" panose="05050102010706020507" pitchFamily="18" charset="2"/>
              </a:rPr>
              <a:t>&gt;1</a:t>
            </a:r>
            <a:r>
              <a:rPr lang="en-US" altLang="zh-CN" sz="2800" b="1"/>
              <a:t>  ~ </a:t>
            </a:r>
            <a:r>
              <a:rPr lang="zh-CN" altLang="en-US" sz="2800" b="1"/>
              <a:t>甲必须为乙提供足够的食物</a:t>
            </a:r>
            <a:r>
              <a:rPr lang="en-US" altLang="zh-CN" sz="2800" b="1"/>
              <a:t>.</a:t>
            </a:r>
          </a:p>
        </p:txBody>
      </p:sp>
      <p:sp>
        <p:nvSpPr>
          <p:cNvPr id="78869" name="Text Box 21">
            <a:extLst>
              <a:ext uri="{FF2B5EF4-FFF2-40B4-BE49-F238E27FC236}">
                <a16:creationId xmlns:a16="http://schemas.microsoft.com/office/drawing/2014/main" id="{53B4D5BD-286E-4689-9B3A-757B7536C522}"/>
              </a:ext>
            </a:extLst>
          </p:cNvPr>
          <p:cNvSpPr txBox="1">
            <a:spLocks noChangeArrowheads="1"/>
          </p:cNvSpPr>
          <p:nvPr/>
        </p:nvSpPr>
        <p:spPr bwMode="auto">
          <a:xfrm>
            <a:off x="900113" y="5300663"/>
            <a:ext cx="7993062" cy="120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20000"/>
              </a:spcBef>
            </a:pPr>
            <a:r>
              <a:rPr lang="en-US" altLang="zh-CN" sz="2800" b="1" i="1">
                <a:solidFill>
                  <a:srgbClr val="FF3300"/>
                </a:solidFill>
                <a:sym typeface="Symbol" panose="05050102010706020507" pitchFamily="18" charset="2"/>
              </a:rPr>
              <a:t></a:t>
            </a:r>
            <a:r>
              <a:rPr lang="en-US" altLang="zh-CN" sz="2800" b="1" baseline="-25000">
                <a:solidFill>
                  <a:srgbClr val="FF3300"/>
                </a:solidFill>
                <a:sym typeface="Symbol" panose="05050102010706020507" pitchFamily="18" charset="2"/>
              </a:rPr>
              <a:t>1</a:t>
            </a:r>
            <a:r>
              <a:rPr lang="en-US" altLang="zh-CN" sz="2800" b="1">
                <a:solidFill>
                  <a:srgbClr val="FF3300"/>
                </a:solidFill>
                <a:sym typeface="Symbol" panose="05050102010706020507" pitchFamily="18" charset="2"/>
              </a:rPr>
              <a:t>&lt;1</a:t>
            </a:r>
            <a:r>
              <a:rPr lang="en-US" altLang="zh-CN" sz="2800" b="1"/>
              <a:t> ~ </a:t>
            </a:r>
            <a:r>
              <a:rPr lang="zh-CN" altLang="en-US" sz="2800" b="1"/>
              <a:t>为</a:t>
            </a:r>
            <a:r>
              <a:rPr lang="zh-CN" altLang="en-US" sz="2800" b="1">
                <a:sym typeface="Symbol" panose="05050102010706020507" pitchFamily="18" charset="2"/>
              </a:rPr>
              <a:t>在</a:t>
            </a:r>
            <a:r>
              <a:rPr lang="zh-CN" altLang="en-US" sz="2800" b="1" i="1">
                <a:sym typeface="Symbol" panose="05050102010706020507" pitchFamily="18" charset="2"/>
              </a:rPr>
              <a:t></a:t>
            </a:r>
            <a:r>
              <a:rPr lang="en-US" altLang="zh-CN" sz="2800" b="1" baseline="-25000">
                <a:sym typeface="Symbol" panose="05050102010706020507" pitchFamily="18" charset="2"/>
              </a:rPr>
              <a:t>2</a:t>
            </a:r>
            <a:r>
              <a:rPr lang="en-US" altLang="zh-CN" sz="2800" b="1">
                <a:sym typeface="Symbol" panose="05050102010706020507" pitchFamily="18" charset="2"/>
              </a:rPr>
              <a:t>&gt;1</a:t>
            </a:r>
            <a:r>
              <a:rPr lang="zh-CN" altLang="en-US" sz="2800" b="1">
                <a:sym typeface="Symbol" panose="05050102010706020507" pitchFamily="18" charset="2"/>
              </a:rPr>
              <a:t>条件下</a:t>
            </a:r>
            <a:r>
              <a:rPr lang="zh-CN" altLang="en-US" sz="2800" b="1" i="1">
                <a:sym typeface="Symbol" panose="05050102010706020507" pitchFamily="18" charset="2"/>
              </a:rPr>
              <a:t></a:t>
            </a:r>
            <a:r>
              <a:rPr lang="en-US" altLang="zh-CN" sz="2800" b="1" baseline="-25000">
                <a:sym typeface="Symbol" panose="05050102010706020507" pitchFamily="18" charset="2"/>
              </a:rPr>
              <a:t>1</a:t>
            </a:r>
            <a:r>
              <a:rPr lang="en-US" altLang="zh-CN" sz="2800" b="1" i="1">
                <a:sym typeface="Symbol" panose="05050102010706020507" pitchFamily="18" charset="2"/>
              </a:rPr>
              <a:t></a:t>
            </a:r>
            <a:r>
              <a:rPr lang="en-US" altLang="zh-CN" sz="2800" b="1" baseline="-25000">
                <a:sym typeface="Symbol" panose="05050102010706020507" pitchFamily="18" charset="2"/>
              </a:rPr>
              <a:t>2</a:t>
            </a:r>
            <a:r>
              <a:rPr lang="en-US" altLang="zh-CN" sz="2800" b="1">
                <a:sym typeface="Symbol" panose="05050102010706020507" pitchFamily="18" charset="2"/>
              </a:rPr>
              <a:t>&lt;1</a:t>
            </a:r>
            <a:r>
              <a:rPr lang="en-US" altLang="zh-CN" sz="2800" b="1"/>
              <a:t> </a:t>
            </a:r>
            <a:r>
              <a:rPr lang="zh-CN" altLang="en-US" sz="2800" b="1"/>
              <a:t>成立</a:t>
            </a:r>
            <a:r>
              <a:rPr lang="en-US" altLang="zh-CN" sz="2800" b="1"/>
              <a:t>, </a:t>
            </a:r>
            <a:r>
              <a:rPr lang="en-US" altLang="zh-CN" sz="2800" b="1" i="1">
                <a:solidFill>
                  <a:srgbClr val="FF3300"/>
                </a:solidFill>
                <a:sym typeface="Symbol" panose="05050102010706020507" pitchFamily="18" charset="2"/>
              </a:rPr>
              <a:t></a:t>
            </a:r>
            <a:r>
              <a:rPr lang="en-US" altLang="zh-CN" sz="2800" b="1" baseline="-25000">
                <a:solidFill>
                  <a:srgbClr val="FF3300"/>
                </a:solidFill>
                <a:sym typeface="Symbol" panose="05050102010706020507" pitchFamily="18" charset="2"/>
              </a:rPr>
              <a:t>1</a:t>
            </a:r>
            <a:r>
              <a:rPr lang="zh-CN" altLang="en-US" sz="2800" b="1">
                <a:solidFill>
                  <a:srgbClr val="FF3300"/>
                </a:solidFill>
                <a:sym typeface="Symbol" panose="05050102010706020507" pitchFamily="18" charset="2"/>
              </a:rPr>
              <a:t>必须足够小 </a:t>
            </a:r>
          </a:p>
          <a:p>
            <a:pPr eaLnBrk="1" hangingPunct="1">
              <a:lnSpc>
                <a:spcPct val="120000"/>
              </a:lnSpc>
              <a:spcBef>
                <a:spcPct val="20000"/>
              </a:spcBef>
            </a:pPr>
            <a:r>
              <a:rPr lang="en-US" altLang="zh-CN" sz="2800" b="1">
                <a:sym typeface="Symbol" panose="05050102010706020507" pitchFamily="18" charset="2"/>
              </a:rPr>
              <a:t>——</a:t>
            </a:r>
            <a:r>
              <a:rPr lang="zh-CN" altLang="en-US" sz="2800" b="1">
                <a:sym typeface="Symbol" panose="05050102010706020507" pitchFamily="18" charset="2"/>
              </a:rPr>
              <a:t>限制</a:t>
            </a:r>
            <a:r>
              <a:rPr lang="zh-CN" altLang="en-US" sz="2800" b="1"/>
              <a:t>乙向甲提供食物，防止甲过分增长</a:t>
            </a:r>
            <a:r>
              <a:rPr lang="en-US" altLang="zh-CN" sz="2800" b="1"/>
              <a:t>.</a:t>
            </a:r>
          </a:p>
        </p:txBody>
      </p:sp>
      <p:sp>
        <p:nvSpPr>
          <p:cNvPr id="78882" name="Text Box 34">
            <a:extLst>
              <a:ext uri="{FF2B5EF4-FFF2-40B4-BE49-F238E27FC236}">
                <a16:creationId xmlns:a16="http://schemas.microsoft.com/office/drawing/2014/main" id="{DC80506C-F98E-434F-AC2F-2D0A4B9DBF11}"/>
              </a:ext>
            </a:extLst>
          </p:cNvPr>
          <p:cNvSpPr txBox="1">
            <a:spLocks noChangeArrowheads="1"/>
          </p:cNvSpPr>
          <p:nvPr/>
        </p:nvSpPr>
        <p:spPr bwMode="auto">
          <a:xfrm>
            <a:off x="4067175" y="2133600"/>
            <a:ext cx="4826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a:sym typeface="Symbol" panose="05050102010706020507" pitchFamily="18" charset="2"/>
              </a:rPr>
              <a:t> </a:t>
            </a:r>
            <a:r>
              <a:rPr lang="en-US" altLang="en-US" sz="2800" b="1"/>
              <a:t> </a:t>
            </a:r>
            <a:r>
              <a:rPr lang="en-US" altLang="zh-CN" sz="2800" b="1" i="1"/>
              <a:t>P</a:t>
            </a:r>
            <a:r>
              <a:rPr lang="en-US" altLang="zh-CN" sz="2800" b="1" baseline="-25000"/>
              <a:t>2</a:t>
            </a:r>
            <a:r>
              <a:rPr lang="zh-CN" altLang="en-US" sz="2800" b="1"/>
              <a:t>稳定</a:t>
            </a:r>
            <a:r>
              <a:rPr lang="en-US" altLang="zh-CN" sz="2800" b="1"/>
              <a:t>(</a:t>
            </a:r>
            <a:r>
              <a:rPr lang="zh-CN" altLang="en-US" sz="2800" b="1"/>
              <a:t>甲乙相互依存</a:t>
            </a:r>
            <a:r>
              <a:rPr lang="en-US" altLang="zh-CN" sz="2800" b="1"/>
              <a:t>)</a:t>
            </a:r>
            <a:r>
              <a:rPr lang="zh-CN" altLang="en-US" sz="2800" b="1"/>
              <a:t>条件：</a:t>
            </a:r>
            <a:endParaRPr lang="zh-CN" altLang="en-US" sz="2800" b="1">
              <a:solidFill>
                <a:srgbClr val="FF3300"/>
              </a:solidFill>
              <a:sym typeface="Symbol" panose="05050102010706020507" pitchFamily="18" charset="2"/>
            </a:endParaRPr>
          </a:p>
        </p:txBody>
      </p:sp>
      <p:grpSp>
        <p:nvGrpSpPr>
          <p:cNvPr id="2" name="Group 38">
            <a:extLst>
              <a:ext uri="{FF2B5EF4-FFF2-40B4-BE49-F238E27FC236}">
                <a16:creationId xmlns:a16="http://schemas.microsoft.com/office/drawing/2014/main" id="{FEBC70C7-FD68-44B9-B15B-07A7F8E5EF58}"/>
              </a:ext>
            </a:extLst>
          </p:cNvPr>
          <p:cNvGrpSpPr>
            <a:grpSpLocks/>
          </p:cNvGrpSpPr>
          <p:nvPr/>
        </p:nvGrpSpPr>
        <p:grpSpPr bwMode="auto">
          <a:xfrm>
            <a:off x="1466850" y="538163"/>
            <a:ext cx="3457575" cy="1450975"/>
            <a:chOff x="1020" y="164"/>
            <a:chExt cx="2178" cy="998"/>
          </a:xfrm>
        </p:grpSpPr>
        <p:graphicFrame>
          <p:nvGraphicFramePr>
            <p:cNvPr id="78857" name="Object 35">
              <a:extLst>
                <a:ext uri="{FF2B5EF4-FFF2-40B4-BE49-F238E27FC236}">
                  <a16:creationId xmlns:a16="http://schemas.microsoft.com/office/drawing/2014/main" id="{75AAA636-E182-4BE0-9E29-7A8DAC09FBAA}"/>
                </a:ext>
              </a:extLst>
            </p:cNvPr>
            <p:cNvGraphicFramePr>
              <a:graphicFrameLocks noChangeAspect="1"/>
            </p:cNvGraphicFramePr>
            <p:nvPr/>
          </p:nvGraphicFramePr>
          <p:xfrm>
            <a:off x="1020" y="514"/>
            <a:ext cx="2178" cy="648"/>
          </p:xfrm>
          <a:graphic>
            <a:graphicData uri="http://schemas.openxmlformats.org/presentationml/2006/ole">
              <mc:AlternateContent xmlns:mc="http://schemas.openxmlformats.org/markup-compatibility/2006">
                <mc:Choice xmlns:v="urn:schemas-microsoft-com:vml" Requires="v">
                  <p:oleObj spid="_x0000_s78872" name="公式" r:id="rId5" imgW="1752600" imgH="482600" progId="Equation.3">
                    <p:embed/>
                  </p:oleObj>
                </mc:Choice>
                <mc:Fallback>
                  <p:oleObj name="公式" r:id="rId5" imgW="1752600" imgH="482600" progId="Equation.3">
                    <p:embed/>
                    <p:pic>
                      <p:nvPicPr>
                        <p:cNvPr id="0" name="Object 3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20" y="514"/>
                          <a:ext cx="2178" cy="648"/>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8858" name="Text Box 36">
              <a:extLst>
                <a:ext uri="{FF2B5EF4-FFF2-40B4-BE49-F238E27FC236}">
                  <a16:creationId xmlns:a16="http://schemas.microsoft.com/office/drawing/2014/main" id="{5DCC3305-3F62-47CD-BCE3-C8EE4F54E0E2}"/>
                </a:ext>
              </a:extLst>
            </p:cNvPr>
            <p:cNvSpPr txBox="1">
              <a:spLocks noChangeArrowheads="1"/>
            </p:cNvSpPr>
            <p:nvPr/>
          </p:nvSpPr>
          <p:spPr bwMode="auto">
            <a:xfrm>
              <a:off x="1111" y="164"/>
              <a:ext cx="1815" cy="357"/>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a:t> </a:t>
              </a:r>
              <a:r>
                <a:rPr lang="zh-CN" altLang="en-US" sz="2800" b="1"/>
                <a:t>甲可以独自生存</a:t>
              </a:r>
            </a:p>
          </p:txBody>
        </p:sp>
      </p:grpSp>
      <p:grpSp>
        <p:nvGrpSpPr>
          <p:cNvPr id="3" name="Group 39">
            <a:extLst>
              <a:ext uri="{FF2B5EF4-FFF2-40B4-BE49-F238E27FC236}">
                <a16:creationId xmlns:a16="http://schemas.microsoft.com/office/drawing/2014/main" id="{76E76179-E969-412F-AB41-1AFEC672CC61}"/>
              </a:ext>
            </a:extLst>
          </p:cNvPr>
          <p:cNvGrpSpPr>
            <a:grpSpLocks/>
          </p:cNvGrpSpPr>
          <p:nvPr/>
        </p:nvGrpSpPr>
        <p:grpSpPr bwMode="auto">
          <a:xfrm>
            <a:off x="5067300" y="538163"/>
            <a:ext cx="3657600" cy="1450975"/>
            <a:chOff x="3288" y="164"/>
            <a:chExt cx="2304" cy="999"/>
          </a:xfrm>
        </p:grpSpPr>
        <p:graphicFrame>
          <p:nvGraphicFramePr>
            <p:cNvPr id="78860" name="Object 5">
              <a:extLst>
                <a:ext uri="{FF2B5EF4-FFF2-40B4-BE49-F238E27FC236}">
                  <a16:creationId xmlns:a16="http://schemas.microsoft.com/office/drawing/2014/main" id="{848D21E1-179C-4160-B4BB-78CC825D459B}"/>
                </a:ext>
              </a:extLst>
            </p:cNvPr>
            <p:cNvGraphicFramePr>
              <a:graphicFrameLocks noChangeAspect="1"/>
            </p:cNvGraphicFramePr>
            <p:nvPr/>
          </p:nvGraphicFramePr>
          <p:xfrm>
            <a:off x="3288" y="527"/>
            <a:ext cx="2304" cy="636"/>
          </p:xfrm>
          <a:graphic>
            <a:graphicData uri="http://schemas.openxmlformats.org/presentationml/2006/ole">
              <mc:AlternateContent xmlns:mc="http://schemas.openxmlformats.org/markup-compatibility/2006">
                <mc:Choice xmlns:v="urn:schemas-microsoft-com:vml" Requires="v">
                  <p:oleObj spid="_x0000_s78873" name="公式" r:id="rId7" imgW="2286000" imgH="571320" progId="Equation.3">
                    <p:embed/>
                  </p:oleObj>
                </mc:Choice>
                <mc:Fallback>
                  <p:oleObj name="公式" r:id="rId7" imgW="2286000" imgH="571320"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88" y="527"/>
                          <a:ext cx="2304" cy="636"/>
                        </a:xfrm>
                        <a:prstGeom prst="rect">
                          <a:avLst/>
                        </a:prstGeom>
                        <a:solidFill>
                          <a:srgbClr val="FF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 name="Text Box 37">
              <a:extLst>
                <a:ext uri="{FF2B5EF4-FFF2-40B4-BE49-F238E27FC236}">
                  <a16:creationId xmlns:a16="http://schemas.microsoft.com/office/drawing/2014/main" id="{46CE7E86-5897-473B-BDC7-76A8AF101594}"/>
                </a:ext>
              </a:extLst>
            </p:cNvPr>
            <p:cNvSpPr txBox="1">
              <a:spLocks noChangeArrowheads="1"/>
            </p:cNvSpPr>
            <p:nvPr/>
          </p:nvSpPr>
          <p:spPr bwMode="auto">
            <a:xfrm>
              <a:off x="3379" y="164"/>
              <a:ext cx="1723" cy="357"/>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乙不能独立生存</a:t>
              </a:r>
            </a:p>
          </p:txBody>
        </p:sp>
      </p:grpSp>
      <p:sp>
        <p:nvSpPr>
          <p:cNvPr id="78888" name="Text Box 40">
            <a:extLst>
              <a:ext uri="{FF2B5EF4-FFF2-40B4-BE49-F238E27FC236}">
                <a16:creationId xmlns:a16="http://schemas.microsoft.com/office/drawing/2014/main" id="{B710A05B-D0EB-4362-A85E-0CA4E3CC5EA1}"/>
              </a:ext>
            </a:extLst>
          </p:cNvPr>
          <p:cNvSpPr txBox="1">
            <a:spLocks noChangeArrowheads="1"/>
          </p:cNvSpPr>
          <p:nvPr/>
        </p:nvSpPr>
        <p:spPr bwMode="auto">
          <a:xfrm>
            <a:off x="971550" y="3040063"/>
            <a:ext cx="5688013" cy="604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zh-CN" altLang="en-US" sz="2800" b="1"/>
              <a:t>乙为甲提供食物是甲消耗的</a:t>
            </a:r>
            <a:r>
              <a:rPr lang="zh-CN" altLang="en-US" sz="2800" b="1" i="1">
                <a:sym typeface="Symbol" panose="05050102010706020507" pitchFamily="18" charset="2"/>
              </a:rPr>
              <a:t></a:t>
            </a:r>
            <a:r>
              <a:rPr lang="en-US" altLang="zh-CN" sz="2800" b="1" baseline="-25000">
                <a:sym typeface="Symbol" panose="05050102010706020507" pitchFamily="18" charset="2"/>
              </a:rPr>
              <a:t>1</a:t>
            </a:r>
            <a:r>
              <a:rPr lang="en-US" altLang="zh-CN" sz="2800" b="1"/>
              <a:t> </a:t>
            </a:r>
            <a:r>
              <a:rPr lang="zh-CN" altLang="en-US" sz="2800" b="1"/>
              <a:t>倍</a:t>
            </a:r>
            <a:r>
              <a:rPr lang="en-US" altLang="zh-CN" sz="2800" b="1"/>
              <a:t>.</a:t>
            </a:r>
          </a:p>
        </p:txBody>
      </p:sp>
      <p:sp>
        <p:nvSpPr>
          <p:cNvPr id="78889" name="Text Box 41">
            <a:extLst>
              <a:ext uri="{FF2B5EF4-FFF2-40B4-BE49-F238E27FC236}">
                <a16:creationId xmlns:a16="http://schemas.microsoft.com/office/drawing/2014/main" id="{9FB9C500-47EB-45FA-8A7B-B54902F50359}"/>
              </a:ext>
            </a:extLst>
          </p:cNvPr>
          <p:cNvSpPr txBox="1">
            <a:spLocks noChangeArrowheads="1"/>
          </p:cNvSpPr>
          <p:nvPr/>
        </p:nvSpPr>
        <p:spPr bwMode="auto">
          <a:xfrm>
            <a:off x="971550" y="3616325"/>
            <a:ext cx="5400675" cy="604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zh-CN" altLang="en-US" sz="2800" b="1"/>
              <a:t>甲为乙提供食物是乙消耗的</a:t>
            </a:r>
            <a:r>
              <a:rPr lang="zh-CN" altLang="en-US" sz="2800" b="1" i="1">
                <a:sym typeface="Symbol" panose="05050102010706020507" pitchFamily="18" charset="2"/>
              </a:rPr>
              <a:t></a:t>
            </a:r>
            <a:r>
              <a:rPr lang="en-US" altLang="zh-CN" sz="2800" b="1" baseline="-25000">
                <a:sym typeface="Symbol" panose="05050102010706020507" pitchFamily="18" charset="2"/>
              </a:rPr>
              <a:t>2</a:t>
            </a:r>
            <a:r>
              <a:rPr lang="en-US" altLang="zh-CN" sz="2800" b="1"/>
              <a:t> </a:t>
            </a:r>
            <a:r>
              <a:rPr lang="zh-CN" altLang="en-US" sz="2800" b="1"/>
              <a:t>倍</a:t>
            </a:r>
            <a:r>
              <a:rPr lang="en-US" altLang="zh-CN" sz="2800" b="1"/>
              <a:t>.</a:t>
            </a:r>
          </a:p>
        </p:txBody>
      </p:sp>
      <p:sp>
        <p:nvSpPr>
          <p:cNvPr id="78891" name="Rectangle 43">
            <a:extLst>
              <a:ext uri="{FF2B5EF4-FFF2-40B4-BE49-F238E27FC236}">
                <a16:creationId xmlns:a16="http://schemas.microsoft.com/office/drawing/2014/main" id="{DB47AC72-C7EF-4DB7-B8DA-647EA1265EC8}"/>
              </a:ext>
            </a:extLst>
          </p:cNvPr>
          <p:cNvSpPr>
            <a:spLocks noChangeArrowheads="1"/>
          </p:cNvSpPr>
          <p:nvPr/>
        </p:nvSpPr>
        <p:spPr bwMode="auto">
          <a:xfrm>
            <a:off x="5003800" y="2565400"/>
            <a:ext cx="3022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i="1">
                <a:solidFill>
                  <a:srgbClr val="FF3300"/>
                </a:solidFill>
                <a:sym typeface="Symbol" panose="05050102010706020507" pitchFamily="18" charset="2"/>
              </a:rPr>
              <a:t></a:t>
            </a:r>
            <a:r>
              <a:rPr lang="en-US" altLang="zh-CN" sz="2800" b="1" baseline="-25000">
                <a:solidFill>
                  <a:srgbClr val="FF3300"/>
                </a:solidFill>
                <a:sym typeface="Symbol" panose="05050102010706020507" pitchFamily="18" charset="2"/>
              </a:rPr>
              <a:t>1</a:t>
            </a:r>
            <a:r>
              <a:rPr lang="en-US" altLang="zh-CN" sz="2800" b="1">
                <a:solidFill>
                  <a:srgbClr val="FF3300"/>
                </a:solidFill>
                <a:sym typeface="Symbol" panose="05050102010706020507" pitchFamily="18" charset="2"/>
              </a:rPr>
              <a:t>&lt;1, </a:t>
            </a:r>
            <a:r>
              <a:rPr lang="en-US" altLang="zh-CN" sz="2800" b="1" i="1">
                <a:solidFill>
                  <a:srgbClr val="FF3300"/>
                </a:solidFill>
                <a:sym typeface="Symbol" panose="05050102010706020507" pitchFamily="18" charset="2"/>
              </a:rPr>
              <a:t></a:t>
            </a:r>
            <a:r>
              <a:rPr lang="en-US" altLang="zh-CN" sz="2800" b="1" baseline="-25000">
                <a:solidFill>
                  <a:srgbClr val="FF3300"/>
                </a:solidFill>
                <a:sym typeface="Symbol" panose="05050102010706020507" pitchFamily="18" charset="2"/>
              </a:rPr>
              <a:t>2</a:t>
            </a:r>
            <a:r>
              <a:rPr lang="en-US" altLang="zh-CN" sz="2800" b="1">
                <a:solidFill>
                  <a:srgbClr val="FF3300"/>
                </a:solidFill>
                <a:sym typeface="Symbol" panose="05050102010706020507" pitchFamily="18" charset="2"/>
              </a:rPr>
              <a:t>&gt;1, </a:t>
            </a:r>
            <a:r>
              <a:rPr lang="en-US" altLang="zh-CN" sz="2800" b="1" i="1">
                <a:solidFill>
                  <a:srgbClr val="FF3300"/>
                </a:solidFill>
                <a:sym typeface="Symbol" panose="05050102010706020507" pitchFamily="18" charset="2"/>
              </a:rPr>
              <a:t></a:t>
            </a:r>
            <a:r>
              <a:rPr lang="en-US" altLang="zh-CN" sz="2800" b="1" baseline="-25000">
                <a:solidFill>
                  <a:srgbClr val="FF3300"/>
                </a:solidFill>
                <a:sym typeface="Symbol" panose="05050102010706020507" pitchFamily="18" charset="2"/>
              </a:rPr>
              <a:t>1</a:t>
            </a:r>
            <a:r>
              <a:rPr lang="en-US" altLang="zh-CN" sz="2800" b="1" i="1">
                <a:solidFill>
                  <a:srgbClr val="FF3300"/>
                </a:solidFill>
                <a:sym typeface="Symbol" panose="05050102010706020507" pitchFamily="18" charset="2"/>
              </a:rPr>
              <a:t></a:t>
            </a:r>
            <a:r>
              <a:rPr lang="en-US" altLang="zh-CN" sz="2800" b="1" baseline="-25000">
                <a:solidFill>
                  <a:srgbClr val="FF3300"/>
                </a:solidFill>
                <a:sym typeface="Symbol" panose="05050102010706020507" pitchFamily="18" charset="2"/>
              </a:rPr>
              <a:t>2</a:t>
            </a:r>
            <a:r>
              <a:rPr lang="en-US" altLang="zh-CN" sz="2800" b="1">
                <a:solidFill>
                  <a:srgbClr val="FF3300"/>
                </a:solidFill>
                <a:sym typeface="Symbol" panose="05050102010706020507" pitchFamily="18" charset="2"/>
              </a:rPr>
              <a:t>&lt;1</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ppt_x"/>
                                          </p:val>
                                        </p:tav>
                                        <p:tav tm="100000">
                                          <p:val>
                                            <p:strVal val="#ppt_x"/>
                                          </p:val>
                                        </p:tav>
                                      </p:tavLst>
                                    </p:anim>
                                    <p:anim calcmode="lin" valueType="num">
                                      <p:cBhvr additive="base">
                                        <p:cTn id="8" dur="1000" fill="hold"/>
                                        <p:tgtEl>
                                          <p:spTgt spid="2"/>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1"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1000" fill="hold"/>
                                        <p:tgtEl>
                                          <p:spTgt spid="3"/>
                                        </p:tgtEl>
                                        <p:attrNameLst>
                                          <p:attrName>ppt_x</p:attrName>
                                        </p:attrNameLst>
                                      </p:cBhvr>
                                      <p:tavLst>
                                        <p:tav tm="0">
                                          <p:val>
                                            <p:strVal val="#ppt_x"/>
                                          </p:val>
                                        </p:tav>
                                        <p:tav tm="100000">
                                          <p:val>
                                            <p:strVal val="#ppt_x"/>
                                          </p:val>
                                        </p:tav>
                                      </p:tavLst>
                                    </p:anim>
                                    <p:anim calcmode="lin" valueType="num">
                                      <p:cBhvr additive="base">
                                        <p:cTn id="14" dur="1000" fill="hold"/>
                                        <p:tgtEl>
                                          <p:spTgt spid="3"/>
                                        </p:tgtEl>
                                        <p:attrNameLst>
                                          <p:attrName>ppt_y</p:attrName>
                                        </p:attrNameLst>
                                      </p:cBhvr>
                                      <p:tavLst>
                                        <p:tav tm="0">
                                          <p:val>
                                            <p:strVal val="0-#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5" presetClass="entr" presetSubtype="1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checkerboard(across)">
                                      <p:cBhvr>
                                        <p:cTn id="19" dur="1000"/>
                                        <p:tgtEl>
                                          <p:spTgt spid="4"/>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3" presetClass="entr" presetSubtype="16" fill="hold" grpId="0" nodeType="clickEffect">
                                  <p:stCondLst>
                                    <p:cond delay="0"/>
                                  </p:stCondLst>
                                  <p:childTnLst>
                                    <p:set>
                                      <p:cBhvr>
                                        <p:cTn id="23" dur="1" fill="hold">
                                          <p:stCondLst>
                                            <p:cond delay="0"/>
                                          </p:stCondLst>
                                        </p:cTn>
                                        <p:tgtEl>
                                          <p:spTgt spid="78882"/>
                                        </p:tgtEl>
                                        <p:attrNameLst>
                                          <p:attrName>style.visibility</p:attrName>
                                        </p:attrNameLst>
                                      </p:cBhvr>
                                      <p:to>
                                        <p:strVal val="visible"/>
                                      </p:to>
                                    </p:set>
                                    <p:anim calcmode="lin" valueType="num">
                                      <p:cBhvr>
                                        <p:cTn id="24" dur="1000" fill="hold"/>
                                        <p:tgtEl>
                                          <p:spTgt spid="78882"/>
                                        </p:tgtEl>
                                        <p:attrNameLst>
                                          <p:attrName>ppt_w</p:attrName>
                                        </p:attrNameLst>
                                      </p:cBhvr>
                                      <p:tavLst>
                                        <p:tav tm="0">
                                          <p:val>
                                            <p:fltVal val="0"/>
                                          </p:val>
                                        </p:tav>
                                        <p:tav tm="100000">
                                          <p:val>
                                            <p:strVal val="#ppt_w"/>
                                          </p:val>
                                        </p:tav>
                                      </p:tavLst>
                                    </p:anim>
                                    <p:anim calcmode="lin" valueType="num">
                                      <p:cBhvr>
                                        <p:cTn id="25" dur="1000" fill="hold"/>
                                        <p:tgtEl>
                                          <p:spTgt spid="78882"/>
                                        </p:tgtEl>
                                        <p:attrNameLst>
                                          <p:attrName>ppt_h</p:attrName>
                                        </p:attrNameLst>
                                      </p:cBhvr>
                                      <p:tavLst>
                                        <p:tav tm="0">
                                          <p:val>
                                            <p:fltVal val="0"/>
                                          </p:val>
                                        </p:tav>
                                        <p:tav tm="100000">
                                          <p:val>
                                            <p:strVal val="#ppt_h"/>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4" presetClass="entr" presetSubtype="16" fill="hold" grpId="0" nodeType="clickEffect">
                                  <p:stCondLst>
                                    <p:cond delay="0"/>
                                  </p:stCondLst>
                                  <p:childTnLst>
                                    <p:set>
                                      <p:cBhvr>
                                        <p:cTn id="29" dur="1" fill="hold">
                                          <p:stCondLst>
                                            <p:cond delay="0"/>
                                          </p:stCondLst>
                                        </p:cTn>
                                        <p:tgtEl>
                                          <p:spTgt spid="78891"/>
                                        </p:tgtEl>
                                        <p:attrNameLst>
                                          <p:attrName>style.visibility</p:attrName>
                                        </p:attrNameLst>
                                      </p:cBhvr>
                                      <p:to>
                                        <p:strVal val="visible"/>
                                      </p:to>
                                    </p:set>
                                    <p:animEffect transition="in" filter="box(in)">
                                      <p:cBhvr>
                                        <p:cTn id="30" dur="1000"/>
                                        <p:tgtEl>
                                          <p:spTgt spid="78891"/>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18" presetClass="entr" presetSubtype="6" fill="hold" grpId="0" nodeType="clickEffect">
                                  <p:stCondLst>
                                    <p:cond delay="0"/>
                                  </p:stCondLst>
                                  <p:childTnLst>
                                    <p:set>
                                      <p:cBhvr>
                                        <p:cTn id="34" dur="1" fill="hold">
                                          <p:stCondLst>
                                            <p:cond delay="0"/>
                                          </p:stCondLst>
                                        </p:cTn>
                                        <p:tgtEl>
                                          <p:spTgt spid="78888"/>
                                        </p:tgtEl>
                                        <p:attrNameLst>
                                          <p:attrName>style.visibility</p:attrName>
                                        </p:attrNameLst>
                                      </p:cBhvr>
                                      <p:to>
                                        <p:strVal val="visible"/>
                                      </p:to>
                                    </p:set>
                                    <p:animEffect transition="in" filter="strips(downRight)">
                                      <p:cBhvr>
                                        <p:cTn id="35" dur="1000"/>
                                        <p:tgtEl>
                                          <p:spTgt spid="78888"/>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18" presetClass="entr" presetSubtype="6" fill="hold" grpId="0" nodeType="clickEffect">
                                  <p:stCondLst>
                                    <p:cond delay="0"/>
                                  </p:stCondLst>
                                  <p:childTnLst>
                                    <p:set>
                                      <p:cBhvr>
                                        <p:cTn id="39" dur="1" fill="hold">
                                          <p:stCondLst>
                                            <p:cond delay="0"/>
                                          </p:stCondLst>
                                        </p:cTn>
                                        <p:tgtEl>
                                          <p:spTgt spid="78889"/>
                                        </p:tgtEl>
                                        <p:attrNameLst>
                                          <p:attrName>style.visibility</p:attrName>
                                        </p:attrNameLst>
                                      </p:cBhvr>
                                      <p:to>
                                        <p:strVal val="visible"/>
                                      </p:to>
                                    </p:set>
                                    <p:animEffect transition="in" filter="strips(downRight)">
                                      <p:cBhvr>
                                        <p:cTn id="40" dur="1000"/>
                                        <p:tgtEl>
                                          <p:spTgt spid="78889"/>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78855"/>
                                        </p:tgtEl>
                                        <p:attrNameLst>
                                          <p:attrName>style.visibility</p:attrName>
                                        </p:attrNameLst>
                                      </p:cBhvr>
                                      <p:to>
                                        <p:strVal val="visible"/>
                                      </p:to>
                                    </p:set>
                                    <p:animEffect transition="in" filter="wipe(left)">
                                      <p:cBhvr>
                                        <p:cTn id="45" dur="1000"/>
                                        <p:tgtEl>
                                          <p:spTgt spid="78855"/>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78861"/>
                                        </p:tgtEl>
                                        <p:attrNameLst>
                                          <p:attrName>style.visibility</p:attrName>
                                        </p:attrNameLst>
                                      </p:cBhvr>
                                      <p:to>
                                        <p:strVal val="visible"/>
                                      </p:to>
                                    </p:set>
                                    <p:animEffect transition="in" filter="wipe(left)">
                                      <p:cBhvr>
                                        <p:cTn id="50" dur="1000"/>
                                        <p:tgtEl>
                                          <p:spTgt spid="78861"/>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nodeType="clickEffect">
                                  <p:stCondLst>
                                    <p:cond delay="0"/>
                                  </p:stCondLst>
                                  <p:childTnLst>
                                    <p:set>
                                      <p:cBhvr>
                                        <p:cTn id="54" dur="1" fill="hold">
                                          <p:stCondLst>
                                            <p:cond delay="0"/>
                                          </p:stCondLst>
                                        </p:cTn>
                                        <p:tgtEl>
                                          <p:spTgt spid="78869">
                                            <p:txEl>
                                              <p:pRg st="0" end="0"/>
                                            </p:txEl>
                                          </p:spTgt>
                                        </p:tgtEl>
                                        <p:attrNameLst>
                                          <p:attrName>style.visibility</p:attrName>
                                        </p:attrNameLst>
                                      </p:cBhvr>
                                      <p:to>
                                        <p:strVal val="visible"/>
                                      </p:to>
                                    </p:set>
                                    <p:animEffect transition="in" filter="wipe(left)">
                                      <p:cBhvr>
                                        <p:cTn id="55" dur="1000"/>
                                        <p:tgtEl>
                                          <p:spTgt spid="78869">
                                            <p:txEl>
                                              <p:pRg st="0" end="0"/>
                                            </p:txEl>
                                          </p:spTgt>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5" presetClass="entr" presetSubtype="10" fill="hold" nodeType="clickEffect">
                                  <p:stCondLst>
                                    <p:cond delay="0"/>
                                  </p:stCondLst>
                                  <p:childTnLst>
                                    <p:set>
                                      <p:cBhvr>
                                        <p:cTn id="59" dur="1" fill="hold">
                                          <p:stCondLst>
                                            <p:cond delay="0"/>
                                          </p:stCondLst>
                                        </p:cTn>
                                        <p:tgtEl>
                                          <p:spTgt spid="78869">
                                            <p:txEl>
                                              <p:pRg st="1" end="1"/>
                                            </p:txEl>
                                          </p:spTgt>
                                        </p:tgtEl>
                                        <p:attrNameLst>
                                          <p:attrName>style.visibility</p:attrName>
                                        </p:attrNameLst>
                                      </p:cBhvr>
                                      <p:to>
                                        <p:strVal val="visible"/>
                                      </p:to>
                                    </p:set>
                                    <p:animEffect transition="in" filter="checkerboard(across)">
                                      <p:cBhvr>
                                        <p:cTn id="60" dur="1000"/>
                                        <p:tgtEl>
                                          <p:spTgt spid="7886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61" grpId="0" animBg="1" autoUpdateAnimBg="0"/>
      <p:bldP spid="78855" grpId="0" animBg="1" autoUpdateAnimBg="0"/>
      <p:bldP spid="78882" grpId="0"/>
      <p:bldP spid="78888" grpId="0" autoUpdateAnimBg="0"/>
      <p:bldP spid="78889" grpId="0" autoUpdateAnimBg="0"/>
      <p:bldP spid="78891" grpId="0"/>
    </p:bldLst>
  </p:timing>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3124" name="Text Box 4">
            <a:extLst>
              <a:ext uri="{FF2B5EF4-FFF2-40B4-BE49-F238E27FC236}">
                <a16:creationId xmlns:a16="http://schemas.microsoft.com/office/drawing/2014/main" id="{916C3745-0BF6-47E9-9D4E-7F7050609D27}"/>
              </a:ext>
            </a:extLst>
          </p:cNvPr>
          <p:cNvSpPr txBox="1">
            <a:spLocks noChangeArrowheads="1"/>
          </p:cNvSpPr>
          <p:nvPr/>
        </p:nvSpPr>
        <p:spPr bwMode="auto">
          <a:xfrm>
            <a:off x="827088" y="3068638"/>
            <a:ext cx="6335712" cy="519112"/>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ea typeface="楷体_GB2312" pitchFamily="49" charset="-122"/>
              </a:rPr>
              <a:t>甲乙两</a:t>
            </a:r>
            <a:r>
              <a:rPr lang="zh-CN" altLang="en-US" sz="2800" b="1">
                <a:latin typeface="楷体_GB2312" pitchFamily="49" charset="-122"/>
                <a:ea typeface="楷体_GB2312" pitchFamily="49" charset="-122"/>
              </a:rPr>
              <a:t>种群的相互依存还有其他形式</a:t>
            </a:r>
          </a:p>
        </p:txBody>
      </p:sp>
      <p:sp>
        <p:nvSpPr>
          <p:cNvPr id="133125" name="Text Box 5">
            <a:extLst>
              <a:ext uri="{FF2B5EF4-FFF2-40B4-BE49-F238E27FC236}">
                <a16:creationId xmlns:a16="http://schemas.microsoft.com/office/drawing/2014/main" id="{46763A09-1D61-4630-B77F-B0023D9AABA5}"/>
              </a:ext>
            </a:extLst>
          </p:cNvPr>
          <p:cNvSpPr txBox="1">
            <a:spLocks noChangeArrowheads="1"/>
          </p:cNvSpPr>
          <p:nvPr/>
        </p:nvSpPr>
        <p:spPr bwMode="auto">
          <a:xfrm>
            <a:off x="900113" y="1700213"/>
            <a:ext cx="7488237"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zh-CN" altLang="en-US" sz="2800" b="1"/>
              <a:t>种群甲可以独自生存，种群乙不能独自生存；甲乙一起生存时相互提供食物、促进增长</a:t>
            </a:r>
            <a:r>
              <a:rPr lang="en-US" altLang="zh-CN" sz="2800" b="1"/>
              <a:t>.</a:t>
            </a:r>
          </a:p>
        </p:txBody>
      </p:sp>
      <p:sp>
        <p:nvSpPr>
          <p:cNvPr id="133126" name="Text Box 6">
            <a:extLst>
              <a:ext uri="{FF2B5EF4-FFF2-40B4-BE49-F238E27FC236}">
                <a16:creationId xmlns:a16="http://schemas.microsoft.com/office/drawing/2014/main" id="{03EDF026-C94F-4BD9-8229-287C90A5B07B}"/>
              </a:ext>
            </a:extLst>
          </p:cNvPr>
          <p:cNvSpPr txBox="1">
            <a:spLocks noChangeArrowheads="1"/>
          </p:cNvSpPr>
          <p:nvPr/>
        </p:nvSpPr>
        <p:spPr bwMode="auto">
          <a:xfrm>
            <a:off x="900113" y="3716338"/>
            <a:ext cx="6767512" cy="1138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
              </a:spcBef>
              <a:buFontTx/>
              <a:buChar char="•"/>
            </a:pPr>
            <a:r>
              <a:rPr lang="en-US" altLang="zh-CN" sz="2800" b="1"/>
              <a:t>  </a:t>
            </a:r>
            <a:r>
              <a:rPr lang="zh-CN" altLang="en-US" sz="2800" b="1"/>
              <a:t>甲乙均可以独自生存；甲乙一起生存时</a:t>
            </a:r>
          </a:p>
          <a:p>
            <a:pPr eaLnBrk="1" hangingPunct="1">
              <a:lnSpc>
                <a:spcPct val="120000"/>
              </a:lnSpc>
              <a:spcBef>
                <a:spcPct val="5000"/>
              </a:spcBef>
            </a:pPr>
            <a:r>
              <a:rPr lang="zh-CN" altLang="en-US" sz="2800" b="1"/>
              <a:t>   相互提供食物、促进增长</a:t>
            </a:r>
            <a:r>
              <a:rPr lang="en-US" altLang="zh-CN" sz="2800" b="1"/>
              <a:t>.</a:t>
            </a:r>
          </a:p>
        </p:txBody>
      </p:sp>
      <p:sp>
        <p:nvSpPr>
          <p:cNvPr id="133127" name="Text Box 7">
            <a:extLst>
              <a:ext uri="{FF2B5EF4-FFF2-40B4-BE49-F238E27FC236}">
                <a16:creationId xmlns:a16="http://schemas.microsoft.com/office/drawing/2014/main" id="{F5F62BCD-C794-4528-B31F-C1BE646AAFBC}"/>
              </a:ext>
            </a:extLst>
          </p:cNvPr>
          <p:cNvSpPr txBox="1">
            <a:spLocks noChangeArrowheads="1"/>
          </p:cNvSpPr>
          <p:nvPr/>
        </p:nvSpPr>
        <p:spPr bwMode="auto">
          <a:xfrm>
            <a:off x="900113" y="4941888"/>
            <a:ext cx="6629400" cy="1138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
              </a:spcBef>
              <a:buFontTx/>
              <a:buChar char="•"/>
            </a:pPr>
            <a:r>
              <a:rPr lang="en-US" altLang="zh-CN" sz="2800" b="1"/>
              <a:t>  </a:t>
            </a:r>
            <a:r>
              <a:rPr lang="zh-CN" altLang="en-US" sz="2800" b="1"/>
              <a:t>甲乙均不能独自生存；甲乙一起生存时</a:t>
            </a:r>
          </a:p>
          <a:p>
            <a:pPr eaLnBrk="1" hangingPunct="1">
              <a:lnSpc>
                <a:spcPct val="120000"/>
              </a:lnSpc>
              <a:spcBef>
                <a:spcPct val="5000"/>
              </a:spcBef>
            </a:pPr>
            <a:r>
              <a:rPr lang="zh-CN" altLang="en-US" sz="2800" b="1"/>
              <a:t>   相互提供食物、促进增长</a:t>
            </a:r>
            <a:r>
              <a:rPr lang="en-US" altLang="zh-CN" sz="2800" b="1"/>
              <a:t>.</a:t>
            </a:r>
          </a:p>
        </p:txBody>
      </p:sp>
      <p:sp>
        <p:nvSpPr>
          <p:cNvPr id="79878" name="Text Box 8">
            <a:extLst>
              <a:ext uri="{FF2B5EF4-FFF2-40B4-BE49-F238E27FC236}">
                <a16:creationId xmlns:a16="http://schemas.microsoft.com/office/drawing/2014/main" id="{FD1DF708-CD14-41FF-AB07-BAF311FB38A0}"/>
              </a:ext>
            </a:extLst>
          </p:cNvPr>
          <p:cNvSpPr txBox="1">
            <a:spLocks noChangeArrowheads="1"/>
          </p:cNvSpPr>
          <p:nvPr/>
        </p:nvSpPr>
        <p:spPr bwMode="auto">
          <a:xfrm>
            <a:off x="2195513" y="692150"/>
            <a:ext cx="3671887" cy="64135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600" b="1">
                <a:latin typeface="楷体_GB2312" pitchFamily="49" charset="-122"/>
                <a:ea typeface="楷体_GB2312" pitchFamily="49" charset="-122"/>
              </a:rPr>
              <a:t>种群的相互依存</a:t>
            </a:r>
          </a:p>
        </p:txBody>
      </p:sp>
      <p:graphicFrame>
        <p:nvGraphicFramePr>
          <p:cNvPr id="79879" name="Object 9">
            <a:extLst>
              <a:ext uri="{FF2B5EF4-FFF2-40B4-BE49-F238E27FC236}">
                <a16:creationId xmlns:a16="http://schemas.microsoft.com/office/drawing/2014/main" id="{DE4888FD-04B4-4CC9-8ECF-3FD72CCA6314}"/>
              </a:ext>
            </a:extLst>
          </p:cNvPr>
          <p:cNvGraphicFramePr>
            <a:graphicFrameLocks noChangeAspect="1"/>
          </p:cNvGraphicFramePr>
          <p:nvPr/>
        </p:nvGraphicFramePr>
        <p:xfrm>
          <a:off x="7939088" y="558800"/>
          <a:ext cx="777875" cy="1066800"/>
        </p:xfrm>
        <a:graphic>
          <a:graphicData uri="http://schemas.openxmlformats.org/presentationml/2006/ole">
            <mc:AlternateContent xmlns:mc="http://schemas.openxmlformats.org/markup-compatibility/2006">
              <mc:Choice xmlns:v="urn:schemas-microsoft-com:vml" Requires="v">
                <p:oleObj spid="_x0000_s79882" name="Clip" r:id="rId3" imgW="556190" imgH="761744" progId="MS_ClipArt_Gallery.2">
                  <p:embed/>
                </p:oleObj>
              </mc:Choice>
              <mc:Fallback>
                <p:oleObj name="Clip" r:id="rId3" imgW="556190" imgH="761744" progId="MS_ClipArt_Gallery.2">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39088" y="558800"/>
                        <a:ext cx="777875" cy="106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33125"/>
                                        </p:tgtEl>
                                        <p:attrNameLst>
                                          <p:attrName>style.visibility</p:attrName>
                                        </p:attrNameLst>
                                      </p:cBhvr>
                                      <p:to>
                                        <p:strVal val="visible"/>
                                      </p:to>
                                    </p:set>
                                    <p:animEffect transition="in" filter="strips(downRight)">
                                      <p:cBhvr>
                                        <p:cTn id="7" dur="1000"/>
                                        <p:tgtEl>
                                          <p:spTgt spid="13312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33124"/>
                                        </p:tgtEl>
                                        <p:attrNameLst>
                                          <p:attrName>style.visibility</p:attrName>
                                        </p:attrNameLst>
                                      </p:cBhvr>
                                      <p:to>
                                        <p:strVal val="visible"/>
                                      </p:to>
                                    </p:set>
                                    <p:animEffect transition="in" filter="dissolve">
                                      <p:cBhvr>
                                        <p:cTn id="12" dur="1000"/>
                                        <p:tgtEl>
                                          <p:spTgt spid="13312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133126"/>
                                        </p:tgtEl>
                                        <p:attrNameLst>
                                          <p:attrName>style.visibility</p:attrName>
                                        </p:attrNameLst>
                                      </p:cBhvr>
                                      <p:to>
                                        <p:strVal val="visible"/>
                                      </p:to>
                                    </p:set>
                                    <p:animEffect transition="in" filter="strips(downRight)">
                                      <p:cBhvr>
                                        <p:cTn id="17" dur="1000"/>
                                        <p:tgtEl>
                                          <p:spTgt spid="13312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133127"/>
                                        </p:tgtEl>
                                        <p:attrNameLst>
                                          <p:attrName>style.visibility</p:attrName>
                                        </p:attrNameLst>
                                      </p:cBhvr>
                                      <p:to>
                                        <p:strVal val="visible"/>
                                      </p:to>
                                    </p:set>
                                    <p:animEffect transition="in" filter="strips(downRight)">
                                      <p:cBhvr>
                                        <p:cTn id="22" dur="1000"/>
                                        <p:tgtEl>
                                          <p:spTgt spid="1331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24" grpId="0" animBg="1"/>
      <p:bldP spid="133125" grpId="0" animBg="1" autoUpdateAnimBg="0"/>
      <p:bldP spid="133126" grpId="0" animBg="1" autoUpdateAnimBg="0"/>
      <p:bldP spid="133127" grpId="0" animBg="1" autoUpdateAnimBg="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ext Box 2">
            <a:extLst>
              <a:ext uri="{FF2B5EF4-FFF2-40B4-BE49-F238E27FC236}">
                <a16:creationId xmlns:a16="http://schemas.microsoft.com/office/drawing/2014/main" id="{558F22C1-D8F1-45CE-A3D4-59496D3EEC0C}"/>
              </a:ext>
            </a:extLst>
          </p:cNvPr>
          <p:cNvSpPr txBox="1">
            <a:spLocks noChangeArrowheads="1"/>
          </p:cNvSpPr>
          <p:nvPr/>
        </p:nvSpPr>
        <p:spPr bwMode="auto">
          <a:xfrm>
            <a:off x="1979613" y="692150"/>
            <a:ext cx="4572000" cy="1190625"/>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3600" b="1">
                <a:ea typeface="楷体_GB2312" pitchFamily="49" charset="-122"/>
              </a:rPr>
              <a:t>5.7</a:t>
            </a:r>
            <a:r>
              <a:rPr lang="en-US" altLang="zh-CN" sz="3600" b="1">
                <a:latin typeface="楷体_GB2312" pitchFamily="49" charset="-122"/>
                <a:ea typeface="楷体_GB2312" pitchFamily="49" charset="-122"/>
              </a:rPr>
              <a:t> </a:t>
            </a:r>
            <a:r>
              <a:rPr lang="zh-CN" altLang="en-US" sz="3600" b="1">
                <a:latin typeface="楷体_GB2312" pitchFamily="49" charset="-122"/>
                <a:ea typeface="楷体_GB2312" pitchFamily="49" charset="-122"/>
              </a:rPr>
              <a:t>食饵</a:t>
            </a:r>
            <a:r>
              <a:rPr lang="en-US" altLang="zh-CN" sz="3600" b="1">
                <a:latin typeface="楷体_GB2312" pitchFamily="49" charset="-122"/>
                <a:ea typeface="楷体_GB2312" pitchFamily="49" charset="-122"/>
              </a:rPr>
              <a:t>-</a:t>
            </a:r>
            <a:r>
              <a:rPr lang="zh-CN" altLang="en-US" sz="3600" b="1">
                <a:latin typeface="楷体_GB2312" pitchFamily="49" charset="-122"/>
                <a:ea typeface="楷体_GB2312" pitchFamily="49" charset="-122"/>
              </a:rPr>
              <a:t>捕食者模型</a:t>
            </a:r>
            <a:r>
              <a:rPr lang="en-US" altLang="zh-CN" sz="3600" b="1">
                <a:latin typeface="楷体_GB2312" pitchFamily="49" charset="-122"/>
                <a:ea typeface="楷体_GB2312" pitchFamily="49" charset="-122"/>
              </a:rPr>
              <a:t>(</a:t>
            </a:r>
            <a:r>
              <a:rPr lang="zh-CN" altLang="en-US" sz="3600" b="1">
                <a:latin typeface="楷体_GB2312" pitchFamily="49" charset="-122"/>
                <a:ea typeface="楷体_GB2312" pitchFamily="49" charset="-122"/>
              </a:rPr>
              <a:t>种群的弱肉强食</a:t>
            </a:r>
            <a:r>
              <a:rPr lang="en-US" altLang="zh-CN" sz="3600" b="1">
                <a:latin typeface="楷体_GB2312" pitchFamily="49" charset="-122"/>
                <a:ea typeface="楷体_GB2312" pitchFamily="49" charset="-122"/>
              </a:rPr>
              <a:t>)</a:t>
            </a:r>
          </a:p>
        </p:txBody>
      </p:sp>
      <p:graphicFrame>
        <p:nvGraphicFramePr>
          <p:cNvPr id="80899" name="Object 2">
            <a:extLst>
              <a:ext uri="{FF2B5EF4-FFF2-40B4-BE49-F238E27FC236}">
                <a16:creationId xmlns:a16="http://schemas.microsoft.com/office/drawing/2014/main" id="{85BAE749-2CD5-40BD-B2AC-837EDE299B3A}"/>
              </a:ext>
            </a:extLst>
          </p:cNvPr>
          <p:cNvGraphicFramePr>
            <a:graphicFrameLocks noChangeAspect="1"/>
          </p:cNvGraphicFramePr>
          <p:nvPr/>
        </p:nvGraphicFramePr>
        <p:xfrm>
          <a:off x="7315200" y="609600"/>
          <a:ext cx="1295400" cy="685800"/>
        </p:xfrm>
        <a:graphic>
          <a:graphicData uri="http://schemas.openxmlformats.org/presentationml/2006/ole">
            <mc:AlternateContent xmlns:mc="http://schemas.openxmlformats.org/markup-compatibility/2006">
              <mc:Choice xmlns:v="urn:schemas-microsoft-com:vml" Requires="v">
                <p:oleObj spid="_x0000_s80904" name="Clip" r:id="rId3" imgW="952129" imgH="542857" progId="MS_ClipArt_Gallery.2">
                  <p:embed/>
                </p:oleObj>
              </mc:Choice>
              <mc:Fallback>
                <p:oleObj name="Clip" r:id="rId3" imgW="952129" imgH="542857" progId="MS_ClipArt_Gallery.2">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15200" y="609600"/>
                        <a:ext cx="1295400" cy="685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9092" name="Text Box 4">
            <a:extLst>
              <a:ext uri="{FF2B5EF4-FFF2-40B4-BE49-F238E27FC236}">
                <a16:creationId xmlns:a16="http://schemas.microsoft.com/office/drawing/2014/main" id="{4E6A863E-C0B2-45FB-91C7-327327CF5F72}"/>
              </a:ext>
            </a:extLst>
          </p:cNvPr>
          <p:cNvSpPr txBox="1">
            <a:spLocks noChangeArrowheads="1"/>
          </p:cNvSpPr>
          <p:nvPr/>
        </p:nvSpPr>
        <p:spPr bwMode="auto">
          <a:xfrm>
            <a:off x="900113" y="2227263"/>
            <a:ext cx="7343775" cy="163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buFontTx/>
              <a:buChar char="•"/>
            </a:pPr>
            <a:r>
              <a:rPr lang="en-US" altLang="zh-CN" sz="2800" b="1">
                <a:latin typeface="宋体" panose="02010600030101010101" pitchFamily="2" charset="-122"/>
              </a:rPr>
              <a:t> </a:t>
            </a:r>
            <a:r>
              <a:rPr lang="zh-CN" altLang="en-US" sz="2800" b="1">
                <a:latin typeface="宋体" panose="02010600030101010101" pitchFamily="2" charset="-122"/>
              </a:rPr>
              <a:t>种群甲靠丰富的天然资源生存，种群乙靠</a:t>
            </a:r>
          </a:p>
          <a:p>
            <a:pPr eaLnBrk="1" hangingPunct="1">
              <a:lnSpc>
                <a:spcPct val="120000"/>
              </a:lnSpc>
            </a:pPr>
            <a:r>
              <a:rPr lang="zh-CN" altLang="en-US" sz="2800" b="1">
                <a:latin typeface="宋体" panose="02010600030101010101" pitchFamily="2" charset="-122"/>
              </a:rPr>
              <a:t>  捕食甲为生，形成</a:t>
            </a:r>
            <a:r>
              <a:rPr lang="zh-CN" altLang="en-US" sz="2800" b="1">
                <a:solidFill>
                  <a:srgbClr val="FF3300"/>
                </a:solidFill>
                <a:latin typeface="宋体" panose="02010600030101010101" pitchFamily="2" charset="-122"/>
              </a:rPr>
              <a:t>食饵</a:t>
            </a:r>
            <a:r>
              <a:rPr lang="en-US" altLang="zh-CN" sz="2800" b="1">
                <a:solidFill>
                  <a:srgbClr val="FF3300"/>
                </a:solidFill>
                <a:latin typeface="宋体" panose="02010600030101010101" pitchFamily="2" charset="-122"/>
              </a:rPr>
              <a:t>-</a:t>
            </a:r>
            <a:r>
              <a:rPr lang="zh-CN" altLang="en-US" sz="2800" b="1">
                <a:solidFill>
                  <a:srgbClr val="FF3300"/>
                </a:solidFill>
                <a:latin typeface="宋体" panose="02010600030101010101" pitchFamily="2" charset="-122"/>
              </a:rPr>
              <a:t>捕食者系统</a:t>
            </a:r>
            <a:r>
              <a:rPr lang="zh-CN" altLang="en-US" sz="2800" b="1">
                <a:latin typeface="宋体" panose="02010600030101010101" pitchFamily="2" charset="-122"/>
              </a:rPr>
              <a:t>，如</a:t>
            </a:r>
          </a:p>
          <a:p>
            <a:pPr eaLnBrk="1" hangingPunct="1">
              <a:lnSpc>
                <a:spcPct val="120000"/>
              </a:lnSpc>
            </a:pPr>
            <a:r>
              <a:rPr lang="zh-CN" altLang="en-US" sz="2800" b="1">
                <a:latin typeface="宋体" panose="02010600030101010101" pitchFamily="2" charset="-122"/>
              </a:rPr>
              <a:t>  食用鱼和鲨鱼，美洲兔和山猫，害虫和益虫</a:t>
            </a:r>
            <a:r>
              <a:rPr lang="en-US" altLang="zh-CN" sz="2800" b="1">
                <a:latin typeface="宋体" panose="02010600030101010101" pitchFamily="2" charset="-122"/>
              </a:rPr>
              <a:t>.</a:t>
            </a:r>
          </a:p>
        </p:txBody>
      </p:sp>
      <p:sp>
        <p:nvSpPr>
          <p:cNvPr id="89093" name="Text Box 5">
            <a:extLst>
              <a:ext uri="{FF2B5EF4-FFF2-40B4-BE49-F238E27FC236}">
                <a16:creationId xmlns:a16="http://schemas.microsoft.com/office/drawing/2014/main" id="{C24A62F5-38FA-4205-BACA-759B088DABCF}"/>
              </a:ext>
            </a:extLst>
          </p:cNvPr>
          <p:cNvSpPr txBox="1">
            <a:spLocks noChangeArrowheads="1"/>
          </p:cNvSpPr>
          <p:nvPr/>
        </p:nvSpPr>
        <p:spPr bwMode="auto">
          <a:xfrm>
            <a:off x="900113" y="4030663"/>
            <a:ext cx="7559675" cy="163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buFontTx/>
              <a:buChar char="•"/>
            </a:pPr>
            <a:r>
              <a:rPr lang="en-US" altLang="zh-CN" sz="2800" b="1"/>
              <a:t> </a:t>
            </a:r>
            <a:r>
              <a:rPr lang="zh-CN" altLang="en-US" sz="2800" b="1">
                <a:solidFill>
                  <a:srgbClr val="FF3300"/>
                </a:solidFill>
              </a:rPr>
              <a:t>模型的历史背景</a:t>
            </a:r>
            <a:r>
              <a:rPr lang="en-US" altLang="zh-CN" sz="2800" b="1"/>
              <a:t>——</a:t>
            </a:r>
            <a:r>
              <a:rPr lang="zh-CN" altLang="en-US" sz="2800" b="1"/>
              <a:t>一次世界大战期间地中海</a:t>
            </a:r>
          </a:p>
          <a:p>
            <a:pPr eaLnBrk="1" hangingPunct="1">
              <a:lnSpc>
                <a:spcPct val="120000"/>
              </a:lnSpc>
            </a:pPr>
            <a:r>
              <a:rPr lang="zh-CN" altLang="en-US" sz="2800" b="1"/>
              <a:t>  渔业的捕捞量下降</a:t>
            </a:r>
            <a:r>
              <a:rPr lang="en-US" altLang="zh-CN" sz="2800" b="1"/>
              <a:t>(</a:t>
            </a:r>
            <a:r>
              <a:rPr lang="zh-CN" altLang="en-US" sz="2800" b="1"/>
              <a:t>食用鱼和鲨鱼同时捕捞</a:t>
            </a:r>
            <a:r>
              <a:rPr lang="en-US" altLang="zh-CN" sz="2800" b="1"/>
              <a:t>)</a:t>
            </a:r>
            <a:r>
              <a:rPr lang="zh-CN" altLang="en-US" sz="2800" b="1"/>
              <a:t>，</a:t>
            </a:r>
          </a:p>
          <a:p>
            <a:pPr eaLnBrk="1" hangingPunct="1">
              <a:lnSpc>
                <a:spcPct val="120000"/>
              </a:lnSpc>
            </a:pPr>
            <a:r>
              <a:rPr lang="zh-CN" altLang="en-US" sz="2800" b="1"/>
              <a:t>  但是其中</a:t>
            </a:r>
            <a:r>
              <a:rPr lang="zh-CN" altLang="en-US" sz="2800" b="1">
                <a:latin typeface="宋体" panose="02010600030101010101" pitchFamily="2" charset="-122"/>
              </a:rPr>
              <a:t>鲨鱼的比例却增加，为什么？</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89092"/>
                                        </p:tgtEl>
                                        <p:attrNameLst>
                                          <p:attrName>style.visibility</p:attrName>
                                        </p:attrNameLst>
                                      </p:cBhvr>
                                      <p:to>
                                        <p:strVal val="visible"/>
                                      </p:to>
                                    </p:set>
                                    <p:animEffect transition="in" filter="checkerboard(across)">
                                      <p:cBhvr>
                                        <p:cTn id="7" dur="1000"/>
                                        <p:tgtEl>
                                          <p:spTgt spid="8909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5" fill="hold" grpId="0" nodeType="clickEffect">
                                  <p:stCondLst>
                                    <p:cond delay="0"/>
                                  </p:stCondLst>
                                  <p:childTnLst>
                                    <p:set>
                                      <p:cBhvr>
                                        <p:cTn id="11" dur="1" fill="hold">
                                          <p:stCondLst>
                                            <p:cond delay="0"/>
                                          </p:stCondLst>
                                        </p:cTn>
                                        <p:tgtEl>
                                          <p:spTgt spid="89093"/>
                                        </p:tgtEl>
                                        <p:attrNameLst>
                                          <p:attrName>style.visibility</p:attrName>
                                        </p:attrNameLst>
                                      </p:cBhvr>
                                      <p:to>
                                        <p:strVal val="visible"/>
                                      </p:to>
                                    </p:set>
                                    <p:animEffect transition="in" filter="checkerboard(down)">
                                      <p:cBhvr>
                                        <p:cTn id="12" dur="1000"/>
                                        <p:tgtEl>
                                          <p:spTgt spid="890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2" grpId="0" animBg="1" autoUpdateAnimBg="0"/>
      <p:bldP spid="89093" grpId="0" animBg="1" autoUpdateAnimBg="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6" name="Text Box 4">
            <a:extLst>
              <a:ext uri="{FF2B5EF4-FFF2-40B4-BE49-F238E27FC236}">
                <a16:creationId xmlns:a16="http://schemas.microsoft.com/office/drawing/2014/main" id="{87DE71EC-729F-4296-82B9-A7F501934D3B}"/>
              </a:ext>
            </a:extLst>
          </p:cNvPr>
          <p:cNvSpPr txBox="1">
            <a:spLocks noChangeArrowheads="1"/>
          </p:cNvSpPr>
          <p:nvPr/>
        </p:nvSpPr>
        <p:spPr bwMode="auto">
          <a:xfrm>
            <a:off x="395288" y="1143000"/>
            <a:ext cx="62579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食饵</a:t>
            </a:r>
            <a:r>
              <a:rPr lang="en-US" altLang="zh-CN" sz="2800" b="1"/>
              <a:t>(</a:t>
            </a:r>
            <a:r>
              <a:rPr lang="zh-CN" altLang="en-US" sz="2800" b="1"/>
              <a:t>甲</a:t>
            </a:r>
            <a:r>
              <a:rPr lang="en-US" altLang="zh-CN" sz="2800" b="1"/>
              <a:t>)</a:t>
            </a:r>
            <a:r>
              <a:rPr lang="zh-CN" altLang="en-US" sz="2800" b="1"/>
              <a:t>数量 </a:t>
            </a:r>
            <a:r>
              <a:rPr lang="en-US" altLang="zh-CN" sz="2800" b="1" i="1"/>
              <a:t>x</a:t>
            </a:r>
            <a:r>
              <a:rPr lang="en-US" altLang="zh-CN" sz="2800" b="1"/>
              <a:t>(</a:t>
            </a:r>
            <a:r>
              <a:rPr lang="en-US" altLang="zh-CN" sz="2800" b="1" i="1"/>
              <a:t>t</a:t>
            </a:r>
            <a:r>
              <a:rPr lang="en-US" altLang="zh-CN" sz="2800" b="1"/>
              <a:t>)</a:t>
            </a:r>
            <a:r>
              <a:rPr lang="en-US" altLang="zh-CN" sz="2800" b="1" i="1"/>
              <a:t>,</a:t>
            </a:r>
            <a:r>
              <a:rPr lang="en-US" altLang="zh-CN" sz="2800" b="1"/>
              <a:t>  </a:t>
            </a:r>
            <a:r>
              <a:rPr lang="zh-CN" altLang="zh-CN" sz="2800" b="1"/>
              <a:t>捕食者</a:t>
            </a:r>
            <a:r>
              <a:rPr lang="en-US" altLang="zh-CN" sz="2800" b="1"/>
              <a:t>(</a:t>
            </a:r>
            <a:r>
              <a:rPr lang="zh-CN" altLang="zh-CN" sz="2800" b="1"/>
              <a:t>乙</a:t>
            </a:r>
            <a:r>
              <a:rPr lang="en-US" altLang="zh-CN" sz="2800" b="1"/>
              <a:t>)</a:t>
            </a:r>
            <a:r>
              <a:rPr lang="zh-CN" altLang="zh-CN" sz="2800" b="1"/>
              <a:t>数量</a:t>
            </a:r>
            <a:r>
              <a:rPr lang="zh-CN" altLang="zh-CN" sz="2800" b="1" i="1"/>
              <a:t> </a:t>
            </a:r>
            <a:r>
              <a:rPr lang="en-US" altLang="zh-CN" sz="2800" b="1" i="1"/>
              <a:t>y</a:t>
            </a:r>
            <a:r>
              <a:rPr lang="en-US" altLang="zh-CN" sz="2800" b="1"/>
              <a:t>(</a:t>
            </a:r>
            <a:r>
              <a:rPr lang="en-US" altLang="zh-CN" sz="2800" b="1" i="1"/>
              <a:t>t</a:t>
            </a:r>
            <a:r>
              <a:rPr lang="en-US" altLang="zh-CN" sz="2800" b="1"/>
              <a:t>)</a:t>
            </a:r>
          </a:p>
        </p:txBody>
      </p:sp>
      <p:sp>
        <p:nvSpPr>
          <p:cNvPr id="79877" name="Text Box 5">
            <a:extLst>
              <a:ext uri="{FF2B5EF4-FFF2-40B4-BE49-F238E27FC236}">
                <a16:creationId xmlns:a16="http://schemas.microsoft.com/office/drawing/2014/main" id="{55A10673-DE20-457E-88EB-C4CF2B9A3C81}"/>
              </a:ext>
            </a:extLst>
          </p:cNvPr>
          <p:cNvSpPr txBox="1">
            <a:spLocks noChangeArrowheads="1"/>
          </p:cNvSpPr>
          <p:nvPr/>
        </p:nvSpPr>
        <p:spPr bwMode="auto">
          <a:xfrm>
            <a:off x="381000" y="1789113"/>
            <a:ext cx="37338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甲独立生存的增长率 </a:t>
            </a:r>
            <a:r>
              <a:rPr lang="en-US" altLang="zh-CN" sz="2800" b="1" i="1"/>
              <a:t>r</a:t>
            </a:r>
            <a:endParaRPr lang="en-US" altLang="zh-CN" sz="2800" b="1"/>
          </a:p>
        </p:txBody>
      </p:sp>
      <p:graphicFrame>
        <p:nvGraphicFramePr>
          <p:cNvPr id="116738" name="Object 2">
            <a:extLst>
              <a:ext uri="{FF2B5EF4-FFF2-40B4-BE49-F238E27FC236}">
                <a16:creationId xmlns:a16="http://schemas.microsoft.com/office/drawing/2014/main" id="{FA9965CC-D1EB-4B90-A1EC-A68928D5F4D9}"/>
              </a:ext>
            </a:extLst>
          </p:cNvPr>
          <p:cNvGraphicFramePr>
            <a:graphicFrameLocks noChangeAspect="1"/>
          </p:cNvGraphicFramePr>
          <p:nvPr/>
        </p:nvGraphicFramePr>
        <p:xfrm>
          <a:off x="4876800" y="1789113"/>
          <a:ext cx="1289050" cy="620712"/>
        </p:xfrm>
        <a:graphic>
          <a:graphicData uri="http://schemas.openxmlformats.org/presentationml/2006/ole">
            <mc:AlternateContent xmlns:mc="http://schemas.openxmlformats.org/markup-compatibility/2006">
              <mc:Choice xmlns:v="urn:schemas-microsoft-com:vml" Requires="v">
                <p:oleObj spid="_x0000_s81949" name="公式" r:id="rId4" imgW="291973" imgH="139639" progId="Equation.3">
                  <p:embed/>
                </p:oleObj>
              </mc:Choice>
              <mc:Fallback>
                <p:oleObj name="公式" r:id="rId4" imgW="291973" imgH="139639"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76800" y="1789113"/>
                        <a:ext cx="1289050" cy="620712"/>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9879" name="Text Box 7">
            <a:extLst>
              <a:ext uri="{FF2B5EF4-FFF2-40B4-BE49-F238E27FC236}">
                <a16:creationId xmlns:a16="http://schemas.microsoft.com/office/drawing/2014/main" id="{2FFC222F-6BC4-4C1F-B9D9-3A6D97D0FAF8}"/>
              </a:ext>
            </a:extLst>
          </p:cNvPr>
          <p:cNvSpPr txBox="1">
            <a:spLocks noChangeArrowheads="1"/>
          </p:cNvSpPr>
          <p:nvPr/>
        </p:nvSpPr>
        <p:spPr bwMode="auto">
          <a:xfrm>
            <a:off x="381000" y="2398713"/>
            <a:ext cx="3759200" cy="1117600"/>
          </a:xfrm>
          <a:prstGeom prst="rect">
            <a:avLst/>
          </a:prstGeom>
          <a:solidFill>
            <a:srgbClr val="99FF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zh-CN" altLang="en-US" sz="2800" b="1"/>
              <a:t>乙使甲的增长率减小，减小量与</a:t>
            </a:r>
            <a:r>
              <a:rPr lang="zh-CN" altLang="en-US" sz="2800" b="1" i="1"/>
              <a:t> </a:t>
            </a:r>
            <a:r>
              <a:rPr lang="en-US" altLang="zh-CN" sz="2800" b="1" i="1"/>
              <a:t>y</a:t>
            </a:r>
            <a:r>
              <a:rPr lang="zh-CN" altLang="en-US" sz="2800" b="1"/>
              <a:t>成正比</a:t>
            </a:r>
          </a:p>
        </p:txBody>
      </p:sp>
      <p:graphicFrame>
        <p:nvGraphicFramePr>
          <p:cNvPr id="116739" name="Object 3">
            <a:extLst>
              <a:ext uri="{FF2B5EF4-FFF2-40B4-BE49-F238E27FC236}">
                <a16:creationId xmlns:a16="http://schemas.microsoft.com/office/drawing/2014/main" id="{E4E3F4BE-428D-44E9-BBF6-F81085D83039}"/>
              </a:ext>
            </a:extLst>
          </p:cNvPr>
          <p:cNvGraphicFramePr>
            <a:graphicFrameLocks noChangeAspect="1"/>
          </p:cNvGraphicFramePr>
          <p:nvPr/>
        </p:nvGraphicFramePr>
        <p:xfrm>
          <a:off x="4191000" y="2627313"/>
          <a:ext cx="2590800" cy="544512"/>
        </p:xfrm>
        <a:graphic>
          <a:graphicData uri="http://schemas.openxmlformats.org/presentationml/2006/ole">
            <mc:AlternateContent xmlns:mc="http://schemas.openxmlformats.org/markup-compatibility/2006">
              <mc:Choice xmlns:v="urn:schemas-microsoft-com:vml" Requires="v">
                <p:oleObj spid="_x0000_s81950" name="Equation" r:id="rId6" imgW="965200" imgH="203200" progId="Equation.3">
                  <p:embed/>
                </p:oleObj>
              </mc:Choice>
              <mc:Fallback>
                <p:oleObj name="Equation" r:id="rId6" imgW="965200" imgH="203200"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91000" y="2627313"/>
                        <a:ext cx="2590800" cy="544512"/>
                      </a:xfrm>
                      <a:prstGeom prst="rect">
                        <a:avLst/>
                      </a:prstGeom>
                      <a:solidFill>
                        <a:srgbClr val="99FF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9881" name="Text Box 9">
            <a:extLst>
              <a:ext uri="{FF2B5EF4-FFF2-40B4-BE49-F238E27FC236}">
                <a16:creationId xmlns:a16="http://schemas.microsoft.com/office/drawing/2014/main" id="{854C5EBA-6D82-4430-832D-400EF5D98B25}"/>
              </a:ext>
            </a:extLst>
          </p:cNvPr>
          <p:cNvSpPr txBox="1">
            <a:spLocks noChangeArrowheads="1"/>
          </p:cNvSpPr>
          <p:nvPr/>
        </p:nvSpPr>
        <p:spPr bwMode="auto">
          <a:xfrm>
            <a:off x="381000" y="3592513"/>
            <a:ext cx="37338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乙独立生存的死亡率 </a:t>
            </a:r>
            <a:r>
              <a:rPr lang="en-US" altLang="zh-CN" sz="2800" b="1" i="1"/>
              <a:t>d</a:t>
            </a:r>
            <a:endParaRPr lang="en-US" altLang="zh-CN" sz="2800" b="1"/>
          </a:p>
        </p:txBody>
      </p:sp>
      <p:graphicFrame>
        <p:nvGraphicFramePr>
          <p:cNvPr id="116740" name="Object 4">
            <a:extLst>
              <a:ext uri="{FF2B5EF4-FFF2-40B4-BE49-F238E27FC236}">
                <a16:creationId xmlns:a16="http://schemas.microsoft.com/office/drawing/2014/main" id="{5E3987B7-3CD7-4E8E-843D-3C3EBF6113E9}"/>
              </a:ext>
            </a:extLst>
          </p:cNvPr>
          <p:cNvGraphicFramePr>
            <a:graphicFrameLocks noChangeAspect="1"/>
          </p:cNvGraphicFramePr>
          <p:nvPr/>
        </p:nvGraphicFramePr>
        <p:xfrm>
          <a:off x="4800600" y="3606800"/>
          <a:ext cx="1676400" cy="609600"/>
        </p:xfrm>
        <a:graphic>
          <a:graphicData uri="http://schemas.openxmlformats.org/presentationml/2006/ole">
            <mc:AlternateContent xmlns:mc="http://schemas.openxmlformats.org/markup-compatibility/2006">
              <mc:Choice xmlns:v="urn:schemas-microsoft-com:vml" Requires="v">
                <p:oleObj spid="_x0000_s81951" name="公式" r:id="rId8" imgW="368140" imgH="152334" progId="Equation.3">
                  <p:embed/>
                </p:oleObj>
              </mc:Choice>
              <mc:Fallback>
                <p:oleObj name="公式" r:id="rId8" imgW="368140" imgH="152334" progId="Equation.3">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800600" y="3606800"/>
                        <a:ext cx="1676400" cy="6096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9883" name="Text Box 11">
            <a:extLst>
              <a:ext uri="{FF2B5EF4-FFF2-40B4-BE49-F238E27FC236}">
                <a16:creationId xmlns:a16="http://schemas.microsoft.com/office/drawing/2014/main" id="{CD45E2EC-2121-4A06-B10D-72BDBDCC822F}"/>
              </a:ext>
            </a:extLst>
          </p:cNvPr>
          <p:cNvSpPr txBox="1">
            <a:spLocks noChangeArrowheads="1"/>
          </p:cNvSpPr>
          <p:nvPr/>
        </p:nvSpPr>
        <p:spPr bwMode="auto">
          <a:xfrm>
            <a:off x="250825" y="4216400"/>
            <a:ext cx="3816350" cy="1117600"/>
          </a:xfrm>
          <a:prstGeom prst="rect">
            <a:avLst/>
          </a:prstGeom>
          <a:solidFill>
            <a:srgbClr val="99FF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zh-CN" altLang="en-US" sz="2800" b="1"/>
              <a:t>甲使乙的死亡率减小，减小量与 </a:t>
            </a:r>
            <a:r>
              <a:rPr lang="en-US" altLang="zh-CN" sz="2800" b="1" i="1"/>
              <a:t>x</a:t>
            </a:r>
            <a:r>
              <a:rPr lang="zh-CN" altLang="en-US" sz="2800" b="1"/>
              <a:t>成正比</a:t>
            </a:r>
          </a:p>
        </p:txBody>
      </p:sp>
      <p:graphicFrame>
        <p:nvGraphicFramePr>
          <p:cNvPr id="116741" name="Object 5">
            <a:extLst>
              <a:ext uri="{FF2B5EF4-FFF2-40B4-BE49-F238E27FC236}">
                <a16:creationId xmlns:a16="http://schemas.microsoft.com/office/drawing/2014/main" id="{80228F83-7DE4-40AD-97C4-04FC23A04FC8}"/>
              </a:ext>
            </a:extLst>
          </p:cNvPr>
          <p:cNvGraphicFramePr>
            <a:graphicFrameLocks noChangeAspect="1"/>
          </p:cNvGraphicFramePr>
          <p:nvPr/>
        </p:nvGraphicFramePr>
        <p:xfrm>
          <a:off x="4038600" y="4489450"/>
          <a:ext cx="2552700" cy="550863"/>
        </p:xfrm>
        <a:graphic>
          <a:graphicData uri="http://schemas.openxmlformats.org/presentationml/2006/ole">
            <mc:AlternateContent xmlns:mc="http://schemas.openxmlformats.org/markup-compatibility/2006">
              <mc:Choice xmlns:v="urn:schemas-microsoft-com:vml" Requires="v">
                <p:oleObj spid="_x0000_s81952" name="Equation" r:id="rId10" imgW="1091726" imgH="203112" progId="Equation.3">
                  <p:embed/>
                </p:oleObj>
              </mc:Choice>
              <mc:Fallback>
                <p:oleObj name="Equation" r:id="rId10" imgW="1091726" imgH="203112" progId="Equation.3">
                  <p:embed/>
                  <p:pic>
                    <p:nvPicPr>
                      <p:cNvPr id="0" name="Object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038600" y="4489450"/>
                        <a:ext cx="2552700" cy="550863"/>
                      </a:xfrm>
                      <a:prstGeom prst="rect">
                        <a:avLst/>
                      </a:prstGeom>
                      <a:solidFill>
                        <a:srgbClr val="99FF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9888" name="Text Box 16">
            <a:extLst>
              <a:ext uri="{FF2B5EF4-FFF2-40B4-BE49-F238E27FC236}">
                <a16:creationId xmlns:a16="http://schemas.microsoft.com/office/drawing/2014/main" id="{6944B3B4-2393-4CEC-8FEA-5855A2830CBF}"/>
              </a:ext>
            </a:extLst>
          </p:cNvPr>
          <p:cNvSpPr txBox="1">
            <a:spLocks noChangeArrowheads="1"/>
          </p:cNvSpPr>
          <p:nvPr/>
        </p:nvSpPr>
        <p:spPr bwMode="auto">
          <a:xfrm>
            <a:off x="2438400" y="5943600"/>
            <a:ext cx="3505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方程</a:t>
            </a:r>
            <a:r>
              <a:rPr lang="en-US" altLang="zh-CN" sz="2800" b="1"/>
              <a:t>(1),(2) </a:t>
            </a:r>
            <a:r>
              <a:rPr lang="zh-CN" altLang="en-US" sz="2800" b="1"/>
              <a:t>无解析解</a:t>
            </a:r>
          </a:p>
        </p:txBody>
      </p:sp>
      <p:sp>
        <p:nvSpPr>
          <p:cNvPr id="81932" name="Text Box 19">
            <a:extLst>
              <a:ext uri="{FF2B5EF4-FFF2-40B4-BE49-F238E27FC236}">
                <a16:creationId xmlns:a16="http://schemas.microsoft.com/office/drawing/2014/main" id="{647B619C-D91A-4E7F-8D09-EFB6477E764C}"/>
              </a:ext>
            </a:extLst>
          </p:cNvPr>
          <p:cNvSpPr txBox="1">
            <a:spLocks noChangeArrowheads="1"/>
          </p:cNvSpPr>
          <p:nvPr/>
        </p:nvSpPr>
        <p:spPr bwMode="auto">
          <a:xfrm>
            <a:off x="457200" y="381000"/>
            <a:ext cx="4975225" cy="579438"/>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ea typeface="楷体_GB2312" pitchFamily="49" charset="-122"/>
              </a:rPr>
              <a:t>食饵</a:t>
            </a:r>
            <a:r>
              <a:rPr lang="en-US" altLang="zh-CN" sz="3200" b="1">
                <a:ea typeface="楷体_GB2312" pitchFamily="49" charset="-122"/>
              </a:rPr>
              <a:t>-</a:t>
            </a:r>
            <a:r>
              <a:rPr lang="zh-CN" altLang="en-US" sz="3200" b="1">
                <a:ea typeface="楷体_GB2312" pitchFamily="49" charset="-122"/>
              </a:rPr>
              <a:t>捕食者模型</a:t>
            </a:r>
            <a:r>
              <a:rPr lang="en-US" altLang="zh-CN" sz="3200" b="1">
                <a:ea typeface="楷体_GB2312" pitchFamily="49" charset="-122"/>
              </a:rPr>
              <a:t>(Volterra)</a:t>
            </a:r>
          </a:p>
        </p:txBody>
      </p:sp>
      <p:sp>
        <p:nvSpPr>
          <p:cNvPr id="79893" name="Text Box 21">
            <a:extLst>
              <a:ext uri="{FF2B5EF4-FFF2-40B4-BE49-F238E27FC236}">
                <a16:creationId xmlns:a16="http://schemas.microsoft.com/office/drawing/2014/main" id="{555EC9FA-C21C-4A81-8120-5E046D1BF949}"/>
              </a:ext>
            </a:extLst>
          </p:cNvPr>
          <p:cNvSpPr txBox="1">
            <a:spLocks noChangeArrowheads="1"/>
          </p:cNvSpPr>
          <p:nvPr/>
        </p:nvSpPr>
        <p:spPr bwMode="auto">
          <a:xfrm>
            <a:off x="533400" y="5424488"/>
            <a:ext cx="3886200" cy="519112"/>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t>a</a:t>
            </a:r>
            <a:r>
              <a:rPr lang="en-US" altLang="zh-CN" sz="2800" b="1"/>
              <a:t> ~</a:t>
            </a:r>
            <a:r>
              <a:rPr lang="zh-CN" altLang="en-US" sz="2800" b="1">
                <a:latin typeface="宋体" panose="02010600030101010101" pitchFamily="2" charset="-122"/>
              </a:rPr>
              <a:t>捕食者掠取食饵能力</a:t>
            </a:r>
          </a:p>
        </p:txBody>
      </p:sp>
      <p:sp>
        <p:nvSpPr>
          <p:cNvPr id="79894" name="Text Box 22">
            <a:extLst>
              <a:ext uri="{FF2B5EF4-FFF2-40B4-BE49-F238E27FC236}">
                <a16:creationId xmlns:a16="http://schemas.microsoft.com/office/drawing/2014/main" id="{68A1D358-F72C-4558-A20D-9ABB62CBB9C5}"/>
              </a:ext>
            </a:extLst>
          </p:cNvPr>
          <p:cNvSpPr txBox="1">
            <a:spLocks noChangeArrowheads="1"/>
          </p:cNvSpPr>
          <p:nvPr/>
        </p:nvSpPr>
        <p:spPr bwMode="auto">
          <a:xfrm>
            <a:off x="4724400" y="5424488"/>
            <a:ext cx="3962400" cy="519112"/>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t>b </a:t>
            </a:r>
            <a:r>
              <a:rPr lang="en-US" altLang="zh-CN" sz="2800" b="1"/>
              <a:t>~</a:t>
            </a:r>
            <a:r>
              <a:rPr lang="zh-CN" altLang="en-US" sz="2800" b="1">
                <a:latin typeface="宋体" panose="02010600030101010101" pitchFamily="2" charset="-122"/>
              </a:rPr>
              <a:t>食饵供养捕食者能力</a:t>
            </a:r>
          </a:p>
        </p:txBody>
      </p:sp>
      <p:graphicFrame>
        <p:nvGraphicFramePr>
          <p:cNvPr id="116742" name="Object 6">
            <a:extLst>
              <a:ext uri="{FF2B5EF4-FFF2-40B4-BE49-F238E27FC236}">
                <a16:creationId xmlns:a16="http://schemas.microsoft.com/office/drawing/2014/main" id="{2445D8B8-327E-457F-ABE4-7DA8A56554D3}"/>
              </a:ext>
            </a:extLst>
          </p:cNvPr>
          <p:cNvGraphicFramePr>
            <a:graphicFrameLocks noChangeAspect="1"/>
          </p:cNvGraphicFramePr>
          <p:nvPr/>
        </p:nvGraphicFramePr>
        <p:xfrm>
          <a:off x="6781800" y="2601913"/>
          <a:ext cx="2286000" cy="579437"/>
        </p:xfrm>
        <a:graphic>
          <a:graphicData uri="http://schemas.openxmlformats.org/presentationml/2006/ole">
            <mc:AlternateContent xmlns:mc="http://schemas.openxmlformats.org/markup-compatibility/2006">
              <mc:Choice xmlns:v="urn:schemas-microsoft-com:vml" Requires="v">
                <p:oleObj spid="_x0000_s81953" name="Equation" r:id="rId12" imgW="939392" imgH="203112" progId="Equation.3">
                  <p:embed/>
                </p:oleObj>
              </mc:Choice>
              <mc:Fallback>
                <p:oleObj name="Equation" r:id="rId12" imgW="939392" imgH="203112" progId="Equation.3">
                  <p:embed/>
                  <p:pic>
                    <p:nvPicPr>
                      <p:cNvPr id="0" name="Object 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781800" y="2601913"/>
                        <a:ext cx="2286000" cy="579437"/>
                      </a:xfrm>
                      <a:prstGeom prst="rect">
                        <a:avLst/>
                      </a:prstGeom>
                      <a:solidFill>
                        <a:srgbClr val="99FF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6743" name="Object 7">
            <a:extLst>
              <a:ext uri="{FF2B5EF4-FFF2-40B4-BE49-F238E27FC236}">
                <a16:creationId xmlns:a16="http://schemas.microsoft.com/office/drawing/2014/main" id="{D10E0713-5CEC-43B6-B6ED-CC371F8C84F4}"/>
              </a:ext>
            </a:extLst>
          </p:cNvPr>
          <p:cNvGraphicFramePr>
            <a:graphicFrameLocks noChangeAspect="1"/>
          </p:cNvGraphicFramePr>
          <p:nvPr/>
        </p:nvGraphicFramePr>
        <p:xfrm>
          <a:off x="6553200" y="4506913"/>
          <a:ext cx="2522538" cy="550862"/>
        </p:xfrm>
        <a:graphic>
          <a:graphicData uri="http://schemas.openxmlformats.org/presentationml/2006/ole">
            <mc:AlternateContent xmlns:mc="http://schemas.openxmlformats.org/markup-compatibility/2006">
              <mc:Choice xmlns:v="urn:schemas-microsoft-com:vml" Requires="v">
                <p:oleObj spid="_x0000_s81954" name="Equation" r:id="rId14" imgW="1079032" imgH="203112" progId="Equation.3">
                  <p:embed/>
                </p:oleObj>
              </mc:Choice>
              <mc:Fallback>
                <p:oleObj name="Equation" r:id="rId14" imgW="1079032" imgH="203112" progId="Equation.3">
                  <p:embed/>
                  <p:pic>
                    <p:nvPicPr>
                      <p:cNvPr id="0" name="Object 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553200" y="4506913"/>
                        <a:ext cx="2522538" cy="550862"/>
                      </a:xfrm>
                      <a:prstGeom prst="rect">
                        <a:avLst/>
                      </a:prstGeom>
                      <a:solidFill>
                        <a:srgbClr val="99FF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blind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79876"/>
                                        </p:tgtEl>
                                        <p:attrNameLst>
                                          <p:attrName>style.visibility</p:attrName>
                                        </p:attrNameLst>
                                      </p:cBhvr>
                                      <p:to>
                                        <p:strVal val="visible"/>
                                      </p:to>
                                    </p:set>
                                    <p:animEffect transition="in" filter="barn(outHorizontal)">
                                      <p:cBhvr>
                                        <p:cTn id="7" dur="1000"/>
                                        <p:tgtEl>
                                          <p:spTgt spid="7987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79877"/>
                                        </p:tgtEl>
                                        <p:attrNameLst>
                                          <p:attrName>style.visibility</p:attrName>
                                        </p:attrNameLst>
                                      </p:cBhvr>
                                      <p:to>
                                        <p:strVal val="visible"/>
                                      </p:to>
                                    </p:set>
                                    <p:animEffect transition="in" filter="barn(outHorizontal)">
                                      <p:cBhvr>
                                        <p:cTn id="12" dur="1000"/>
                                        <p:tgtEl>
                                          <p:spTgt spid="7987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116738"/>
                                        </p:tgtEl>
                                        <p:attrNameLst>
                                          <p:attrName>style.visibility</p:attrName>
                                        </p:attrNameLst>
                                      </p:cBhvr>
                                      <p:to>
                                        <p:strVal val="visible"/>
                                      </p:to>
                                    </p:set>
                                    <p:animEffect transition="in" filter="box(in)">
                                      <p:cBhvr>
                                        <p:cTn id="17" dur="1000"/>
                                        <p:tgtEl>
                                          <p:spTgt spid="11673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9879"/>
                                        </p:tgtEl>
                                        <p:attrNameLst>
                                          <p:attrName>style.visibility</p:attrName>
                                        </p:attrNameLst>
                                      </p:cBhvr>
                                      <p:to>
                                        <p:strVal val="visible"/>
                                      </p:to>
                                    </p:set>
                                    <p:animEffect transition="in" filter="blinds(horizontal)">
                                      <p:cBhvr>
                                        <p:cTn id="22" dur="1000"/>
                                        <p:tgtEl>
                                          <p:spTgt spid="7987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16739"/>
                                        </p:tgtEl>
                                        <p:attrNameLst>
                                          <p:attrName>style.visibility</p:attrName>
                                        </p:attrNameLst>
                                      </p:cBhvr>
                                      <p:to>
                                        <p:strVal val="visible"/>
                                      </p:to>
                                    </p:set>
                                    <p:animEffect transition="in" filter="wipe(left)">
                                      <p:cBhvr>
                                        <p:cTn id="27" dur="1000"/>
                                        <p:tgtEl>
                                          <p:spTgt spid="116739"/>
                                        </p:tgtEl>
                                      </p:cBhvr>
                                    </p:animEffect>
                                  </p:childTnLst>
                                  <p:subTnLst>
                                    <p:audio>
                                      <p:cMediaNode>
                                        <p:cTn display="0" masterRel="sameClick">
                                          <p:stCondLst>
                                            <p:cond evt="begin" delay="0">
                                              <p:tn val="25"/>
                                            </p:cond>
                                          </p:stCondLst>
                                          <p:endCondLst>
                                            <p:cond evt="onStopAudio" delay="0">
                                              <p:tgtEl>
                                                <p:sldTgt/>
                                              </p:tgtEl>
                                            </p:cond>
                                          </p:endCondLst>
                                        </p:cTn>
                                        <p:tgtEl>
                                          <p:sndTgt r:embed="rId3" name="WHOOSH.WAV"/>
                                        </p:tgtEl>
                                      </p:cMediaNode>
                                    </p:audio>
                                  </p:sub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116742"/>
                                        </p:tgtEl>
                                        <p:attrNameLst>
                                          <p:attrName>style.visibility</p:attrName>
                                        </p:attrNameLst>
                                      </p:cBhvr>
                                      <p:to>
                                        <p:strVal val="visible"/>
                                      </p:to>
                                    </p:set>
                                    <p:animEffect transition="in" filter="wipe(left)">
                                      <p:cBhvr>
                                        <p:cTn id="32" dur="1000"/>
                                        <p:tgtEl>
                                          <p:spTgt spid="116742"/>
                                        </p:tgtEl>
                                      </p:cBhvr>
                                    </p:animEffect>
                                  </p:childTnLst>
                                  <p:subTnLst>
                                    <p:audio>
                                      <p:cMediaNode>
                                        <p:cTn display="0" masterRel="sameClick">
                                          <p:stCondLst>
                                            <p:cond evt="begin" delay="0">
                                              <p:tn val="30"/>
                                            </p:cond>
                                          </p:stCondLst>
                                          <p:endCondLst>
                                            <p:cond evt="onStopAudio" delay="0">
                                              <p:tgtEl>
                                                <p:sldTgt/>
                                              </p:tgtEl>
                                            </p:cond>
                                          </p:endCondLst>
                                        </p:cTn>
                                        <p:tgtEl>
                                          <p:sndTgt r:embed="rId3" name="WHOOSH.WAV"/>
                                        </p:tgtEl>
                                      </p:cMediaNode>
                                    </p:audio>
                                  </p:subTnLst>
                                </p:cTn>
                              </p:par>
                            </p:childTnLst>
                          </p:cTn>
                        </p:par>
                      </p:childTnLst>
                    </p:cTn>
                  </p:par>
                  <p:par>
                    <p:cTn id="33" fill="hold" nodeType="clickPar">
                      <p:stCondLst>
                        <p:cond delay="indefinite"/>
                      </p:stCondLst>
                      <p:childTnLst>
                        <p:par>
                          <p:cTn id="34" fill="hold" nodeType="withGroup">
                            <p:stCondLst>
                              <p:cond delay="0"/>
                            </p:stCondLst>
                            <p:childTnLst>
                              <p:par>
                                <p:cTn id="35" presetID="16" presetClass="entr" presetSubtype="42" fill="hold" grpId="0" nodeType="clickEffect">
                                  <p:stCondLst>
                                    <p:cond delay="0"/>
                                  </p:stCondLst>
                                  <p:childTnLst>
                                    <p:set>
                                      <p:cBhvr>
                                        <p:cTn id="36" dur="1" fill="hold">
                                          <p:stCondLst>
                                            <p:cond delay="0"/>
                                          </p:stCondLst>
                                        </p:cTn>
                                        <p:tgtEl>
                                          <p:spTgt spid="79881"/>
                                        </p:tgtEl>
                                        <p:attrNameLst>
                                          <p:attrName>style.visibility</p:attrName>
                                        </p:attrNameLst>
                                      </p:cBhvr>
                                      <p:to>
                                        <p:strVal val="visible"/>
                                      </p:to>
                                    </p:set>
                                    <p:animEffect transition="in" filter="barn(outHorizontal)">
                                      <p:cBhvr>
                                        <p:cTn id="37" dur="1000"/>
                                        <p:tgtEl>
                                          <p:spTgt spid="7988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16" fill="hold" nodeType="clickEffect">
                                  <p:stCondLst>
                                    <p:cond delay="0"/>
                                  </p:stCondLst>
                                  <p:childTnLst>
                                    <p:set>
                                      <p:cBhvr>
                                        <p:cTn id="41" dur="1" fill="hold">
                                          <p:stCondLst>
                                            <p:cond delay="0"/>
                                          </p:stCondLst>
                                        </p:cTn>
                                        <p:tgtEl>
                                          <p:spTgt spid="116740"/>
                                        </p:tgtEl>
                                        <p:attrNameLst>
                                          <p:attrName>style.visibility</p:attrName>
                                        </p:attrNameLst>
                                      </p:cBhvr>
                                      <p:to>
                                        <p:strVal val="visible"/>
                                      </p:to>
                                    </p:set>
                                    <p:animEffect transition="in" filter="box(in)">
                                      <p:cBhvr>
                                        <p:cTn id="42" dur="1000"/>
                                        <p:tgtEl>
                                          <p:spTgt spid="116740"/>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4" presetClass="entr" presetSubtype="32" fill="hold" grpId="0" nodeType="clickEffect">
                                  <p:stCondLst>
                                    <p:cond delay="0"/>
                                  </p:stCondLst>
                                  <p:childTnLst>
                                    <p:set>
                                      <p:cBhvr>
                                        <p:cTn id="46" dur="1" fill="hold">
                                          <p:stCondLst>
                                            <p:cond delay="0"/>
                                          </p:stCondLst>
                                        </p:cTn>
                                        <p:tgtEl>
                                          <p:spTgt spid="79883"/>
                                        </p:tgtEl>
                                        <p:attrNameLst>
                                          <p:attrName>style.visibility</p:attrName>
                                        </p:attrNameLst>
                                      </p:cBhvr>
                                      <p:to>
                                        <p:strVal val="visible"/>
                                      </p:to>
                                    </p:set>
                                    <p:animEffect transition="in" filter="box(out)">
                                      <p:cBhvr>
                                        <p:cTn id="47" dur="1000"/>
                                        <p:tgtEl>
                                          <p:spTgt spid="79883"/>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116741"/>
                                        </p:tgtEl>
                                        <p:attrNameLst>
                                          <p:attrName>style.visibility</p:attrName>
                                        </p:attrNameLst>
                                      </p:cBhvr>
                                      <p:to>
                                        <p:strVal val="visible"/>
                                      </p:to>
                                    </p:set>
                                    <p:animEffect transition="in" filter="wipe(left)">
                                      <p:cBhvr>
                                        <p:cTn id="52" dur="1000"/>
                                        <p:tgtEl>
                                          <p:spTgt spid="116741"/>
                                        </p:tgtEl>
                                      </p:cBhvr>
                                    </p:animEffect>
                                  </p:childTnLst>
                                  <p:subTnLst>
                                    <p:audio>
                                      <p:cMediaNode>
                                        <p:cTn display="0" masterRel="sameClick">
                                          <p:stCondLst>
                                            <p:cond evt="begin" delay="0">
                                              <p:tn val="50"/>
                                            </p:cond>
                                          </p:stCondLst>
                                          <p:endCondLst>
                                            <p:cond evt="onStopAudio" delay="0">
                                              <p:tgtEl>
                                                <p:sldTgt/>
                                              </p:tgtEl>
                                            </p:cond>
                                          </p:endCondLst>
                                        </p:cTn>
                                        <p:tgtEl>
                                          <p:sndTgt r:embed="rId3" name="WHOOSH.WAV"/>
                                        </p:tgtEl>
                                      </p:cMediaNode>
                                    </p:audio>
                                  </p:sub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116743"/>
                                        </p:tgtEl>
                                        <p:attrNameLst>
                                          <p:attrName>style.visibility</p:attrName>
                                        </p:attrNameLst>
                                      </p:cBhvr>
                                      <p:to>
                                        <p:strVal val="visible"/>
                                      </p:to>
                                    </p:set>
                                    <p:animEffect transition="in" filter="wipe(left)">
                                      <p:cBhvr>
                                        <p:cTn id="57" dur="1000"/>
                                        <p:tgtEl>
                                          <p:spTgt spid="116743"/>
                                        </p:tgtEl>
                                      </p:cBhvr>
                                    </p:animEffect>
                                  </p:childTnLst>
                                  <p:subTnLst>
                                    <p:audio>
                                      <p:cMediaNode>
                                        <p:cTn display="0" masterRel="sameClick">
                                          <p:stCondLst>
                                            <p:cond evt="begin" delay="0">
                                              <p:tn val="55"/>
                                            </p:cond>
                                          </p:stCondLst>
                                          <p:endCondLst>
                                            <p:cond evt="onStopAudio" delay="0">
                                              <p:tgtEl>
                                                <p:sldTgt/>
                                              </p:tgtEl>
                                            </p:cond>
                                          </p:endCondLst>
                                        </p:cTn>
                                        <p:tgtEl>
                                          <p:sndTgt r:embed="rId3" name="WHOOSH.WAV"/>
                                        </p:tgtEl>
                                      </p:cMediaNode>
                                    </p:audio>
                                  </p:sub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79893"/>
                                        </p:tgtEl>
                                        <p:attrNameLst>
                                          <p:attrName>style.visibility</p:attrName>
                                        </p:attrNameLst>
                                      </p:cBhvr>
                                      <p:to>
                                        <p:strVal val="visible"/>
                                      </p:to>
                                    </p:set>
                                    <p:animEffect transition="in" filter="wipe(left)">
                                      <p:cBhvr>
                                        <p:cTn id="62" dur="1000"/>
                                        <p:tgtEl>
                                          <p:spTgt spid="79893"/>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79894"/>
                                        </p:tgtEl>
                                        <p:attrNameLst>
                                          <p:attrName>style.visibility</p:attrName>
                                        </p:attrNameLst>
                                      </p:cBhvr>
                                      <p:to>
                                        <p:strVal val="visible"/>
                                      </p:to>
                                    </p:set>
                                    <p:animEffect transition="in" filter="wipe(left)">
                                      <p:cBhvr>
                                        <p:cTn id="67" dur="1000"/>
                                        <p:tgtEl>
                                          <p:spTgt spid="79894"/>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17" presetClass="entr" presetSubtype="10" fill="hold" grpId="0" nodeType="clickEffect">
                                  <p:stCondLst>
                                    <p:cond delay="0"/>
                                  </p:stCondLst>
                                  <p:childTnLst>
                                    <p:set>
                                      <p:cBhvr>
                                        <p:cTn id="71" dur="1" fill="hold">
                                          <p:stCondLst>
                                            <p:cond delay="0"/>
                                          </p:stCondLst>
                                        </p:cTn>
                                        <p:tgtEl>
                                          <p:spTgt spid="79888"/>
                                        </p:tgtEl>
                                        <p:attrNameLst>
                                          <p:attrName>style.visibility</p:attrName>
                                        </p:attrNameLst>
                                      </p:cBhvr>
                                      <p:to>
                                        <p:strVal val="visible"/>
                                      </p:to>
                                    </p:set>
                                    <p:anim calcmode="lin" valueType="num">
                                      <p:cBhvr>
                                        <p:cTn id="72" dur="1000" fill="hold"/>
                                        <p:tgtEl>
                                          <p:spTgt spid="79888"/>
                                        </p:tgtEl>
                                        <p:attrNameLst>
                                          <p:attrName>ppt_w</p:attrName>
                                        </p:attrNameLst>
                                      </p:cBhvr>
                                      <p:tavLst>
                                        <p:tav tm="0">
                                          <p:val>
                                            <p:fltVal val="0"/>
                                          </p:val>
                                        </p:tav>
                                        <p:tav tm="100000">
                                          <p:val>
                                            <p:strVal val="#ppt_w"/>
                                          </p:val>
                                        </p:tav>
                                      </p:tavLst>
                                    </p:anim>
                                    <p:anim calcmode="lin" valueType="num">
                                      <p:cBhvr>
                                        <p:cTn id="73" dur="1000" fill="hold"/>
                                        <p:tgtEl>
                                          <p:spTgt spid="7988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6" grpId="0" autoUpdateAnimBg="0"/>
      <p:bldP spid="79877" grpId="0"/>
      <p:bldP spid="79879" grpId="0" animBg="1" autoUpdateAnimBg="0"/>
      <p:bldP spid="79881" grpId="0"/>
      <p:bldP spid="79883" grpId="0" animBg="1" autoUpdateAnimBg="0"/>
      <p:bldP spid="79888" grpId="0" autoUpdateAnimBg="0"/>
      <p:bldP spid="79893" grpId="0" animBg="1" autoUpdateAnimBg="0"/>
      <p:bldP spid="79894" grpId="0" animBg="1" autoUpdateAnimBg="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ext Box 2">
            <a:extLst>
              <a:ext uri="{FF2B5EF4-FFF2-40B4-BE49-F238E27FC236}">
                <a16:creationId xmlns:a16="http://schemas.microsoft.com/office/drawing/2014/main" id="{A9173DF7-61CD-435D-85EE-5550CDD20F8B}"/>
              </a:ext>
            </a:extLst>
          </p:cNvPr>
          <p:cNvSpPr txBox="1">
            <a:spLocks noChangeArrowheads="1"/>
          </p:cNvSpPr>
          <p:nvPr/>
        </p:nvSpPr>
        <p:spPr bwMode="auto">
          <a:xfrm>
            <a:off x="1524000" y="563563"/>
            <a:ext cx="6324600" cy="579437"/>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b="1">
                <a:ea typeface="楷体_GB2312" pitchFamily="49" charset="-122"/>
              </a:rPr>
              <a:t>Volterra</a:t>
            </a:r>
            <a:r>
              <a:rPr lang="zh-CN" altLang="en-US" sz="3200" b="1">
                <a:latin typeface="楷体_GB2312" pitchFamily="49" charset="-122"/>
                <a:ea typeface="楷体_GB2312" pitchFamily="49" charset="-122"/>
              </a:rPr>
              <a:t>模型的平衡点及其稳定性</a:t>
            </a:r>
          </a:p>
        </p:txBody>
      </p:sp>
      <p:graphicFrame>
        <p:nvGraphicFramePr>
          <p:cNvPr id="90116" name="Object 4">
            <a:extLst>
              <a:ext uri="{FF2B5EF4-FFF2-40B4-BE49-F238E27FC236}">
                <a16:creationId xmlns:a16="http://schemas.microsoft.com/office/drawing/2014/main" id="{DB628C90-A2BF-44CF-BF8D-7A2B0BA1C7B9}"/>
              </a:ext>
            </a:extLst>
          </p:cNvPr>
          <p:cNvGraphicFramePr>
            <a:graphicFrameLocks noChangeAspect="1"/>
          </p:cNvGraphicFramePr>
          <p:nvPr/>
        </p:nvGraphicFramePr>
        <p:xfrm>
          <a:off x="304800" y="1219200"/>
          <a:ext cx="4038600" cy="609600"/>
        </p:xfrm>
        <a:graphic>
          <a:graphicData uri="http://schemas.openxmlformats.org/presentationml/2006/ole">
            <mc:AlternateContent xmlns:mc="http://schemas.openxmlformats.org/markup-compatibility/2006">
              <mc:Choice xmlns:v="urn:schemas-microsoft-com:vml" Requires="v">
                <p:oleObj spid="_x0000_s82973" name="公式" r:id="rId3" imgW="1091726" imgH="152334" progId="Equation.3">
                  <p:embed/>
                </p:oleObj>
              </mc:Choice>
              <mc:Fallback>
                <p:oleObj name="公式" r:id="rId3" imgW="1091726" imgH="152334"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1219200"/>
                        <a:ext cx="4038600" cy="60960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0117" name="Object 5">
            <a:extLst>
              <a:ext uri="{FF2B5EF4-FFF2-40B4-BE49-F238E27FC236}">
                <a16:creationId xmlns:a16="http://schemas.microsoft.com/office/drawing/2014/main" id="{8FD71C8F-ABCC-4CBA-8E18-38B0272CFFCE}"/>
              </a:ext>
            </a:extLst>
          </p:cNvPr>
          <p:cNvGraphicFramePr>
            <a:graphicFrameLocks noChangeAspect="1"/>
          </p:cNvGraphicFramePr>
          <p:nvPr/>
        </p:nvGraphicFramePr>
        <p:xfrm>
          <a:off x="228600" y="1905000"/>
          <a:ext cx="4572000" cy="609600"/>
        </p:xfrm>
        <a:graphic>
          <a:graphicData uri="http://schemas.openxmlformats.org/presentationml/2006/ole">
            <mc:AlternateContent xmlns:mc="http://schemas.openxmlformats.org/markup-compatibility/2006">
              <mc:Choice xmlns:v="urn:schemas-microsoft-com:vml" Requires="v">
                <p:oleObj spid="_x0000_s82974" name="公式" r:id="rId5" imgW="1244600" imgH="152400" progId="Equation.3">
                  <p:embed/>
                </p:oleObj>
              </mc:Choice>
              <mc:Fallback>
                <p:oleObj name="公式" r:id="rId5" imgW="1244600" imgH="1524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8600" y="1905000"/>
                        <a:ext cx="4572000" cy="609600"/>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0118" name="Text Box 6">
            <a:extLst>
              <a:ext uri="{FF2B5EF4-FFF2-40B4-BE49-F238E27FC236}">
                <a16:creationId xmlns:a16="http://schemas.microsoft.com/office/drawing/2014/main" id="{DC5FBD02-7E50-4378-8DFF-B5751AAE825F}"/>
              </a:ext>
            </a:extLst>
          </p:cNvPr>
          <p:cNvSpPr txBox="1">
            <a:spLocks noChangeArrowheads="1"/>
          </p:cNvSpPr>
          <p:nvPr/>
        </p:nvSpPr>
        <p:spPr bwMode="auto">
          <a:xfrm>
            <a:off x="228600" y="2528888"/>
            <a:ext cx="1295400" cy="519112"/>
          </a:xfrm>
          <a:prstGeom prst="rect">
            <a:avLst/>
          </a:prstGeom>
          <a:solidFill>
            <a:srgbClr val="66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ea typeface="楷体_GB2312" pitchFamily="49" charset="-122"/>
              </a:rPr>
              <a:t>平衡点</a:t>
            </a:r>
          </a:p>
        </p:txBody>
      </p:sp>
      <p:graphicFrame>
        <p:nvGraphicFramePr>
          <p:cNvPr id="90119" name="Object 7">
            <a:extLst>
              <a:ext uri="{FF2B5EF4-FFF2-40B4-BE49-F238E27FC236}">
                <a16:creationId xmlns:a16="http://schemas.microsoft.com/office/drawing/2014/main" id="{1D9B0B3F-6EA8-4DE2-920C-D3933C0E6A73}"/>
              </a:ext>
            </a:extLst>
          </p:cNvPr>
          <p:cNvGraphicFramePr>
            <a:graphicFrameLocks noChangeAspect="1"/>
          </p:cNvGraphicFramePr>
          <p:nvPr/>
        </p:nvGraphicFramePr>
        <p:xfrm>
          <a:off x="1600200" y="2667000"/>
          <a:ext cx="2170113" cy="609600"/>
        </p:xfrm>
        <a:graphic>
          <a:graphicData uri="http://schemas.openxmlformats.org/presentationml/2006/ole">
            <mc:AlternateContent xmlns:mc="http://schemas.openxmlformats.org/markup-compatibility/2006">
              <mc:Choice xmlns:v="urn:schemas-microsoft-com:vml" Requires="v">
                <p:oleObj spid="_x0000_s82975" name="Equation" r:id="rId7" imgW="863225" imgH="203112" progId="Equation.3">
                  <p:embed/>
                </p:oleObj>
              </mc:Choice>
              <mc:Fallback>
                <p:oleObj name="Equation" r:id="rId7" imgW="863225" imgH="203112"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00200" y="2667000"/>
                        <a:ext cx="2170113" cy="609600"/>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0120" name="Text Box 8">
            <a:extLst>
              <a:ext uri="{FF2B5EF4-FFF2-40B4-BE49-F238E27FC236}">
                <a16:creationId xmlns:a16="http://schemas.microsoft.com/office/drawing/2014/main" id="{1755AE4E-8E46-4667-B3A1-6005048A84CE}"/>
              </a:ext>
            </a:extLst>
          </p:cNvPr>
          <p:cNvSpPr txBox="1">
            <a:spLocks noChangeArrowheads="1"/>
          </p:cNvSpPr>
          <p:nvPr/>
        </p:nvSpPr>
        <p:spPr bwMode="auto">
          <a:xfrm>
            <a:off x="6172200" y="1295400"/>
            <a:ext cx="2057400" cy="5191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ea typeface="楷体_GB2312" pitchFamily="49" charset="-122"/>
              </a:rPr>
              <a:t>稳定性分析</a:t>
            </a:r>
          </a:p>
        </p:txBody>
      </p:sp>
      <p:graphicFrame>
        <p:nvGraphicFramePr>
          <p:cNvPr id="90121" name="Object 9">
            <a:extLst>
              <a:ext uri="{FF2B5EF4-FFF2-40B4-BE49-F238E27FC236}">
                <a16:creationId xmlns:a16="http://schemas.microsoft.com/office/drawing/2014/main" id="{08320B5A-C011-40CD-B12B-AA79F2CE98AE}"/>
              </a:ext>
            </a:extLst>
          </p:cNvPr>
          <p:cNvGraphicFramePr>
            <a:graphicFrameLocks noChangeAspect="1"/>
          </p:cNvGraphicFramePr>
          <p:nvPr/>
        </p:nvGraphicFramePr>
        <p:xfrm>
          <a:off x="5435600" y="1844675"/>
          <a:ext cx="3505200" cy="1243013"/>
        </p:xfrm>
        <a:graphic>
          <a:graphicData uri="http://schemas.openxmlformats.org/presentationml/2006/ole">
            <mc:AlternateContent xmlns:mc="http://schemas.openxmlformats.org/markup-compatibility/2006">
              <mc:Choice xmlns:v="urn:schemas-microsoft-com:vml" Requires="v">
                <p:oleObj spid="_x0000_s82976" name="Equation" r:id="rId9" imgW="1358900" imgH="457200" progId="Equation.3">
                  <p:embed/>
                </p:oleObj>
              </mc:Choice>
              <mc:Fallback>
                <p:oleObj name="Equation" r:id="rId9" imgW="1358900" imgH="457200" progId="Equation.3">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435600" y="1844675"/>
                        <a:ext cx="3505200" cy="1243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0123" name="Object 11">
            <a:extLst>
              <a:ext uri="{FF2B5EF4-FFF2-40B4-BE49-F238E27FC236}">
                <a16:creationId xmlns:a16="http://schemas.microsoft.com/office/drawing/2014/main" id="{34866961-12D6-4869-85A3-3F478224E01C}"/>
              </a:ext>
            </a:extLst>
          </p:cNvPr>
          <p:cNvGraphicFramePr>
            <a:graphicFrameLocks noChangeAspect="1"/>
          </p:cNvGraphicFramePr>
          <p:nvPr/>
        </p:nvGraphicFramePr>
        <p:xfrm>
          <a:off x="1600200" y="4648200"/>
          <a:ext cx="2895600" cy="1230313"/>
        </p:xfrm>
        <a:graphic>
          <a:graphicData uri="http://schemas.openxmlformats.org/presentationml/2006/ole">
            <mc:AlternateContent xmlns:mc="http://schemas.openxmlformats.org/markup-compatibility/2006">
              <mc:Choice xmlns:v="urn:schemas-microsoft-com:vml" Requires="v">
                <p:oleObj spid="_x0000_s82977" name="Equation" r:id="rId11" imgW="990600" imgH="457200" progId="Equation.3">
                  <p:embed/>
                </p:oleObj>
              </mc:Choice>
              <mc:Fallback>
                <p:oleObj name="Equation" r:id="rId11" imgW="990600" imgH="457200" progId="Equation.3">
                  <p:embed/>
                  <p:pic>
                    <p:nvPicPr>
                      <p:cNvPr id="0" name="Object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600200" y="4648200"/>
                        <a:ext cx="2895600" cy="1230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0125" name="Text Box 13">
            <a:extLst>
              <a:ext uri="{FF2B5EF4-FFF2-40B4-BE49-F238E27FC236}">
                <a16:creationId xmlns:a16="http://schemas.microsoft.com/office/drawing/2014/main" id="{5F00F572-4B75-4439-BD50-830CA5D52F27}"/>
              </a:ext>
            </a:extLst>
          </p:cNvPr>
          <p:cNvSpPr txBox="1">
            <a:spLocks noChangeArrowheads="1"/>
          </p:cNvSpPr>
          <p:nvPr/>
        </p:nvSpPr>
        <p:spPr bwMode="auto">
          <a:xfrm>
            <a:off x="1752600" y="5943600"/>
            <a:ext cx="5943600" cy="5191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ea typeface="楷体_GB2312" pitchFamily="49" charset="-122"/>
              </a:rPr>
              <a:t>P</a:t>
            </a:r>
            <a:r>
              <a:rPr lang="zh-CN" altLang="en-US" sz="2800" b="1">
                <a:ea typeface="楷体_GB2312" pitchFamily="49" charset="-122"/>
              </a:rPr>
              <a:t>点稳定性不能用近似线性方程分析</a:t>
            </a:r>
          </a:p>
        </p:txBody>
      </p:sp>
      <p:sp>
        <p:nvSpPr>
          <p:cNvPr id="90128" name="Text Box 16">
            <a:extLst>
              <a:ext uri="{FF2B5EF4-FFF2-40B4-BE49-F238E27FC236}">
                <a16:creationId xmlns:a16="http://schemas.microsoft.com/office/drawing/2014/main" id="{6A0CDD5B-C86C-439E-BF91-2A2D4A450BCF}"/>
              </a:ext>
            </a:extLst>
          </p:cNvPr>
          <p:cNvSpPr txBox="1">
            <a:spLocks noChangeArrowheads="1"/>
          </p:cNvSpPr>
          <p:nvPr/>
        </p:nvSpPr>
        <p:spPr bwMode="auto">
          <a:xfrm>
            <a:off x="5029200" y="3429000"/>
            <a:ext cx="2133600" cy="1052513"/>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25000"/>
              </a:spcBef>
            </a:pPr>
            <a:r>
              <a:rPr lang="en-US" altLang="zh-CN" sz="2800" b="1" i="1"/>
              <a:t> p </a:t>
            </a:r>
            <a:r>
              <a:rPr lang="en-US" altLang="zh-CN" sz="2800" b="1"/>
              <a:t>=0,  </a:t>
            </a:r>
            <a:r>
              <a:rPr lang="en-US" altLang="zh-CN" sz="2800" b="1" i="1"/>
              <a:t>q </a:t>
            </a:r>
            <a:r>
              <a:rPr lang="en-US" altLang="zh-CN" sz="2800" b="1"/>
              <a:t>&gt; 0</a:t>
            </a:r>
          </a:p>
          <a:p>
            <a:pPr eaLnBrk="1" hangingPunct="1">
              <a:spcBef>
                <a:spcPct val="25000"/>
              </a:spcBef>
            </a:pPr>
            <a:r>
              <a:rPr lang="en-US" altLang="zh-CN" sz="2800" b="1" i="1"/>
              <a:t>P</a:t>
            </a:r>
            <a:r>
              <a:rPr lang="en-US" altLang="zh-CN" sz="2800" b="1"/>
              <a:t>: </a:t>
            </a:r>
            <a:r>
              <a:rPr lang="zh-CN" altLang="en-US" sz="2800" b="1"/>
              <a:t>临界状态</a:t>
            </a:r>
          </a:p>
        </p:txBody>
      </p:sp>
      <p:sp>
        <p:nvSpPr>
          <p:cNvPr id="90129" name="Text Box 17">
            <a:extLst>
              <a:ext uri="{FF2B5EF4-FFF2-40B4-BE49-F238E27FC236}">
                <a16:creationId xmlns:a16="http://schemas.microsoft.com/office/drawing/2014/main" id="{800A3E70-E570-427D-A4A9-EF76D99F3501}"/>
              </a:ext>
            </a:extLst>
          </p:cNvPr>
          <p:cNvSpPr txBox="1">
            <a:spLocks noChangeArrowheads="1"/>
          </p:cNvSpPr>
          <p:nvPr/>
        </p:nvSpPr>
        <p:spPr bwMode="auto">
          <a:xfrm>
            <a:off x="5029200" y="4724400"/>
            <a:ext cx="1828800" cy="1052513"/>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25000"/>
              </a:spcBef>
            </a:pPr>
            <a:r>
              <a:rPr lang="en-US" altLang="zh-CN" sz="2800" b="1" i="1"/>
              <a:t>    q </a:t>
            </a:r>
            <a:r>
              <a:rPr lang="en-US" altLang="zh-CN" sz="2800" b="1"/>
              <a:t>&lt; 0</a:t>
            </a:r>
          </a:p>
          <a:p>
            <a:pPr eaLnBrk="1" hangingPunct="1">
              <a:spcBef>
                <a:spcPct val="25000"/>
              </a:spcBef>
            </a:pPr>
            <a:r>
              <a:rPr lang="en-US" altLang="zh-CN" sz="2800" b="1" i="1"/>
              <a:t>P</a:t>
            </a:r>
            <a:r>
              <a:rPr lang="en-US" altLang="zh-CN" sz="2800" b="1">
                <a:cs typeface="Times New Roman" panose="02020603050405020304" pitchFamily="18" charset="0"/>
              </a:rPr>
              <a:t>´ </a:t>
            </a:r>
            <a:r>
              <a:rPr lang="zh-CN" altLang="en-US" sz="2800" b="1"/>
              <a:t>不稳定 </a:t>
            </a:r>
          </a:p>
        </p:txBody>
      </p:sp>
      <p:graphicFrame>
        <p:nvGraphicFramePr>
          <p:cNvPr id="90130" name="Object 18">
            <a:extLst>
              <a:ext uri="{FF2B5EF4-FFF2-40B4-BE49-F238E27FC236}">
                <a16:creationId xmlns:a16="http://schemas.microsoft.com/office/drawing/2014/main" id="{4BD0379D-6E43-4582-BC33-03D49BB33A3B}"/>
              </a:ext>
            </a:extLst>
          </p:cNvPr>
          <p:cNvGraphicFramePr>
            <a:graphicFrameLocks noChangeAspect="1"/>
          </p:cNvGraphicFramePr>
          <p:nvPr/>
        </p:nvGraphicFramePr>
        <p:xfrm>
          <a:off x="1600200" y="3352800"/>
          <a:ext cx="2971800" cy="1189038"/>
        </p:xfrm>
        <a:graphic>
          <a:graphicData uri="http://schemas.openxmlformats.org/presentationml/2006/ole">
            <mc:AlternateContent xmlns:mc="http://schemas.openxmlformats.org/markup-compatibility/2006">
              <mc:Choice xmlns:v="urn:schemas-microsoft-com:vml" Requires="v">
                <p:oleObj spid="_x0000_s82978" name="Equation" r:id="rId13" imgW="1206500" imgH="457200" progId="Equation.3">
                  <p:embed/>
                </p:oleObj>
              </mc:Choice>
              <mc:Fallback>
                <p:oleObj name="Equation" r:id="rId13" imgW="1206500" imgH="457200" progId="Equation.3">
                  <p:embed/>
                  <p:pic>
                    <p:nvPicPr>
                      <p:cNvPr id="0" name="Object 1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600200" y="3352800"/>
                        <a:ext cx="2971800" cy="1189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0131" name="Object 19">
            <a:extLst>
              <a:ext uri="{FF2B5EF4-FFF2-40B4-BE49-F238E27FC236}">
                <a16:creationId xmlns:a16="http://schemas.microsoft.com/office/drawing/2014/main" id="{E394A30F-BBA1-4EE5-9304-B9ABD0830E0C}"/>
              </a:ext>
            </a:extLst>
          </p:cNvPr>
          <p:cNvGraphicFramePr>
            <a:graphicFrameLocks noChangeAspect="1"/>
          </p:cNvGraphicFramePr>
          <p:nvPr/>
        </p:nvGraphicFramePr>
        <p:xfrm>
          <a:off x="3810000" y="2667000"/>
          <a:ext cx="1371600" cy="609600"/>
        </p:xfrm>
        <a:graphic>
          <a:graphicData uri="http://schemas.openxmlformats.org/presentationml/2006/ole">
            <mc:AlternateContent xmlns:mc="http://schemas.openxmlformats.org/markup-compatibility/2006">
              <mc:Choice xmlns:v="urn:schemas-microsoft-com:vml" Requires="v">
                <p:oleObj spid="_x0000_s82979" name="Equation" r:id="rId15" imgW="469696" imgH="203112" progId="Equation.3">
                  <p:embed/>
                </p:oleObj>
              </mc:Choice>
              <mc:Fallback>
                <p:oleObj name="Equation" r:id="rId15" imgW="469696" imgH="203112" progId="Equation.3">
                  <p:embed/>
                  <p:pic>
                    <p:nvPicPr>
                      <p:cNvPr id="0" name="Object 1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810000" y="2667000"/>
                        <a:ext cx="1371600" cy="609600"/>
                      </a:xfrm>
                      <a:prstGeom prst="rect">
                        <a:avLst/>
                      </a:prstGeom>
                      <a:noFill/>
                      <a:ln>
                        <a:noFill/>
                      </a:ln>
                      <a:effectLst/>
                      <a:extLst>
                        <a:ext uri="{909E8E84-426E-40DD-AFC4-6F175D3DCCD1}">
                          <a14:hiddenFill xmlns:a14="http://schemas.microsoft.com/office/drawing/2010/main">
                            <a:solidFill>
                              <a:srgbClr val="66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90116"/>
                                        </p:tgtEl>
                                        <p:attrNameLst>
                                          <p:attrName>style.visibility</p:attrName>
                                        </p:attrNameLst>
                                      </p:cBhvr>
                                      <p:to>
                                        <p:strVal val="visible"/>
                                      </p:to>
                                    </p:set>
                                    <p:animEffect transition="in" filter="blinds(horizontal)">
                                      <p:cBhvr>
                                        <p:cTn id="7" dur="1000"/>
                                        <p:tgtEl>
                                          <p:spTgt spid="9011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90117"/>
                                        </p:tgtEl>
                                        <p:attrNameLst>
                                          <p:attrName>style.visibility</p:attrName>
                                        </p:attrNameLst>
                                      </p:cBhvr>
                                      <p:to>
                                        <p:strVal val="visible"/>
                                      </p:to>
                                    </p:set>
                                    <p:animEffect transition="in" filter="blinds(horizontal)">
                                      <p:cBhvr>
                                        <p:cTn id="12" dur="1000"/>
                                        <p:tgtEl>
                                          <p:spTgt spid="9011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90118"/>
                                        </p:tgtEl>
                                        <p:attrNameLst>
                                          <p:attrName>style.visibility</p:attrName>
                                        </p:attrNameLst>
                                      </p:cBhvr>
                                      <p:to>
                                        <p:strVal val="visible"/>
                                      </p:to>
                                    </p:set>
                                    <p:animEffect transition="in" filter="checkerboard(across)">
                                      <p:cBhvr>
                                        <p:cTn id="17" dur="1000"/>
                                        <p:tgtEl>
                                          <p:spTgt spid="9011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90119"/>
                                        </p:tgtEl>
                                        <p:attrNameLst>
                                          <p:attrName>style.visibility</p:attrName>
                                        </p:attrNameLst>
                                      </p:cBhvr>
                                      <p:to>
                                        <p:strVal val="visible"/>
                                      </p:to>
                                    </p:set>
                                    <p:animEffect transition="in" filter="blinds(horizontal)">
                                      <p:cBhvr>
                                        <p:cTn id="22" dur="1000"/>
                                        <p:tgtEl>
                                          <p:spTgt spid="9011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90131"/>
                                        </p:tgtEl>
                                        <p:attrNameLst>
                                          <p:attrName>style.visibility</p:attrName>
                                        </p:attrNameLst>
                                      </p:cBhvr>
                                      <p:to>
                                        <p:strVal val="visible"/>
                                      </p:to>
                                    </p:set>
                                    <p:animEffect transition="in" filter="blinds(horizontal)">
                                      <p:cBhvr>
                                        <p:cTn id="27" dur="1000"/>
                                        <p:tgtEl>
                                          <p:spTgt spid="9013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 presetClass="entr" presetSubtype="0" fill="hold" grpId="0" nodeType="clickEffect">
                                  <p:stCondLst>
                                    <p:cond delay="0"/>
                                  </p:stCondLst>
                                  <p:childTnLst>
                                    <p:set>
                                      <p:cBhvr>
                                        <p:cTn id="31" dur="1" fill="hold">
                                          <p:stCondLst>
                                            <p:cond delay="499"/>
                                          </p:stCondLst>
                                        </p:cTn>
                                        <p:tgtEl>
                                          <p:spTgt spid="90120"/>
                                        </p:tgtEl>
                                        <p:attrNameLst>
                                          <p:attrName>style.visibility</p:attrName>
                                        </p:attrNameLst>
                                      </p:cBhvr>
                                      <p:to>
                                        <p:strVal val="visible"/>
                                      </p:to>
                                    </p:set>
                                  </p:childTnLst>
                                </p:cTn>
                              </p:par>
                            </p:childTnLst>
                          </p:cTn>
                        </p:par>
                      </p:childTnLst>
                    </p:cTn>
                  </p:par>
                  <p:par>
                    <p:cTn id="32" fill="hold" nodeType="clickPar">
                      <p:stCondLst>
                        <p:cond delay="indefinite"/>
                      </p:stCondLst>
                      <p:childTnLst>
                        <p:par>
                          <p:cTn id="33" fill="hold" nodeType="withGroup">
                            <p:stCondLst>
                              <p:cond delay="0"/>
                            </p:stCondLst>
                            <p:childTnLst>
                              <p:par>
                                <p:cTn id="34" presetID="4" presetClass="entr" presetSubtype="16" fill="hold" nodeType="clickEffect">
                                  <p:stCondLst>
                                    <p:cond delay="0"/>
                                  </p:stCondLst>
                                  <p:childTnLst>
                                    <p:set>
                                      <p:cBhvr>
                                        <p:cTn id="35" dur="1" fill="hold">
                                          <p:stCondLst>
                                            <p:cond delay="0"/>
                                          </p:stCondLst>
                                        </p:cTn>
                                        <p:tgtEl>
                                          <p:spTgt spid="90121"/>
                                        </p:tgtEl>
                                        <p:attrNameLst>
                                          <p:attrName>style.visibility</p:attrName>
                                        </p:attrNameLst>
                                      </p:cBhvr>
                                      <p:to>
                                        <p:strVal val="visible"/>
                                      </p:to>
                                    </p:set>
                                    <p:animEffect transition="in" filter="box(in)">
                                      <p:cBhvr>
                                        <p:cTn id="36" dur="1000"/>
                                        <p:tgtEl>
                                          <p:spTgt spid="90121"/>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4" presetClass="entr" presetSubtype="16" fill="hold" nodeType="clickEffect">
                                  <p:stCondLst>
                                    <p:cond delay="0"/>
                                  </p:stCondLst>
                                  <p:childTnLst>
                                    <p:set>
                                      <p:cBhvr>
                                        <p:cTn id="40" dur="1" fill="hold">
                                          <p:stCondLst>
                                            <p:cond delay="0"/>
                                          </p:stCondLst>
                                        </p:cTn>
                                        <p:tgtEl>
                                          <p:spTgt spid="90130"/>
                                        </p:tgtEl>
                                        <p:attrNameLst>
                                          <p:attrName>style.visibility</p:attrName>
                                        </p:attrNameLst>
                                      </p:cBhvr>
                                      <p:to>
                                        <p:strVal val="visible"/>
                                      </p:to>
                                    </p:set>
                                    <p:animEffect transition="in" filter="box(in)">
                                      <p:cBhvr>
                                        <p:cTn id="41" dur="1000"/>
                                        <p:tgtEl>
                                          <p:spTgt spid="90130"/>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4" presetClass="entr" presetSubtype="32" fill="hold" grpId="0" nodeType="clickEffect">
                                  <p:stCondLst>
                                    <p:cond delay="0"/>
                                  </p:stCondLst>
                                  <p:childTnLst>
                                    <p:set>
                                      <p:cBhvr>
                                        <p:cTn id="45" dur="1" fill="hold">
                                          <p:stCondLst>
                                            <p:cond delay="0"/>
                                          </p:stCondLst>
                                        </p:cTn>
                                        <p:tgtEl>
                                          <p:spTgt spid="90128"/>
                                        </p:tgtEl>
                                        <p:attrNameLst>
                                          <p:attrName>style.visibility</p:attrName>
                                        </p:attrNameLst>
                                      </p:cBhvr>
                                      <p:to>
                                        <p:strVal val="visible"/>
                                      </p:to>
                                    </p:set>
                                    <p:animEffect transition="in" filter="box(out)">
                                      <p:cBhvr>
                                        <p:cTn id="46" dur="1000"/>
                                        <p:tgtEl>
                                          <p:spTgt spid="90128"/>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5" presetClass="entr" presetSubtype="10" fill="hold" nodeType="clickEffect">
                                  <p:stCondLst>
                                    <p:cond delay="0"/>
                                  </p:stCondLst>
                                  <p:childTnLst>
                                    <p:set>
                                      <p:cBhvr>
                                        <p:cTn id="50" dur="1" fill="hold">
                                          <p:stCondLst>
                                            <p:cond delay="0"/>
                                          </p:stCondLst>
                                        </p:cTn>
                                        <p:tgtEl>
                                          <p:spTgt spid="90123"/>
                                        </p:tgtEl>
                                        <p:attrNameLst>
                                          <p:attrName>style.visibility</p:attrName>
                                        </p:attrNameLst>
                                      </p:cBhvr>
                                      <p:to>
                                        <p:strVal val="visible"/>
                                      </p:to>
                                    </p:set>
                                    <p:animEffect transition="in" filter="checkerboard(across)">
                                      <p:cBhvr>
                                        <p:cTn id="51" dur="1000"/>
                                        <p:tgtEl>
                                          <p:spTgt spid="90123"/>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4" presetClass="entr" presetSubtype="16" fill="hold" grpId="0" nodeType="clickEffect">
                                  <p:stCondLst>
                                    <p:cond delay="0"/>
                                  </p:stCondLst>
                                  <p:childTnLst>
                                    <p:set>
                                      <p:cBhvr>
                                        <p:cTn id="55" dur="1" fill="hold">
                                          <p:stCondLst>
                                            <p:cond delay="0"/>
                                          </p:stCondLst>
                                        </p:cTn>
                                        <p:tgtEl>
                                          <p:spTgt spid="90129"/>
                                        </p:tgtEl>
                                        <p:attrNameLst>
                                          <p:attrName>style.visibility</p:attrName>
                                        </p:attrNameLst>
                                      </p:cBhvr>
                                      <p:to>
                                        <p:strVal val="visible"/>
                                      </p:to>
                                    </p:set>
                                    <p:animEffect transition="in" filter="box(in)">
                                      <p:cBhvr>
                                        <p:cTn id="56" dur="1000"/>
                                        <p:tgtEl>
                                          <p:spTgt spid="90129"/>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90125"/>
                                        </p:tgtEl>
                                        <p:attrNameLst>
                                          <p:attrName>style.visibility</p:attrName>
                                        </p:attrNameLst>
                                      </p:cBhvr>
                                      <p:to>
                                        <p:strVal val="visible"/>
                                      </p:to>
                                    </p:set>
                                    <p:animEffect transition="in" filter="wipe(left)">
                                      <p:cBhvr>
                                        <p:cTn id="61" dur="1000"/>
                                        <p:tgtEl>
                                          <p:spTgt spid="901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18" grpId="0" animBg="1" autoUpdateAnimBg="0"/>
      <p:bldP spid="90120" grpId="0" animBg="1" autoUpdateAnimBg="0"/>
      <p:bldP spid="90125" grpId="0" animBg="1" autoUpdateAnimBg="0"/>
      <p:bldP spid="90128" grpId="0" animBg="1" autoUpdateAnimBg="0"/>
      <p:bldP spid="90129" grpId="0" animBg="1" autoUpdateAnimBg="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28">
            <a:extLst>
              <a:ext uri="{FF2B5EF4-FFF2-40B4-BE49-F238E27FC236}">
                <a16:creationId xmlns:a16="http://schemas.microsoft.com/office/drawing/2014/main" id="{1C7AA062-68BE-4987-839B-AA34A689BA06}"/>
              </a:ext>
            </a:extLst>
          </p:cNvPr>
          <p:cNvGrpSpPr>
            <a:grpSpLocks/>
          </p:cNvGrpSpPr>
          <p:nvPr/>
        </p:nvGrpSpPr>
        <p:grpSpPr bwMode="auto">
          <a:xfrm>
            <a:off x="228600" y="1066800"/>
            <a:ext cx="3810000" cy="5257800"/>
            <a:chOff x="-3" y="-3"/>
            <a:chExt cx="1434" cy="4614"/>
          </a:xfrm>
        </p:grpSpPr>
        <p:grpSp>
          <p:nvGrpSpPr>
            <p:cNvPr id="83971" name="Group 426">
              <a:extLst>
                <a:ext uri="{FF2B5EF4-FFF2-40B4-BE49-F238E27FC236}">
                  <a16:creationId xmlns:a16="http://schemas.microsoft.com/office/drawing/2014/main" id="{21601BC1-D1E4-41CC-BA1B-E7795D702DC1}"/>
                </a:ext>
              </a:extLst>
            </p:cNvPr>
            <p:cNvGrpSpPr>
              <a:grpSpLocks/>
            </p:cNvGrpSpPr>
            <p:nvPr/>
          </p:nvGrpSpPr>
          <p:grpSpPr bwMode="auto">
            <a:xfrm>
              <a:off x="0" y="0"/>
              <a:ext cx="1428" cy="4608"/>
              <a:chOff x="0" y="0"/>
              <a:chExt cx="1428" cy="4608"/>
            </a:xfrm>
          </p:grpSpPr>
          <p:grpSp>
            <p:nvGrpSpPr>
              <p:cNvPr id="83972" name="Group 355">
                <a:extLst>
                  <a:ext uri="{FF2B5EF4-FFF2-40B4-BE49-F238E27FC236}">
                    <a16:creationId xmlns:a16="http://schemas.microsoft.com/office/drawing/2014/main" id="{118C9D80-26D3-4B17-BE08-9C9D1FAE0F07}"/>
                  </a:ext>
                </a:extLst>
              </p:cNvPr>
              <p:cNvGrpSpPr>
                <a:grpSpLocks/>
              </p:cNvGrpSpPr>
              <p:nvPr/>
            </p:nvGrpSpPr>
            <p:grpSpPr bwMode="auto">
              <a:xfrm>
                <a:off x="0" y="0"/>
                <a:ext cx="472" cy="384"/>
                <a:chOff x="0" y="0"/>
                <a:chExt cx="472" cy="384"/>
              </a:xfrm>
            </p:grpSpPr>
            <p:sp>
              <p:nvSpPr>
                <p:cNvPr id="83973" name="Rectangle 318">
                  <a:extLst>
                    <a:ext uri="{FF2B5EF4-FFF2-40B4-BE49-F238E27FC236}">
                      <a16:creationId xmlns:a16="http://schemas.microsoft.com/office/drawing/2014/main" id="{EABADC04-CE7F-454D-94EE-23350ED567D8}"/>
                    </a:ext>
                  </a:extLst>
                </p:cNvPr>
                <p:cNvSpPr>
                  <a:spLocks noChangeArrowheads="1"/>
                </p:cNvSpPr>
                <p:nvPr/>
              </p:nvSpPr>
              <p:spPr bwMode="auto">
                <a:xfrm>
                  <a:off x="43" y="0"/>
                  <a:ext cx="38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b="1" i="1"/>
                    <a:t>t</a:t>
                  </a:r>
                </a:p>
                <a:p>
                  <a:pPr algn="ctr"/>
                  <a:endParaRPr lang="en-US" altLang="zh-CN" sz="2000" b="1"/>
                </a:p>
              </p:txBody>
            </p:sp>
            <p:sp>
              <p:nvSpPr>
                <p:cNvPr id="83974" name="Rectangle 354">
                  <a:extLst>
                    <a:ext uri="{FF2B5EF4-FFF2-40B4-BE49-F238E27FC236}">
                      <a16:creationId xmlns:a16="http://schemas.microsoft.com/office/drawing/2014/main" id="{095AE7B8-9AD9-425B-81D2-F9740665B202}"/>
                    </a:ext>
                  </a:extLst>
                </p:cNvPr>
                <p:cNvSpPr>
                  <a:spLocks noChangeArrowheads="1"/>
                </p:cNvSpPr>
                <p:nvPr/>
              </p:nvSpPr>
              <p:spPr bwMode="auto">
                <a:xfrm>
                  <a:off x="0" y="0"/>
                  <a:ext cx="472"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83975" name="Group 357">
                <a:extLst>
                  <a:ext uri="{FF2B5EF4-FFF2-40B4-BE49-F238E27FC236}">
                    <a16:creationId xmlns:a16="http://schemas.microsoft.com/office/drawing/2014/main" id="{F916A466-DEBA-4F8C-8A29-0EA97DE53B60}"/>
                  </a:ext>
                </a:extLst>
              </p:cNvPr>
              <p:cNvGrpSpPr>
                <a:grpSpLocks/>
              </p:cNvGrpSpPr>
              <p:nvPr/>
            </p:nvGrpSpPr>
            <p:grpSpPr bwMode="auto">
              <a:xfrm>
                <a:off x="472" y="0"/>
                <a:ext cx="484" cy="384"/>
                <a:chOff x="472" y="0"/>
                <a:chExt cx="484" cy="384"/>
              </a:xfrm>
            </p:grpSpPr>
            <p:sp>
              <p:nvSpPr>
                <p:cNvPr id="83976" name="Rectangle 319">
                  <a:extLst>
                    <a:ext uri="{FF2B5EF4-FFF2-40B4-BE49-F238E27FC236}">
                      <a16:creationId xmlns:a16="http://schemas.microsoft.com/office/drawing/2014/main" id="{0D980189-D2EA-4849-8EF6-A33631E1CFB4}"/>
                    </a:ext>
                  </a:extLst>
                </p:cNvPr>
                <p:cNvSpPr>
                  <a:spLocks noChangeArrowheads="1"/>
                </p:cNvSpPr>
                <p:nvPr/>
              </p:nvSpPr>
              <p:spPr bwMode="auto">
                <a:xfrm>
                  <a:off x="515" y="0"/>
                  <a:ext cx="39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b="1" i="1"/>
                    <a:t>x</a:t>
                  </a:r>
                  <a:r>
                    <a:rPr lang="en-US" altLang="zh-CN" sz="2000" b="1"/>
                    <a:t>(</a:t>
                  </a:r>
                  <a:r>
                    <a:rPr lang="en-US" altLang="zh-CN" sz="2000" b="1" i="1"/>
                    <a:t>t</a:t>
                  </a:r>
                  <a:r>
                    <a:rPr lang="en-US" altLang="zh-CN" sz="2000" b="1"/>
                    <a:t>)</a:t>
                  </a:r>
                </a:p>
                <a:p>
                  <a:pPr algn="ctr"/>
                  <a:endParaRPr lang="en-US" altLang="zh-CN" sz="2000" b="1"/>
                </a:p>
              </p:txBody>
            </p:sp>
            <p:sp>
              <p:nvSpPr>
                <p:cNvPr id="83977" name="Rectangle 356">
                  <a:extLst>
                    <a:ext uri="{FF2B5EF4-FFF2-40B4-BE49-F238E27FC236}">
                      <a16:creationId xmlns:a16="http://schemas.microsoft.com/office/drawing/2014/main" id="{0F4B195A-7328-4383-BBFE-19BC3A4185AA}"/>
                    </a:ext>
                  </a:extLst>
                </p:cNvPr>
                <p:cNvSpPr>
                  <a:spLocks noChangeArrowheads="1"/>
                </p:cNvSpPr>
                <p:nvPr/>
              </p:nvSpPr>
              <p:spPr bwMode="auto">
                <a:xfrm>
                  <a:off x="472" y="0"/>
                  <a:ext cx="4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83978" name="Group 359">
                <a:extLst>
                  <a:ext uri="{FF2B5EF4-FFF2-40B4-BE49-F238E27FC236}">
                    <a16:creationId xmlns:a16="http://schemas.microsoft.com/office/drawing/2014/main" id="{552C9BA7-B72A-4F4F-9ABB-FD8B8463E214}"/>
                  </a:ext>
                </a:extLst>
              </p:cNvPr>
              <p:cNvGrpSpPr>
                <a:grpSpLocks/>
              </p:cNvGrpSpPr>
              <p:nvPr/>
            </p:nvGrpSpPr>
            <p:grpSpPr bwMode="auto">
              <a:xfrm>
                <a:off x="956" y="0"/>
                <a:ext cx="472" cy="384"/>
                <a:chOff x="956" y="0"/>
                <a:chExt cx="472" cy="384"/>
              </a:xfrm>
            </p:grpSpPr>
            <p:sp>
              <p:nvSpPr>
                <p:cNvPr id="83979" name="Rectangle 320">
                  <a:extLst>
                    <a:ext uri="{FF2B5EF4-FFF2-40B4-BE49-F238E27FC236}">
                      <a16:creationId xmlns:a16="http://schemas.microsoft.com/office/drawing/2014/main" id="{1EF5DE30-C32E-4ECF-9DE6-C9FB607CFC84}"/>
                    </a:ext>
                  </a:extLst>
                </p:cNvPr>
                <p:cNvSpPr>
                  <a:spLocks noChangeArrowheads="1"/>
                </p:cNvSpPr>
                <p:nvPr/>
              </p:nvSpPr>
              <p:spPr bwMode="auto">
                <a:xfrm>
                  <a:off x="999" y="0"/>
                  <a:ext cx="38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b="1" i="1"/>
                    <a:t>y</a:t>
                  </a:r>
                  <a:r>
                    <a:rPr lang="en-US" altLang="zh-CN" sz="2000" b="1"/>
                    <a:t>(</a:t>
                  </a:r>
                  <a:r>
                    <a:rPr lang="en-US" altLang="zh-CN" sz="2000" b="1" i="1"/>
                    <a:t>t</a:t>
                  </a:r>
                  <a:r>
                    <a:rPr lang="en-US" altLang="zh-CN" sz="2000" b="1"/>
                    <a:t>)</a:t>
                  </a:r>
                </a:p>
                <a:p>
                  <a:pPr algn="ctr"/>
                  <a:endParaRPr lang="en-US" altLang="zh-CN" sz="2000" b="1"/>
                </a:p>
              </p:txBody>
            </p:sp>
            <p:sp>
              <p:nvSpPr>
                <p:cNvPr id="83980" name="Rectangle 358">
                  <a:extLst>
                    <a:ext uri="{FF2B5EF4-FFF2-40B4-BE49-F238E27FC236}">
                      <a16:creationId xmlns:a16="http://schemas.microsoft.com/office/drawing/2014/main" id="{FF5322A6-3BD0-4062-A0C9-0688A5EAD3F2}"/>
                    </a:ext>
                  </a:extLst>
                </p:cNvPr>
                <p:cNvSpPr>
                  <a:spLocks noChangeArrowheads="1"/>
                </p:cNvSpPr>
                <p:nvPr/>
              </p:nvSpPr>
              <p:spPr bwMode="auto">
                <a:xfrm>
                  <a:off x="956" y="0"/>
                  <a:ext cx="472"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83981" name="Group 361">
                <a:extLst>
                  <a:ext uri="{FF2B5EF4-FFF2-40B4-BE49-F238E27FC236}">
                    <a16:creationId xmlns:a16="http://schemas.microsoft.com/office/drawing/2014/main" id="{D6A366EB-0246-4782-9765-EB8C34FDBA14}"/>
                  </a:ext>
                </a:extLst>
              </p:cNvPr>
              <p:cNvGrpSpPr>
                <a:grpSpLocks/>
              </p:cNvGrpSpPr>
              <p:nvPr/>
            </p:nvGrpSpPr>
            <p:grpSpPr bwMode="auto">
              <a:xfrm>
                <a:off x="0" y="384"/>
                <a:ext cx="472" cy="384"/>
                <a:chOff x="0" y="384"/>
                <a:chExt cx="472" cy="384"/>
              </a:xfrm>
            </p:grpSpPr>
            <p:sp>
              <p:nvSpPr>
                <p:cNvPr id="83982" name="Rectangle 321">
                  <a:extLst>
                    <a:ext uri="{FF2B5EF4-FFF2-40B4-BE49-F238E27FC236}">
                      <a16:creationId xmlns:a16="http://schemas.microsoft.com/office/drawing/2014/main" id="{EF5C1232-D6CB-475F-A116-8D559CE2D8CA}"/>
                    </a:ext>
                  </a:extLst>
                </p:cNvPr>
                <p:cNvSpPr>
                  <a:spLocks noChangeArrowheads="1"/>
                </p:cNvSpPr>
                <p:nvPr/>
              </p:nvSpPr>
              <p:spPr bwMode="auto">
                <a:xfrm>
                  <a:off x="43" y="384"/>
                  <a:ext cx="38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b="1"/>
                    <a:t>0</a:t>
                  </a:r>
                </a:p>
                <a:p>
                  <a:pPr algn="ctr"/>
                  <a:endParaRPr lang="en-US" altLang="zh-CN" sz="2000" b="1"/>
                </a:p>
              </p:txBody>
            </p:sp>
            <p:sp>
              <p:nvSpPr>
                <p:cNvPr id="83983" name="Rectangle 360">
                  <a:extLst>
                    <a:ext uri="{FF2B5EF4-FFF2-40B4-BE49-F238E27FC236}">
                      <a16:creationId xmlns:a16="http://schemas.microsoft.com/office/drawing/2014/main" id="{9011CDDD-BDE4-46C4-9A2F-D81B0E850722}"/>
                    </a:ext>
                  </a:extLst>
                </p:cNvPr>
                <p:cNvSpPr>
                  <a:spLocks noChangeArrowheads="1"/>
                </p:cNvSpPr>
                <p:nvPr/>
              </p:nvSpPr>
              <p:spPr bwMode="auto">
                <a:xfrm>
                  <a:off x="0" y="384"/>
                  <a:ext cx="472"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83984" name="Group 363">
                <a:extLst>
                  <a:ext uri="{FF2B5EF4-FFF2-40B4-BE49-F238E27FC236}">
                    <a16:creationId xmlns:a16="http://schemas.microsoft.com/office/drawing/2014/main" id="{F51E1751-6C5E-4A62-8226-A2BC7B473A75}"/>
                  </a:ext>
                </a:extLst>
              </p:cNvPr>
              <p:cNvGrpSpPr>
                <a:grpSpLocks/>
              </p:cNvGrpSpPr>
              <p:nvPr/>
            </p:nvGrpSpPr>
            <p:grpSpPr bwMode="auto">
              <a:xfrm>
                <a:off x="472" y="384"/>
                <a:ext cx="484" cy="384"/>
                <a:chOff x="472" y="384"/>
                <a:chExt cx="484" cy="384"/>
              </a:xfrm>
            </p:grpSpPr>
            <p:sp>
              <p:nvSpPr>
                <p:cNvPr id="83985" name="Rectangle 322">
                  <a:extLst>
                    <a:ext uri="{FF2B5EF4-FFF2-40B4-BE49-F238E27FC236}">
                      <a16:creationId xmlns:a16="http://schemas.microsoft.com/office/drawing/2014/main" id="{4CD67ECB-A66F-434B-B4A5-940B75366DB9}"/>
                    </a:ext>
                  </a:extLst>
                </p:cNvPr>
                <p:cNvSpPr>
                  <a:spLocks noChangeArrowheads="1"/>
                </p:cNvSpPr>
                <p:nvPr/>
              </p:nvSpPr>
              <p:spPr bwMode="auto">
                <a:xfrm>
                  <a:off x="515" y="384"/>
                  <a:ext cx="39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b="1"/>
                    <a:t>20.0000</a:t>
                  </a:r>
                </a:p>
                <a:p>
                  <a:pPr algn="ctr"/>
                  <a:endParaRPr lang="en-US" altLang="zh-CN" sz="2000" b="1"/>
                </a:p>
              </p:txBody>
            </p:sp>
            <p:sp>
              <p:nvSpPr>
                <p:cNvPr id="83986" name="Rectangle 362">
                  <a:extLst>
                    <a:ext uri="{FF2B5EF4-FFF2-40B4-BE49-F238E27FC236}">
                      <a16:creationId xmlns:a16="http://schemas.microsoft.com/office/drawing/2014/main" id="{3AE3CBAF-F30D-4A77-9893-4F728DD5CF17}"/>
                    </a:ext>
                  </a:extLst>
                </p:cNvPr>
                <p:cNvSpPr>
                  <a:spLocks noChangeArrowheads="1"/>
                </p:cNvSpPr>
                <p:nvPr/>
              </p:nvSpPr>
              <p:spPr bwMode="auto">
                <a:xfrm>
                  <a:off x="472" y="384"/>
                  <a:ext cx="4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83987" name="Group 365">
                <a:extLst>
                  <a:ext uri="{FF2B5EF4-FFF2-40B4-BE49-F238E27FC236}">
                    <a16:creationId xmlns:a16="http://schemas.microsoft.com/office/drawing/2014/main" id="{C58AAAE1-DE8B-41A2-A924-5B7A92B0FEA5}"/>
                  </a:ext>
                </a:extLst>
              </p:cNvPr>
              <p:cNvGrpSpPr>
                <a:grpSpLocks/>
              </p:cNvGrpSpPr>
              <p:nvPr/>
            </p:nvGrpSpPr>
            <p:grpSpPr bwMode="auto">
              <a:xfrm>
                <a:off x="956" y="384"/>
                <a:ext cx="472" cy="384"/>
                <a:chOff x="956" y="384"/>
                <a:chExt cx="472" cy="384"/>
              </a:xfrm>
            </p:grpSpPr>
            <p:sp>
              <p:nvSpPr>
                <p:cNvPr id="83988" name="Rectangle 323">
                  <a:extLst>
                    <a:ext uri="{FF2B5EF4-FFF2-40B4-BE49-F238E27FC236}">
                      <a16:creationId xmlns:a16="http://schemas.microsoft.com/office/drawing/2014/main" id="{12EEA29E-56C5-4163-B6FE-2CDC30268CFD}"/>
                    </a:ext>
                  </a:extLst>
                </p:cNvPr>
                <p:cNvSpPr>
                  <a:spLocks noChangeArrowheads="1"/>
                </p:cNvSpPr>
                <p:nvPr/>
              </p:nvSpPr>
              <p:spPr bwMode="auto">
                <a:xfrm>
                  <a:off x="999" y="384"/>
                  <a:ext cx="38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b="1"/>
                    <a:t>4.0000</a:t>
                  </a:r>
                </a:p>
                <a:p>
                  <a:pPr algn="ctr"/>
                  <a:endParaRPr lang="en-US" altLang="zh-CN" sz="2000" b="1"/>
                </a:p>
              </p:txBody>
            </p:sp>
            <p:sp>
              <p:nvSpPr>
                <p:cNvPr id="83989" name="Rectangle 364">
                  <a:extLst>
                    <a:ext uri="{FF2B5EF4-FFF2-40B4-BE49-F238E27FC236}">
                      <a16:creationId xmlns:a16="http://schemas.microsoft.com/office/drawing/2014/main" id="{C9017A7E-595D-4B5C-ADAE-88891399655E}"/>
                    </a:ext>
                  </a:extLst>
                </p:cNvPr>
                <p:cNvSpPr>
                  <a:spLocks noChangeArrowheads="1"/>
                </p:cNvSpPr>
                <p:nvPr/>
              </p:nvSpPr>
              <p:spPr bwMode="auto">
                <a:xfrm>
                  <a:off x="956" y="384"/>
                  <a:ext cx="472"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83990" name="Group 367">
                <a:extLst>
                  <a:ext uri="{FF2B5EF4-FFF2-40B4-BE49-F238E27FC236}">
                    <a16:creationId xmlns:a16="http://schemas.microsoft.com/office/drawing/2014/main" id="{98B7418F-1F5D-45F4-A350-96B2BBF387F2}"/>
                  </a:ext>
                </a:extLst>
              </p:cNvPr>
              <p:cNvGrpSpPr>
                <a:grpSpLocks/>
              </p:cNvGrpSpPr>
              <p:nvPr/>
            </p:nvGrpSpPr>
            <p:grpSpPr bwMode="auto">
              <a:xfrm>
                <a:off x="0" y="768"/>
                <a:ext cx="472" cy="384"/>
                <a:chOff x="0" y="768"/>
                <a:chExt cx="472" cy="384"/>
              </a:xfrm>
            </p:grpSpPr>
            <p:sp>
              <p:nvSpPr>
                <p:cNvPr id="83991" name="Rectangle 324">
                  <a:extLst>
                    <a:ext uri="{FF2B5EF4-FFF2-40B4-BE49-F238E27FC236}">
                      <a16:creationId xmlns:a16="http://schemas.microsoft.com/office/drawing/2014/main" id="{9261580A-DA92-44E8-9480-28435976CBE0}"/>
                    </a:ext>
                  </a:extLst>
                </p:cNvPr>
                <p:cNvSpPr>
                  <a:spLocks noChangeArrowheads="1"/>
                </p:cNvSpPr>
                <p:nvPr/>
              </p:nvSpPr>
              <p:spPr bwMode="auto">
                <a:xfrm>
                  <a:off x="43" y="768"/>
                  <a:ext cx="38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b="1"/>
                    <a:t>0.1000</a:t>
                  </a:r>
                </a:p>
                <a:p>
                  <a:pPr algn="ctr"/>
                  <a:endParaRPr lang="en-US" altLang="zh-CN" sz="2000" b="1"/>
                </a:p>
              </p:txBody>
            </p:sp>
            <p:sp>
              <p:nvSpPr>
                <p:cNvPr id="83992" name="Rectangle 366">
                  <a:extLst>
                    <a:ext uri="{FF2B5EF4-FFF2-40B4-BE49-F238E27FC236}">
                      <a16:creationId xmlns:a16="http://schemas.microsoft.com/office/drawing/2014/main" id="{EE73B097-8B3C-4691-847D-DE9353C49565}"/>
                    </a:ext>
                  </a:extLst>
                </p:cNvPr>
                <p:cNvSpPr>
                  <a:spLocks noChangeArrowheads="1"/>
                </p:cNvSpPr>
                <p:nvPr/>
              </p:nvSpPr>
              <p:spPr bwMode="auto">
                <a:xfrm>
                  <a:off x="0" y="768"/>
                  <a:ext cx="472"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83993" name="Group 369">
                <a:extLst>
                  <a:ext uri="{FF2B5EF4-FFF2-40B4-BE49-F238E27FC236}">
                    <a16:creationId xmlns:a16="http://schemas.microsoft.com/office/drawing/2014/main" id="{4609078E-E145-4FF2-AE27-A6CF985B9D58}"/>
                  </a:ext>
                </a:extLst>
              </p:cNvPr>
              <p:cNvGrpSpPr>
                <a:grpSpLocks/>
              </p:cNvGrpSpPr>
              <p:nvPr/>
            </p:nvGrpSpPr>
            <p:grpSpPr bwMode="auto">
              <a:xfrm>
                <a:off x="472" y="768"/>
                <a:ext cx="484" cy="384"/>
                <a:chOff x="472" y="768"/>
                <a:chExt cx="484" cy="384"/>
              </a:xfrm>
            </p:grpSpPr>
            <p:sp>
              <p:nvSpPr>
                <p:cNvPr id="83994" name="Rectangle 325">
                  <a:extLst>
                    <a:ext uri="{FF2B5EF4-FFF2-40B4-BE49-F238E27FC236}">
                      <a16:creationId xmlns:a16="http://schemas.microsoft.com/office/drawing/2014/main" id="{7556DFF8-51BB-4747-B51B-2144653AF4C8}"/>
                    </a:ext>
                  </a:extLst>
                </p:cNvPr>
                <p:cNvSpPr>
                  <a:spLocks noChangeArrowheads="1"/>
                </p:cNvSpPr>
                <p:nvPr/>
              </p:nvSpPr>
              <p:spPr bwMode="auto">
                <a:xfrm>
                  <a:off x="515" y="768"/>
                  <a:ext cx="39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b="1"/>
                    <a:t>21.2406</a:t>
                  </a:r>
                </a:p>
                <a:p>
                  <a:pPr algn="ctr"/>
                  <a:endParaRPr lang="en-US" altLang="zh-CN" sz="2000" b="1"/>
                </a:p>
              </p:txBody>
            </p:sp>
            <p:sp>
              <p:nvSpPr>
                <p:cNvPr id="83995" name="Rectangle 368">
                  <a:extLst>
                    <a:ext uri="{FF2B5EF4-FFF2-40B4-BE49-F238E27FC236}">
                      <a16:creationId xmlns:a16="http://schemas.microsoft.com/office/drawing/2014/main" id="{F82C0FB0-0FF5-456B-986A-03E9D92B9A5E}"/>
                    </a:ext>
                  </a:extLst>
                </p:cNvPr>
                <p:cNvSpPr>
                  <a:spLocks noChangeArrowheads="1"/>
                </p:cNvSpPr>
                <p:nvPr/>
              </p:nvSpPr>
              <p:spPr bwMode="auto">
                <a:xfrm>
                  <a:off x="472" y="768"/>
                  <a:ext cx="4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83996" name="Group 371">
                <a:extLst>
                  <a:ext uri="{FF2B5EF4-FFF2-40B4-BE49-F238E27FC236}">
                    <a16:creationId xmlns:a16="http://schemas.microsoft.com/office/drawing/2014/main" id="{029E6C57-0908-4037-81A0-37D7CAA7F8CC}"/>
                  </a:ext>
                </a:extLst>
              </p:cNvPr>
              <p:cNvGrpSpPr>
                <a:grpSpLocks/>
              </p:cNvGrpSpPr>
              <p:nvPr/>
            </p:nvGrpSpPr>
            <p:grpSpPr bwMode="auto">
              <a:xfrm>
                <a:off x="956" y="768"/>
                <a:ext cx="472" cy="384"/>
                <a:chOff x="956" y="768"/>
                <a:chExt cx="472" cy="384"/>
              </a:xfrm>
            </p:grpSpPr>
            <p:sp>
              <p:nvSpPr>
                <p:cNvPr id="83997" name="Rectangle 326">
                  <a:extLst>
                    <a:ext uri="{FF2B5EF4-FFF2-40B4-BE49-F238E27FC236}">
                      <a16:creationId xmlns:a16="http://schemas.microsoft.com/office/drawing/2014/main" id="{37A696C7-257D-45D4-AE01-AF0FFB39869A}"/>
                    </a:ext>
                  </a:extLst>
                </p:cNvPr>
                <p:cNvSpPr>
                  <a:spLocks noChangeArrowheads="1"/>
                </p:cNvSpPr>
                <p:nvPr/>
              </p:nvSpPr>
              <p:spPr bwMode="auto">
                <a:xfrm>
                  <a:off x="999" y="768"/>
                  <a:ext cx="38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b="1"/>
                    <a:t>3.9651</a:t>
                  </a:r>
                </a:p>
                <a:p>
                  <a:pPr algn="ctr"/>
                  <a:endParaRPr lang="en-US" altLang="zh-CN" sz="2000" b="1"/>
                </a:p>
              </p:txBody>
            </p:sp>
            <p:sp>
              <p:nvSpPr>
                <p:cNvPr id="83998" name="Rectangle 370">
                  <a:extLst>
                    <a:ext uri="{FF2B5EF4-FFF2-40B4-BE49-F238E27FC236}">
                      <a16:creationId xmlns:a16="http://schemas.microsoft.com/office/drawing/2014/main" id="{CB641015-8703-4E0C-9E11-5FBA349C6F9B}"/>
                    </a:ext>
                  </a:extLst>
                </p:cNvPr>
                <p:cNvSpPr>
                  <a:spLocks noChangeArrowheads="1"/>
                </p:cNvSpPr>
                <p:nvPr/>
              </p:nvSpPr>
              <p:spPr bwMode="auto">
                <a:xfrm>
                  <a:off x="956" y="768"/>
                  <a:ext cx="472"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83999" name="Group 373">
                <a:extLst>
                  <a:ext uri="{FF2B5EF4-FFF2-40B4-BE49-F238E27FC236}">
                    <a16:creationId xmlns:a16="http://schemas.microsoft.com/office/drawing/2014/main" id="{7194CCF3-878A-419D-BE7A-C81CBAF97BF3}"/>
                  </a:ext>
                </a:extLst>
              </p:cNvPr>
              <p:cNvGrpSpPr>
                <a:grpSpLocks/>
              </p:cNvGrpSpPr>
              <p:nvPr/>
            </p:nvGrpSpPr>
            <p:grpSpPr bwMode="auto">
              <a:xfrm>
                <a:off x="0" y="1152"/>
                <a:ext cx="472" cy="384"/>
                <a:chOff x="0" y="1152"/>
                <a:chExt cx="472" cy="384"/>
              </a:xfrm>
            </p:grpSpPr>
            <p:sp>
              <p:nvSpPr>
                <p:cNvPr id="84000" name="Rectangle 327">
                  <a:extLst>
                    <a:ext uri="{FF2B5EF4-FFF2-40B4-BE49-F238E27FC236}">
                      <a16:creationId xmlns:a16="http://schemas.microsoft.com/office/drawing/2014/main" id="{C988A140-71EE-4E17-8EE6-52E4915E0F18}"/>
                    </a:ext>
                  </a:extLst>
                </p:cNvPr>
                <p:cNvSpPr>
                  <a:spLocks noChangeArrowheads="1"/>
                </p:cNvSpPr>
                <p:nvPr/>
              </p:nvSpPr>
              <p:spPr bwMode="auto">
                <a:xfrm>
                  <a:off x="43" y="1152"/>
                  <a:ext cx="38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b="1"/>
                    <a:t>0.2000</a:t>
                  </a:r>
                </a:p>
                <a:p>
                  <a:pPr algn="ctr"/>
                  <a:endParaRPr lang="en-US" altLang="zh-CN" sz="2000" b="1"/>
                </a:p>
              </p:txBody>
            </p:sp>
            <p:sp>
              <p:nvSpPr>
                <p:cNvPr id="84001" name="Rectangle 372">
                  <a:extLst>
                    <a:ext uri="{FF2B5EF4-FFF2-40B4-BE49-F238E27FC236}">
                      <a16:creationId xmlns:a16="http://schemas.microsoft.com/office/drawing/2014/main" id="{D26B7213-C912-4666-9C95-0165322E6465}"/>
                    </a:ext>
                  </a:extLst>
                </p:cNvPr>
                <p:cNvSpPr>
                  <a:spLocks noChangeArrowheads="1"/>
                </p:cNvSpPr>
                <p:nvPr/>
              </p:nvSpPr>
              <p:spPr bwMode="auto">
                <a:xfrm>
                  <a:off x="0" y="1152"/>
                  <a:ext cx="472"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84002" name="Group 375">
                <a:extLst>
                  <a:ext uri="{FF2B5EF4-FFF2-40B4-BE49-F238E27FC236}">
                    <a16:creationId xmlns:a16="http://schemas.microsoft.com/office/drawing/2014/main" id="{874C7960-76F6-4E3E-AC2B-62609C70492A}"/>
                  </a:ext>
                </a:extLst>
              </p:cNvPr>
              <p:cNvGrpSpPr>
                <a:grpSpLocks/>
              </p:cNvGrpSpPr>
              <p:nvPr/>
            </p:nvGrpSpPr>
            <p:grpSpPr bwMode="auto">
              <a:xfrm>
                <a:off x="472" y="1152"/>
                <a:ext cx="484" cy="384"/>
                <a:chOff x="472" y="1152"/>
                <a:chExt cx="484" cy="384"/>
              </a:xfrm>
            </p:grpSpPr>
            <p:sp>
              <p:nvSpPr>
                <p:cNvPr id="84003" name="Rectangle 328">
                  <a:extLst>
                    <a:ext uri="{FF2B5EF4-FFF2-40B4-BE49-F238E27FC236}">
                      <a16:creationId xmlns:a16="http://schemas.microsoft.com/office/drawing/2014/main" id="{0AB8A666-8B34-4493-A0E0-4D98C69FC956}"/>
                    </a:ext>
                  </a:extLst>
                </p:cNvPr>
                <p:cNvSpPr>
                  <a:spLocks noChangeArrowheads="1"/>
                </p:cNvSpPr>
                <p:nvPr/>
              </p:nvSpPr>
              <p:spPr bwMode="auto">
                <a:xfrm>
                  <a:off x="515" y="1152"/>
                  <a:ext cx="39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b="1"/>
                    <a:t>22.5649</a:t>
                  </a:r>
                </a:p>
                <a:p>
                  <a:pPr algn="ctr"/>
                  <a:endParaRPr lang="en-US" altLang="zh-CN" sz="2000" b="1"/>
                </a:p>
              </p:txBody>
            </p:sp>
            <p:sp>
              <p:nvSpPr>
                <p:cNvPr id="84004" name="Rectangle 374">
                  <a:extLst>
                    <a:ext uri="{FF2B5EF4-FFF2-40B4-BE49-F238E27FC236}">
                      <a16:creationId xmlns:a16="http://schemas.microsoft.com/office/drawing/2014/main" id="{1575AE3F-EEA4-43FF-B438-4BC78C4B3E5C}"/>
                    </a:ext>
                  </a:extLst>
                </p:cNvPr>
                <p:cNvSpPr>
                  <a:spLocks noChangeArrowheads="1"/>
                </p:cNvSpPr>
                <p:nvPr/>
              </p:nvSpPr>
              <p:spPr bwMode="auto">
                <a:xfrm>
                  <a:off x="472" y="1152"/>
                  <a:ext cx="4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84005" name="Group 377">
                <a:extLst>
                  <a:ext uri="{FF2B5EF4-FFF2-40B4-BE49-F238E27FC236}">
                    <a16:creationId xmlns:a16="http://schemas.microsoft.com/office/drawing/2014/main" id="{798DA908-BBAB-4D99-B75B-581BECAB0A90}"/>
                  </a:ext>
                </a:extLst>
              </p:cNvPr>
              <p:cNvGrpSpPr>
                <a:grpSpLocks/>
              </p:cNvGrpSpPr>
              <p:nvPr/>
            </p:nvGrpSpPr>
            <p:grpSpPr bwMode="auto">
              <a:xfrm>
                <a:off x="956" y="1152"/>
                <a:ext cx="472" cy="384"/>
                <a:chOff x="956" y="1152"/>
                <a:chExt cx="472" cy="384"/>
              </a:xfrm>
            </p:grpSpPr>
            <p:sp>
              <p:nvSpPr>
                <p:cNvPr id="84006" name="Rectangle 329">
                  <a:extLst>
                    <a:ext uri="{FF2B5EF4-FFF2-40B4-BE49-F238E27FC236}">
                      <a16:creationId xmlns:a16="http://schemas.microsoft.com/office/drawing/2014/main" id="{F37247EA-520A-425C-A785-9D7714A878B8}"/>
                    </a:ext>
                  </a:extLst>
                </p:cNvPr>
                <p:cNvSpPr>
                  <a:spLocks noChangeArrowheads="1"/>
                </p:cNvSpPr>
                <p:nvPr/>
              </p:nvSpPr>
              <p:spPr bwMode="auto">
                <a:xfrm>
                  <a:off x="999" y="1152"/>
                  <a:ext cx="38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b="1"/>
                    <a:t>3.9405</a:t>
                  </a:r>
                </a:p>
                <a:p>
                  <a:pPr algn="ctr"/>
                  <a:endParaRPr lang="en-US" altLang="zh-CN" sz="2000" b="1"/>
                </a:p>
              </p:txBody>
            </p:sp>
            <p:sp>
              <p:nvSpPr>
                <p:cNvPr id="84007" name="Rectangle 376">
                  <a:extLst>
                    <a:ext uri="{FF2B5EF4-FFF2-40B4-BE49-F238E27FC236}">
                      <a16:creationId xmlns:a16="http://schemas.microsoft.com/office/drawing/2014/main" id="{3FC2E1BE-22E7-4C96-9DFC-B406705BE1BB}"/>
                    </a:ext>
                  </a:extLst>
                </p:cNvPr>
                <p:cNvSpPr>
                  <a:spLocks noChangeArrowheads="1"/>
                </p:cNvSpPr>
                <p:nvPr/>
              </p:nvSpPr>
              <p:spPr bwMode="auto">
                <a:xfrm>
                  <a:off x="956" y="1152"/>
                  <a:ext cx="472"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84008" name="Group 379">
                <a:extLst>
                  <a:ext uri="{FF2B5EF4-FFF2-40B4-BE49-F238E27FC236}">
                    <a16:creationId xmlns:a16="http://schemas.microsoft.com/office/drawing/2014/main" id="{062C016C-7BA9-461E-907B-BF78DCFAAF7F}"/>
                  </a:ext>
                </a:extLst>
              </p:cNvPr>
              <p:cNvGrpSpPr>
                <a:grpSpLocks/>
              </p:cNvGrpSpPr>
              <p:nvPr/>
            </p:nvGrpSpPr>
            <p:grpSpPr bwMode="auto">
              <a:xfrm>
                <a:off x="0" y="1536"/>
                <a:ext cx="472" cy="384"/>
                <a:chOff x="0" y="1536"/>
                <a:chExt cx="472" cy="384"/>
              </a:xfrm>
            </p:grpSpPr>
            <p:sp>
              <p:nvSpPr>
                <p:cNvPr id="84009" name="Rectangle 330">
                  <a:extLst>
                    <a:ext uri="{FF2B5EF4-FFF2-40B4-BE49-F238E27FC236}">
                      <a16:creationId xmlns:a16="http://schemas.microsoft.com/office/drawing/2014/main" id="{44140383-CB0C-4965-947E-D70539DDBEAB}"/>
                    </a:ext>
                  </a:extLst>
                </p:cNvPr>
                <p:cNvSpPr>
                  <a:spLocks noChangeArrowheads="1"/>
                </p:cNvSpPr>
                <p:nvPr/>
              </p:nvSpPr>
              <p:spPr bwMode="auto">
                <a:xfrm>
                  <a:off x="43" y="1536"/>
                  <a:ext cx="38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b="1"/>
                    <a:t>0.3000</a:t>
                  </a:r>
                </a:p>
                <a:p>
                  <a:pPr algn="ctr"/>
                  <a:endParaRPr lang="en-US" altLang="zh-CN" sz="2000" b="1"/>
                </a:p>
              </p:txBody>
            </p:sp>
            <p:sp>
              <p:nvSpPr>
                <p:cNvPr id="84010" name="Rectangle 378">
                  <a:extLst>
                    <a:ext uri="{FF2B5EF4-FFF2-40B4-BE49-F238E27FC236}">
                      <a16:creationId xmlns:a16="http://schemas.microsoft.com/office/drawing/2014/main" id="{FC68B609-0017-4601-BA5D-CA85F7404E24}"/>
                    </a:ext>
                  </a:extLst>
                </p:cNvPr>
                <p:cNvSpPr>
                  <a:spLocks noChangeArrowheads="1"/>
                </p:cNvSpPr>
                <p:nvPr/>
              </p:nvSpPr>
              <p:spPr bwMode="auto">
                <a:xfrm>
                  <a:off x="0" y="1536"/>
                  <a:ext cx="472"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84011" name="Group 381">
                <a:extLst>
                  <a:ext uri="{FF2B5EF4-FFF2-40B4-BE49-F238E27FC236}">
                    <a16:creationId xmlns:a16="http://schemas.microsoft.com/office/drawing/2014/main" id="{B585B64A-F1DA-4F97-A2AC-D8B2A58E8011}"/>
                  </a:ext>
                </a:extLst>
              </p:cNvPr>
              <p:cNvGrpSpPr>
                <a:grpSpLocks/>
              </p:cNvGrpSpPr>
              <p:nvPr/>
            </p:nvGrpSpPr>
            <p:grpSpPr bwMode="auto">
              <a:xfrm>
                <a:off x="472" y="1536"/>
                <a:ext cx="484" cy="384"/>
                <a:chOff x="472" y="1536"/>
                <a:chExt cx="484" cy="384"/>
              </a:xfrm>
            </p:grpSpPr>
            <p:sp>
              <p:nvSpPr>
                <p:cNvPr id="84012" name="Rectangle 331">
                  <a:extLst>
                    <a:ext uri="{FF2B5EF4-FFF2-40B4-BE49-F238E27FC236}">
                      <a16:creationId xmlns:a16="http://schemas.microsoft.com/office/drawing/2014/main" id="{D7E9343C-30A4-44FB-AE34-CDD1B39B33B4}"/>
                    </a:ext>
                  </a:extLst>
                </p:cNvPr>
                <p:cNvSpPr>
                  <a:spLocks noChangeArrowheads="1"/>
                </p:cNvSpPr>
                <p:nvPr/>
              </p:nvSpPr>
              <p:spPr bwMode="auto">
                <a:xfrm>
                  <a:off x="515" y="1536"/>
                  <a:ext cx="39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b="1"/>
                    <a:t>23.9763</a:t>
                  </a:r>
                </a:p>
                <a:p>
                  <a:pPr algn="ctr"/>
                  <a:endParaRPr lang="en-US" altLang="zh-CN" sz="2000" b="1"/>
                </a:p>
              </p:txBody>
            </p:sp>
            <p:sp>
              <p:nvSpPr>
                <p:cNvPr id="84013" name="Rectangle 380">
                  <a:extLst>
                    <a:ext uri="{FF2B5EF4-FFF2-40B4-BE49-F238E27FC236}">
                      <a16:creationId xmlns:a16="http://schemas.microsoft.com/office/drawing/2014/main" id="{124E1B4A-3848-4133-AC78-47444DCC0E06}"/>
                    </a:ext>
                  </a:extLst>
                </p:cNvPr>
                <p:cNvSpPr>
                  <a:spLocks noChangeArrowheads="1"/>
                </p:cNvSpPr>
                <p:nvPr/>
              </p:nvSpPr>
              <p:spPr bwMode="auto">
                <a:xfrm>
                  <a:off x="472" y="1536"/>
                  <a:ext cx="4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84014" name="Group 383">
                <a:extLst>
                  <a:ext uri="{FF2B5EF4-FFF2-40B4-BE49-F238E27FC236}">
                    <a16:creationId xmlns:a16="http://schemas.microsoft.com/office/drawing/2014/main" id="{5F53D9A8-6B87-478D-9F01-935D70F4DFC5}"/>
                  </a:ext>
                </a:extLst>
              </p:cNvPr>
              <p:cNvGrpSpPr>
                <a:grpSpLocks/>
              </p:cNvGrpSpPr>
              <p:nvPr/>
            </p:nvGrpSpPr>
            <p:grpSpPr bwMode="auto">
              <a:xfrm>
                <a:off x="956" y="1536"/>
                <a:ext cx="472" cy="384"/>
                <a:chOff x="956" y="1536"/>
                <a:chExt cx="472" cy="384"/>
              </a:xfrm>
            </p:grpSpPr>
            <p:sp>
              <p:nvSpPr>
                <p:cNvPr id="84015" name="Rectangle 332">
                  <a:extLst>
                    <a:ext uri="{FF2B5EF4-FFF2-40B4-BE49-F238E27FC236}">
                      <a16:creationId xmlns:a16="http://schemas.microsoft.com/office/drawing/2014/main" id="{F45A397B-5B5B-415E-92AA-4CBDF8D96844}"/>
                    </a:ext>
                  </a:extLst>
                </p:cNvPr>
                <p:cNvSpPr>
                  <a:spLocks noChangeArrowheads="1"/>
                </p:cNvSpPr>
                <p:nvPr/>
              </p:nvSpPr>
              <p:spPr bwMode="auto">
                <a:xfrm>
                  <a:off x="999" y="1536"/>
                  <a:ext cx="38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b="1"/>
                    <a:t>3.9269</a:t>
                  </a:r>
                </a:p>
                <a:p>
                  <a:pPr algn="ctr"/>
                  <a:endParaRPr lang="en-US" altLang="zh-CN" sz="2000" b="1"/>
                </a:p>
              </p:txBody>
            </p:sp>
            <p:sp>
              <p:nvSpPr>
                <p:cNvPr id="84016" name="Rectangle 382">
                  <a:extLst>
                    <a:ext uri="{FF2B5EF4-FFF2-40B4-BE49-F238E27FC236}">
                      <a16:creationId xmlns:a16="http://schemas.microsoft.com/office/drawing/2014/main" id="{50F2EA1A-AA9E-4BE6-B224-DCBAED9C5F8E}"/>
                    </a:ext>
                  </a:extLst>
                </p:cNvPr>
                <p:cNvSpPr>
                  <a:spLocks noChangeArrowheads="1"/>
                </p:cNvSpPr>
                <p:nvPr/>
              </p:nvSpPr>
              <p:spPr bwMode="auto">
                <a:xfrm>
                  <a:off x="956" y="1536"/>
                  <a:ext cx="472"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84017" name="Group 385">
                <a:extLst>
                  <a:ext uri="{FF2B5EF4-FFF2-40B4-BE49-F238E27FC236}">
                    <a16:creationId xmlns:a16="http://schemas.microsoft.com/office/drawing/2014/main" id="{DA20BE59-1DD6-4DEE-BF02-E670537DF805}"/>
                  </a:ext>
                </a:extLst>
              </p:cNvPr>
              <p:cNvGrpSpPr>
                <a:grpSpLocks/>
              </p:cNvGrpSpPr>
              <p:nvPr/>
            </p:nvGrpSpPr>
            <p:grpSpPr bwMode="auto">
              <a:xfrm>
                <a:off x="0" y="1920"/>
                <a:ext cx="472" cy="384"/>
                <a:chOff x="0" y="1920"/>
                <a:chExt cx="472" cy="384"/>
              </a:xfrm>
            </p:grpSpPr>
            <p:sp>
              <p:nvSpPr>
                <p:cNvPr id="84018" name="Rectangle 333">
                  <a:extLst>
                    <a:ext uri="{FF2B5EF4-FFF2-40B4-BE49-F238E27FC236}">
                      <a16:creationId xmlns:a16="http://schemas.microsoft.com/office/drawing/2014/main" id="{05608AC0-1465-46A3-AD6E-C34BDA26472F}"/>
                    </a:ext>
                  </a:extLst>
                </p:cNvPr>
                <p:cNvSpPr>
                  <a:spLocks noChangeArrowheads="1"/>
                </p:cNvSpPr>
                <p:nvPr/>
              </p:nvSpPr>
              <p:spPr bwMode="auto">
                <a:xfrm>
                  <a:off x="43" y="1920"/>
                  <a:ext cx="38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b="1"/>
                    <a:t>…</a:t>
                  </a:r>
                </a:p>
                <a:p>
                  <a:pPr algn="ctr"/>
                  <a:endParaRPr lang="en-US" altLang="zh-CN" sz="2000" b="1"/>
                </a:p>
              </p:txBody>
            </p:sp>
            <p:sp>
              <p:nvSpPr>
                <p:cNvPr id="84019" name="Rectangle 384">
                  <a:extLst>
                    <a:ext uri="{FF2B5EF4-FFF2-40B4-BE49-F238E27FC236}">
                      <a16:creationId xmlns:a16="http://schemas.microsoft.com/office/drawing/2014/main" id="{66292592-751A-477D-B708-F236B2B45B37}"/>
                    </a:ext>
                  </a:extLst>
                </p:cNvPr>
                <p:cNvSpPr>
                  <a:spLocks noChangeArrowheads="1"/>
                </p:cNvSpPr>
                <p:nvPr/>
              </p:nvSpPr>
              <p:spPr bwMode="auto">
                <a:xfrm>
                  <a:off x="0" y="1920"/>
                  <a:ext cx="472"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84020" name="Group 387">
                <a:extLst>
                  <a:ext uri="{FF2B5EF4-FFF2-40B4-BE49-F238E27FC236}">
                    <a16:creationId xmlns:a16="http://schemas.microsoft.com/office/drawing/2014/main" id="{2E78791E-1321-4A9C-B0AD-52DE20323AC7}"/>
                  </a:ext>
                </a:extLst>
              </p:cNvPr>
              <p:cNvGrpSpPr>
                <a:grpSpLocks/>
              </p:cNvGrpSpPr>
              <p:nvPr/>
            </p:nvGrpSpPr>
            <p:grpSpPr bwMode="auto">
              <a:xfrm>
                <a:off x="472" y="1920"/>
                <a:ext cx="484" cy="384"/>
                <a:chOff x="472" y="1920"/>
                <a:chExt cx="484" cy="384"/>
              </a:xfrm>
            </p:grpSpPr>
            <p:sp>
              <p:nvSpPr>
                <p:cNvPr id="84021" name="Rectangle 334">
                  <a:extLst>
                    <a:ext uri="{FF2B5EF4-FFF2-40B4-BE49-F238E27FC236}">
                      <a16:creationId xmlns:a16="http://schemas.microsoft.com/office/drawing/2014/main" id="{6B107E6F-4B68-4DD8-9985-22E45234B58C}"/>
                    </a:ext>
                  </a:extLst>
                </p:cNvPr>
                <p:cNvSpPr>
                  <a:spLocks noChangeArrowheads="1"/>
                </p:cNvSpPr>
                <p:nvPr/>
              </p:nvSpPr>
              <p:spPr bwMode="auto">
                <a:xfrm>
                  <a:off x="515" y="1920"/>
                  <a:ext cx="39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b="1"/>
                    <a:t>…</a:t>
                  </a:r>
                </a:p>
                <a:p>
                  <a:pPr algn="ctr"/>
                  <a:endParaRPr lang="en-US" altLang="zh-CN" sz="2000" b="1"/>
                </a:p>
              </p:txBody>
            </p:sp>
            <p:sp>
              <p:nvSpPr>
                <p:cNvPr id="84022" name="Rectangle 386">
                  <a:extLst>
                    <a:ext uri="{FF2B5EF4-FFF2-40B4-BE49-F238E27FC236}">
                      <a16:creationId xmlns:a16="http://schemas.microsoft.com/office/drawing/2014/main" id="{A533E921-B6CC-4700-9367-9FF900FEAC84}"/>
                    </a:ext>
                  </a:extLst>
                </p:cNvPr>
                <p:cNvSpPr>
                  <a:spLocks noChangeArrowheads="1"/>
                </p:cNvSpPr>
                <p:nvPr/>
              </p:nvSpPr>
              <p:spPr bwMode="auto">
                <a:xfrm>
                  <a:off x="472" y="1920"/>
                  <a:ext cx="4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84023" name="Group 389">
                <a:extLst>
                  <a:ext uri="{FF2B5EF4-FFF2-40B4-BE49-F238E27FC236}">
                    <a16:creationId xmlns:a16="http://schemas.microsoft.com/office/drawing/2014/main" id="{EC10A053-28D0-4DE7-BCF8-89A1641B8CDA}"/>
                  </a:ext>
                </a:extLst>
              </p:cNvPr>
              <p:cNvGrpSpPr>
                <a:grpSpLocks/>
              </p:cNvGrpSpPr>
              <p:nvPr/>
            </p:nvGrpSpPr>
            <p:grpSpPr bwMode="auto">
              <a:xfrm>
                <a:off x="956" y="1920"/>
                <a:ext cx="472" cy="384"/>
                <a:chOff x="956" y="1920"/>
                <a:chExt cx="472" cy="384"/>
              </a:xfrm>
            </p:grpSpPr>
            <p:sp>
              <p:nvSpPr>
                <p:cNvPr id="84024" name="Rectangle 335">
                  <a:extLst>
                    <a:ext uri="{FF2B5EF4-FFF2-40B4-BE49-F238E27FC236}">
                      <a16:creationId xmlns:a16="http://schemas.microsoft.com/office/drawing/2014/main" id="{5AB702A9-8744-4E27-9510-5839DF129435}"/>
                    </a:ext>
                  </a:extLst>
                </p:cNvPr>
                <p:cNvSpPr>
                  <a:spLocks noChangeArrowheads="1"/>
                </p:cNvSpPr>
                <p:nvPr/>
              </p:nvSpPr>
              <p:spPr bwMode="auto">
                <a:xfrm>
                  <a:off x="999" y="1920"/>
                  <a:ext cx="38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b="1"/>
                    <a:t>…</a:t>
                  </a:r>
                </a:p>
                <a:p>
                  <a:pPr algn="ctr"/>
                  <a:endParaRPr lang="en-US" altLang="zh-CN" sz="2000" b="1"/>
                </a:p>
              </p:txBody>
            </p:sp>
            <p:sp>
              <p:nvSpPr>
                <p:cNvPr id="84025" name="Rectangle 388">
                  <a:extLst>
                    <a:ext uri="{FF2B5EF4-FFF2-40B4-BE49-F238E27FC236}">
                      <a16:creationId xmlns:a16="http://schemas.microsoft.com/office/drawing/2014/main" id="{EB7C00A2-6A41-401A-97B9-1F0BE76D366C}"/>
                    </a:ext>
                  </a:extLst>
                </p:cNvPr>
                <p:cNvSpPr>
                  <a:spLocks noChangeArrowheads="1"/>
                </p:cNvSpPr>
                <p:nvPr/>
              </p:nvSpPr>
              <p:spPr bwMode="auto">
                <a:xfrm>
                  <a:off x="956" y="1920"/>
                  <a:ext cx="472"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84026" name="Group 391">
                <a:extLst>
                  <a:ext uri="{FF2B5EF4-FFF2-40B4-BE49-F238E27FC236}">
                    <a16:creationId xmlns:a16="http://schemas.microsoft.com/office/drawing/2014/main" id="{E061A0E3-8C13-49FC-AAA7-8E0735DE4774}"/>
                  </a:ext>
                </a:extLst>
              </p:cNvPr>
              <p:cNvGrpSpPr>
                <a:grpSpLocks/>
              </p:cNvGrpSpPr>
              <p:nvPr/>
            </p:nvGrpSpPr>
            <p:grpSpPr bwMode="auto">
              <a:xfrm>
                <a:off x="0" y="2304"/>
                <a:ext cx="472" cy="384"/>
                <a:chOff x="0" y="2304"/>
                <a:chExt cx="472" cy="384"/>
              </a:xfrm>
            </p:grpSpPr>
            <p:sp>
              <p:nvSpPr>
                <p:cNvPr id="84027" name="Rectangle 336">
                  <a:extLst>
                    <a:ext uri="{FF2B5EF4-FFF2-40B4-BE49-F238E27FC236}">
                      <a16:creationId xmlns:a16="http://schemas.microsoft.com/office/drawing/2014/main" id="{130B90DB-C104-42B1-96FD-6DBCF1ECDA11}"/>
                    </a:ext>
                  </a:extLst>
                </p:cNvPr>
                <p:cNvSpPr>
                  <a:spLocks noChangeArrowheads="1"/>
                </p:cNvSpPr>
                <p:nvPr/>
              </p:nvSpPr>
              <p:spPr bwMode="auto">
                <a:xfrm>
                  <a:off x="43" y="2304"/>
                  <a:ext cx="38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b="1"/>
                    <a:t>5.1000</a:t>
                  </a:r>
                </a:p>
                <a:p>
                  <a:pPr algn="ctr"/>
                  <a:endParaRPr lang="en-US" altLang="zh-CN" sz="2000" b="1"/>
                </a:p>
              </p:txBody>
            </p:sp>
            <p:sp>
              <p:nvSpPr>
                <p:cNvPr id="84028" name="Rectangle 390">
                  <a:extLst>
                    <a:ext uri="{FF2B5EF4-FFF2-40B4-BE49-F238E27FC236}">
                      <a16:creationId xmlns:a16="http://schemas.microsoft.com/office/drawing/2014/main" id="{796AAD0E-C892-464F-A3B7-116D6188979B}"/>
                    </a:ext>
                  </a:extLst>
                </p:cNvPr>
                <p:cNvSpPr>
                  <a:spLocks noChangeArrowheads="1"/>
                </p:cNvSpPr>
                <p:nvPr/>
              </p:nvSpPr>
              <p:spPr bwMode="auto">
                <a:xfrm>
                  <a:off x="0" y="2304"/>
                  <a:ext cx="472"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84029" name="Group 393">
                <a:extLst>
                  <a:ext uri="{FF2B5EF4-FFF2-40B4-BE49-F238E27FC236}">
                    <a16:creationId xmlns:a16="http://schemas.microsoft.com/office/drawing/2014/main" id="{A3F1B8BF-A8F7-40DD-9216-674BE7F4BF0C}"/>
                  </a:ext>
                </a:extLst>
              </p:cNvPr>
              <p:cNvGrpSpPr>
                <a:grpSpLocks/>
              </p:cNvGrpSpPr>
              <p:nvPr/>
            </p:nvGrpSpPr>
            <p:grpSpPr bwMode="auto">
              <a:xfrm>
                <a:off x="472" y="2304"/>
                <a:ext cx="484" cy="384"/>
                <a:chOff x="472" y="2304"/>
                <a:chExt cx="484" cy="384"/>
              </a:xfrm>
            </p:grpSpPr>
            <p:sp>
              <p:nvSpPr>
                <p:cNvPr id="84030" name="Rectangle 337">
                  <a:extLst>
                    <a:ext uri="{FF2B5EF4-FFF2-40B4-BE49-F238E27FC236}">
                      <a16:creationId xmlns:a16="http://schemas.microsoft.com/office/drawing/2014/main" id="{CFFEBCD9-9F39-4FAE-809C-4E66621D2D6B}"/>
                    </a:ext>
                  </a:extLst>
                </p:cNvPr>
                <p:cNvSpPr>
                  <a:spLocks noChangeArrowheads="1"/>
                </p:cNvSpPr>
                <p:nvPr/>
              </p:nvSpPr>
              <p:spPr bwMode="auto">
                <a:xfrm>
                  <a:off x="515" y="2304"/>
                  <a:ext cx="39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b="1"/>
                    <a:t>9.6162</a:t>
                  </a:r>
                </a:p>
                <a:p>
                  <a:pPr algn="ctr"/>
                  <a:endParaRPr lang="en-US" altLang="zh-CN" sz="2000" b="1"/>
                </a:p>
              </p:txBody>
            </p:sp>
            <p:sp>
              <p:nvSpPr>
                <p:cNvPr id="84031" name="Rectangle 392">
                  <a:extLst>
                    <a:ext uri="{FF2B5EF4-FFF2-40B4-BE49-F238E27FC236}">
                      <a16:creationId xmlns:a16="http://schemas.microsoft.com/office/drawing/2014/main" id="{65F01565-E163-4279-BE0B-4CA024564675}"/>
                    </a:ext>
                  </a:extLst>
                </p:cNvPr>
                <p:cNvSpPr>
                  <a:spLocks noChangeArrowheads="1"/>
                </p:cNvSpPr>
                <p:nvPr/>
              </p:nvSpPr>
              <p:spPr bwMode="auto">
                <a:xfrm>
                  <a:off x="472" y="2304"/>
                  <a:ext cx="4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84032" name="Group 395">
                <a:extLst>
                  <a:ext uri="{FF2B5EF4-FFF2-40B4-BE49-F238E27FC236}">
                    <a16:creationId xmlns:a16="http://schemas.microsoft.com/office/drawing/2014/main" id="{E4D6B953-AFF0-4288-9B63-021005C98BC9}"/>
                  </a:ext>
                </a:extLst>
              </p:cNvPr>
              <p:cNvGrpSpPr>
                <a:grpSpLocks/>
              </p:cNvGrpSpPr>
              <p:nvPr/>
            </p:nvGrpSpPr>
            <p:grpSpPr bwMode="auto">
              <a:xfrm>
                <a:off x="956" y="2304"/>
                <a:ext cx="472" cy="384"/>
                <a:chOff x="956" y="2304"/>
                <a:chExt cx="472" cy="384"/>
              </a:xfrm>
            </p:grpSpPr>
            <p:sp>
              <p:nvSpPr>
                <p:cNvPr id="84033" name="Rectangle 338">
                  <a:extLst>
                    <a:ext uri="{FF2B5EF4-FFF2-40B4-BE49-F238E27FC236}">
                      <a16:creationId xmlns:a16="http://schemas.microsoft.com/office/drawing/2014/main" id="{34C24D95-A666-4CC3-99B3-5687753EAAC6}"/>
                    </a:ext>
                  </a:extLst>
                </p:cNvPr>
                <p:cNvSpPr>
                  <a:spLocks noChangeArrowheads="1"/>
                </p:cNvSpPr>
                <p:nvPr/>
              </p:nvSpPr>
              <p:spPr bwMode="auto">
                <a:xfrm>
                  <a:off x="999" y="2304"/>
                  <a:ext cx="38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b="1"/>
                    <a:t>16.7235</a:t>
                  </a:r>
                </a:p>
                <a:p>
                  <a:pPr algn="ctr"/>
                  <a:endParaRPr lang="en-US" altLang="zh-CN" sz="2000" b="1"/>
                </a:p>
              </p:txBody>
            </p:sp>
            <p:sp>
              <p:nvSpPr>
                <p:cNvPr id="84034" name="Rectangle 394">
                  <a:extLst>
                    <a:ext uri="{FF2B5EF4-FFF2-40B4-BE49-F238E27FC236}">
                      <a16:creationId xmlns:a16="http://schemas.microsoft.com/office/drawing/2014/main" id="{94DBC15A-FB94-4453-84C1-CBD5127882A3}"/>
                    </a:ext>
                  </a:extLst>
                </p:cNvPr>
                <p:cNvSpPr>
                  <a:spLocks noChangeArrowheads="1"/>
                </p:cNvSpPr>
                <p:nvPr/>
              </p:nvSpPr>
              <p:spPr bwMode="auto">
                <a:xfrm>
                  <a:off x="956" y="2304"/>
                  <a:ext cx="472"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84035" name="Group 397">
                <a:extLst>
                  <a:ext uri="{FF2B5EF4-FFF2-40B4-BE49-F238E27FC236}">
                    <a16:creationId xmlns:a16="http://schemas.microsoft.com/office/drawing/2014/main" id="{C45FEEB0-DA52-4B31-B51B-9CF175895C15}"/>
                  </a:ext>
                </a:extLst>
              </p:cNvPr>
              <p:cNvGrpSpPr>
                <a:grpSpLocks/>
              </p:cNvGrpSpPr>
              <p:nvPr/>
            </p:nvGrpSpPr>
            <p:grpSpPr bwMode="auto">
              <a:xfrm>
                <a:off x="0" y="2688"/>
                <a:ext cx="472" cy="384"/>
                <a:chOff x="0" y="2688"/>
                <a:chExt cx="472" cy="384"/>
              </a:xfrm>
            </p:grpSpPr>
            <p:sp>
              <p:nvSpPr>
                <p:cNvPr id="84036" name="Rectangle 339">
                  <a:extLst>
                    <a:ext uri="{FF2B5EF4-FFF2-40B4-BE49-F238E27FC236}">
                      <a16:creationId xmlns:a16="http://schemas.microsoft.com/office/drawing/2014/main" id="{F4D04F3B-B6C6-4B75-995C-05BB85D78CF2}"/>
                    </a:ext>
                  </a:extLst>
                </p:cNvPr>
                <p:cNvSpPr>
                  <a:spLocks noChangeArrowheads="1"/>
                </p:cNvSpPr>
                <p:nvPr/>
              </p:nvSpPr>
              <p:spPr bwMode="auto">
                <a:xfrm>
                  <a:off x="43" y="2688"/>
                  <a:ext cx="38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b="1"/>
                    <a:t>5.2000    </a:t>
                  </a:r>
                </a:p>
                <a:p>
                  <a:pPr algn="ctr"/>
                  <a:endParaRPr lang="en-US" altLang="zh-CN" sz="2000" b="1"/>
                </a:p>
              </p:txBody>
            </p:sp>
            <p:sp>
              <p:nvSpPr>
                <p:cNvPr id="84037" name="Rectangle 396">
                  <a:extLst>
                    <a:ext uri="{FF2B5EF4-FFF2-40B4-BE49-F238E27FC236}">
                      <a16:creationId xmlns:a16="http://schemas.microsoft.com/office/drawing/2014/main" id="{2C2620F1-D8FE-40C7-A0AB-EE479A4D2323}"/>
                    </a:ext>
                  </a:extLst>
                </p:cNvPr>
                <p:cNvSpPr>
                  <a:spLocks noChangeArrowheads="1"/>
                </p:cNvSpPr>
                <p:nvPr/>
              </p:nvSpPr>
              <p:spPr bwMode="auto">
                <a:xfrm>
                  <a:off x="0" y="2688"/>
                  <a:ext cx="472"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84038" name="Group 399">
                <a:extLst>
                  <a:ext uri="{FF2B5EF4-FFF2-40B4-BE49-F238E27FC236}">
                    <a16:creationId xmlns:a16="http://schemas.microsoft.com/office/drawing/2014/main" id="{1F27CE04-F20C-47F7-8773-F40DB75D5A6D}"/>
                  </a:ext>
                </a:extLst>
              </p:cNvPr>
              <p:cNvGrpSpPr>
                <a:grpSpLocks/>
              </p:cNvGrpSpPr>
              <p:nvPr/>
            </p:nvGrpSpPr>
            <p:grpSpPr bwMode="auto">
              <a:xfrm>
                <a:off x="472" y="2688"/>
                <a:ext cx="484" cy="384"/>
                <a:chOff x="472" y="2688"/>
                <a:chExt cx="484" cy="384"/>
              </a:xfrm>
            </p:grpSpPr>
            <p:sp>
              <p:nvSpPr>
                <p:cNvPr id="84039" name="Rectangle 340">
                  <a:extLst>
                    <a:ext uri="{FF2B5EF4-FFF2-40B4-BE49-F238E27FC236}">
                      <a16:creationId xmlns:a16="http://schemas.microsoft.com/office/drawing/2014/main" id="{F28396D7-1242-47D5-8D0B-60C8B9BF08DA}"/>
                    </a:ext>
                  </a:extLst>
                </p:cNvPr>
                <p:cNvSpPr>
                  <a:spLocks noChangeArrowheads="1"/>
                </p:cNvSpPr>
                <p:nvPr/>
              </p:nvSpPr>
              <p:spPr bwMode="auto">
                <a:xfrm>
                  <a:off x="515" y="2688"/>
                  <a:ext cx="39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b="1"/>
                    <a:t>9.0173</a:t>
                  </a:r>
                </a:p>
                <a:p>
                  <a:pPr algn="ctr"/>
                  <a:endParaRPr lang="en-US" altLang="zh-CN" sz="2000" b="1"/>
                </a:p>
              </p:txBody>
            </p:sp>
            <p:sp>
              <p:nvSpPr>
                <p:cNvPr id="84040" name="Rectangle 398">
                  <a:extLst>
                    <a:ext uri="{FF2B5EF4-FFF2-40B4-BE49-F238E27FC236}">
                      <a16:creationId xmlns:a16="http://schemas.microsoft.com/office/drawing/2014/main" id="{00EF2368-F773-4254-9778-79A01207DB30}"/>
                    </a:ext>
                  </a:extLst>
                </p:cNvPr>
                <p:cNvSpPr>
                  <a:spLocks noChangeArrowheads="1"/>
                </p:cNvSpPr>
                <p:nvPr/>
              </p:nvSpPr>
              <p:spPr bwMode="auto">
                <a:xfrm>
                  <a:off x="472" y="2688"/>
                  <a:ext cx="4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84041" name="Group 401">
                <a:extLst>
                  <a:ext uri="{FF2B5EF4-FFF2-40B4-BE49-F238E27FC236}">
                    <a16:creationId xmlns:a16="http://schemas.microsoft.com/office/drawing/2014/main" id="{15DD3904-2B74-47B2-B4AF-CB44CC909887}"/>
                  </a:ext>
                </a:extLst>
              </p:cNvPr>
              <p:cNvGrpSpPr>
                <a:grpSpLocks/>
              </p:cNvGrpSpPr>
              <p:nvPr/>
            </p:nvGrpSpPr>
            <p:grpSpPr bwMode="auto">
              <a:xfrm>
                <a:off x="956" y="2688"/>
                <a:ext cx="472" cy="384"/>
                <a:chOff x="956" y="2688"/>
                <a:chExt cx="472" cy="384"/>
              </a:xfrm>
            </p:grpSpPr>
            <p:sp>
              <p:nvSpPr>
                <p:cNvPr id="84042" name="Rectangle 341">
                  <a:extLst>
                    <a:ext uri="{FF2B5EF4-FFF2-40B4-BE49-F238E27FC236}">
                      <a16:creationId xmlns:a16="http://schemas.microsoft.com/office/drawing/2014/main" id="{06222F76-61CD-4A75-B8C4-50F7159B9C58}"/>
                    </a:ext>
                  </a:extLst>
                </p:cNvPr>
                <p:cNvSpPr>
                  <a:spLocks noChangeArrowheads="1"/>
                </p:cNvSpPr>
                <p:nvPr/>
              </p:nvSpPr>
              <p:spPr bwMode="auto">
                <a:xfrm>
                  <a:off x="999" y="2688"/>
                  <a:ext cx="38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b="1"/>
                    <a:t>16.2064</a:t>
                  </a:r>
                </a:p>
                <a:p>
                  <a:pPr algn="ctr"/>
                  <a:endParaRPr lang="en-US" altLang="zh-CN" sz="2000" b="1"/>
                </a:p>
              </p:txBody>
            </p:sp>
            <p:sp>
              <p:nvSpPr>
                <p:cNvPr id="84043" name="Rectangle 400">
                  <a:extLst>
                    <a:ext uri="{FF2B5EF4-FFF2-40B4-BE49-F238E27FC236}">
                      <a16:creationId xmlns:a16="http://schemas.microsoft.com/office/drawing/2014/main" id="{907E7C78-2444-4E90-A2C7-7B63DB855853}"/>
                    </a:ext>
                  </a:extLst>
                </p:cNvPr>
                <p:cNvSpPr>
                  <a:spLocks noChangeArrowheads="1"/>
                </p:cNvSpPr>
                <p:nvPr/>
              </p:nvSpPr>
              <p:spPr bwMode="auto">
                <a:xfrm>
                  <a:off x="956" y="2688"/>
                  <a:ext cx="472"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84044" name="Group 403">
                <a:extLst>
                  <a:ext uri="{FF2B5EF4-FFF2-40B4-BE49-F238E27FC236}">
                    <a16:creationId xmlns:a16="http://schemas.microsoft.com/office/drawing/2014/main" id="{B1206650-BE85-45B6-BC8B-9BF372FD3D55}"/>
                  </a:ext>
                </a:extLst>
              </p:cNvPr>
              <p:cNvGrpSpPr>
                <a:grpSpLocks/>
              </p:cNvGrpSpPr>
              <p:nvPr/>
            </p:nvGrpSpPr>
            <p:grpSpPr bwMode="auto">
              <a:xfrm>
                <a:off x="0" y="3072"/>
                <a:ext cx="472" cy="384"/>
                <a:chOff x="0" y="3072"/>
                <a:chExt cx="472" cy="384"/>
              </a:xfrm>
            </p:grpSpPr>
            <p:sp>
              <p:nvSpPr>
                <p:cNvPr id="84045" name="Rectangle 342">
                  <a:extLst>
                    <a:ext uri="{FF2B5EF4-FFF2-40B4-BE49-F238E27FC236}">
                      <a16:creationId xmlns:a16="http://schemas.microsoft.com/office/drawing/2014/main" id="{54745CA4-B7EA-453E-B2B1-ACFE12059AF8}"/>
                    </a:ext>
                  </a:extLst>
                </p:cNvPr>
                <p:cNvSpPr>
                  <a:spLocks noChangeArrowheads="1"/>
                </p:cNvSpPr>
                <p:nvPr/>
              </p:nvSpPr>
              <p:spPr bwMode="auto">
                <a:xfrm>
                  <a:off x="43" y="3072"/>
                  <a:ext cx="38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b="1"/>
                    <a:t>…</a:t>
                  </a:r>
                </a:p>
                <a:p>
                  <a:pPr algn="ctr"/>
                  <a:endParaRPr lang="en-US" altLang="zh-CN" sz="2000" b="1"/>
                </a:p>
              </p:txBody>
            </p:sp>
            <p:sp>
              <p:nvSpPr>
                <p:cNvPr id="84046" name="Rectangle 402">
                  <a:extLst>
                    <a:ext uri="{FF2B5EF4-FFF2-40B4-BE49-F238E27FC236}">
                      <a16:creationId xmlns:a16="http://schemas.microsoft.com/office/drawing/2014/main" id="{722BF01B-C655-4DF7-8CA4-C559798B0FC7}"/>
                    </a:ext>
                  </a:extLst>
                </p:cNvPr>
                <p:cNvSpPr>
                  <a:spLocks noChangeArrowheads="1"/>
                </p:cNvSpPr>
                <p:nvPr/>
              </p:nvSpPr>
              <p:spPr bwMode="auto">
                <a:xfrm>
                  <a:off x="0" y="3072"/>
                  <a:ext cx="472"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84047" name="Group 405">
                <a:extLst>
                  <a:ext uri="{FF2B5EF4-FFF2-40B4-BE49-F238E27FC236}">
                    <a16:creationId xmlns:a16="http://schemas.microsoft.com/office/drawing/2014/main" id="{B0879B37-FD6D-4172-8169-61DF2054A393}"/>
                  </a:ext>
                </a:extLst>
              </p:cNvPr>
              <p:cNvGrpSpPr>
                <a:grpSpLocks/>
              </p:cNvGrpSpPr>
              <p:nvPr/>
            </p:nvGrpSpPr>
            <p:grpSpPr bwMode="auto">
              <a:xfrm>
                <a:off x="472" y="3072"/>
                <a:ext cx="484" cy="384"/>
                <a:chOff x="472" y="3072"/>
                <a:chExt cx="484" cy="384"/>
              </a:xfrm>
            </p:grpSpPr>
            <p:sp>
              <p:nvSpPr>
                <p:cNvPr id="84048" name="Rectangle 343">
                  <a:extLst>
                    <a:ext uri="{FF2B5EF4-FFF2-40B4-BE49-F238E27FC236}">
                      <a16:creationId xmlns:a16="http://schemas.microsoft.com/office/drawing/2014/main" id="{00D1B39E-A9C3-4FBF-9FF3-6C85C558917F}"/>
                    </a:ext>
                  </a:extLst>
                </p:cNvPr>
                <p:cNvSpPr>
                  <a:spLocks noChangeArrowheads="1"/>
                </p:cNvSpPr>
                <p:nvPr/>
              </p:nvSpPr>
              <p:spPr bwMode="auto">
                <a:xfrm>
                  <a:off x="515" y="3072"/>
                  <a:ext cx="39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b="1"/>
                    <a:t>…</a:t>
                  </a:r>
                </a:p>
                <a:p>
                  <a:pPr algn="ctr"/>
                  <a:endParaRPr lang="en-US" altLang="zh-CN" sz="2000" b="1"/>
                </a:p>
              </p:txBody>
            </p:sp>
            <p:sp>
              <p:nvSpPr>
                <p:cNvPr id="84049" name="Rectangle 404">
                  <a:extLst>
                    <a:ext uri="{FF2B5EF4-FFF2-40B4-BE49-F238E27FC236}">
                      <a16:creationId xmlns:a16="http://schemas.microsoft.com/office/drawing/2014/main" id="{18A7984A-3369-4CBC-9986-4C7028D29C86}"/>
                    </a:ext>
                  </a:extLst>
                </p:cNvPr>
                <p:cNvSpPr>
                  <a:spLocks noChangeArrowheads="1"/>
                </p:cNvSpPr>
                <p:nvPr/>
              </p:nvSpPr>
              <p:spPr bwMode="auto">
                <a:xfrm>
                  <a:off x="472" y="3072"/>
                  <a:ext cx="4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84050" name="Group 407">
                <a:extLst>
                  <a:ext uri="{FF2B5EF4-FFF2-40B4-BE49-F238E27FC236}">
                    <a16:creationId xmlns:a16="http://schemas.microsoft.com/office/drawing/2014/main" id="{546996F5-53C7-4B2B-95A4-C12745A6C0AB}"/>
                  </a:ext>
                </a:extLst>
              </p:cNvPr>
              <p:cNvGrpSpPr>
                <a:grpSpLocks/>
              </p:cNvGrpSpPr>
              <p:nvPr/>
            </p:nvGrpSpPr>
            <p:grpSpPr bwMode="auto">
              <a:xfrm>
                <a:off x="956" y="3072"/>
                <a:ext cx="472" cy="384"/>
                <a:chOff x="956" y="3072"/>
                <a:chExt cx="472" cy="384"/>
              </a:xfrm>
            </p:grpSpPr>
            <p:sp>
              <p:nvSpPr>
                <p:cNvPr id="84051" name="Rectangle 344">
                  <a:extLst>
                    <a:ext uri="{FF2B5EF4-FFF2-40B4-BE49-F238E27FC236}">
                      <a16:creationId xmlns:a16="http://schemas.microsoft.com/office/drawing/2014/main" id="{0692F955-CC39-4FCF-8090-248248BE48F0}"/>
                    </a:ext>
                  </a:extLst>
                </p:cNvPr>
                <p:cNvSpPr>
                  <a:spLocks noChangeArrowheads="1"/>
                </p:cNvSpPr>
                <p:nvPr/>
              </p:nvSpPr>
              <p:spPr bwMode="auto">
                <a:xfrm>
                  <a:off x="999" y="3072"/>
                  <a:ext cx="38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b="1"/>
                    <a:t>…</a:t>
                  </a:r>
                </a:p>
                <a:p>
                  <a:pPr algn="ctr"/>
                  <a:endParaRPr lang="en-US" altLang="zh-CN" sz="2000" b="1"/>
                </a:p>
              </p:txBody>
            </p:sp>
            <p:sp>
              <p:nvSpPr>
                <p:cNvPr id="84052" name="Rectangle 406">
                  <a:extLst>
                    <a:ext uri="{FF2B5EF4-FFF2-40B4-BE49-F238E27FC236}">
                      <a16:creationId xmlns:a16="http://schemas.microsoft.com/office/drawing/2014/main" id="{C77BEBB2-45F0-4C69-A9A7-965BA73DD051}"/>
                    </a:ext>
                  </a:extLst>
                </p:cNvPr>
                <p:cNvSpPr>
                  <a:spLocks noChangeArrowheads="1"/>
                </p:cNvSpPr>
                <p:nvPr/>
              </p:nvSpPr>
              <p:spPr bwMode="auto">
                <a:xfrm>
                  <a:off x="956" y="3072"/>
                  <a:ext cx="472"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84053" name="Group 409">
                <a:extLst>
                  <a:ext uri="{FF2B5EF4-FFF2-40B4-BE49-F238E27FC236}">
                    <a16:creationId xmlns:a16="http://schemas.microsoft.com/office/drawing/2014/main" id="{7523C110-6A5E-4DC3-AE22-E0BF2754677A}"/>
                  </a:ext>
                </a:extLst>
              </p:cNvPr>
              <p:cNvGrpSpPr>
                <a:grpSpLocks/>
              </p:cNvGrpSpPr>
              <p:nvPr/>
            </p:nvGrpSpPr>
            <p:grpSpPr bwMode="auto">
              <a:xfrm>
                <a:off x="0" y="3456"/>
                <a:ext cx="472" cy="384"/>
                <a:chOff x="0" y="3456"/>
                <a:chExt cx="472" cy="384"/>
              </a:xfrm>
            </p:grpSpPr>
            <p:sp>
              <p:nvSpPr>
                <p:cNvPr id="84054" name="Rectangle 345">
                  <a:extLst>
                    <a:ext uri="{FF2B5EF4-FFF2-40B4-BE49-F238E27FC236}">
                      <a16:creationId xmlns:a16="http://schemas.microsoft.com/office/drawing/2014/main" id="{4C5F92CF-6A11-44DF-99E3-91CCD47DAAEA}"/>
                    </a:ext>
                  </a:extLst>
                </p:cNvPr>
                <p:cNvSpPr>
                  <a:spLocks noChangeArrowheads="1"/>
                </p:cNvSpPr>
                <p:nvPr/>
              </p:nvSpPr>
              <p:spPr bwMode="auto">
                <a:xfrm>
                  <a:off x="43" y="3456"/>
                  <a:ext cx="38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b="1"/>
                    <a:t>9.5000</a:t>
                  </a:r>
                </a:p>
                <a:p>
                  <a:pPr algn="ctr"/>
                  <a:endParaRPr lang="en-US" altLang="zh-CN" sz="2000" b="1"/>
                </a:p>
              </p:txBody>
            </p:sp>
            <p:sp>
              <p:nvSpPr>
                <p:cNvPr id="84055" name="Rectangle 408">
                  <a:extLst>
                    <a:ext uri="{FF2B5EF4-FFF2-40B4-BE49-F238E27FC236}">
                      <a16:creationId xmlns:a16="http://schemas.microsoft.com/office/drawing/2014/main" id="{BF2EBCF9-8C19-46DF-941E-E4E0BB6E9800}"/>
                    </a:ext>
                  </a:extLst>
                </p:cNvPr>
                <p:cNvSpPr>
                  <a:spLocks noChangeArrowheads="1"/>
                </p:cNvSpPr>
                <p:nvPr/>
              </p:nvSpPr>
              <p:spPr bwMode="auto">
                <a:xfrm>
                  <a:off x="0" y="3456"/>
                  <a:ext cx="472"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84056" name="Group 411">
                <a:extLst>
                  <a:ext uri="{FF2B5EF4-FFF2-40B4-BE49-F238E27FC236}">
                    <a16:creationId xmlns:a16="http://schemas.microsoft.com/office/drawing/2014/main" id="{C8AC71EA-8591-436B-8833-C04074B7A118}"/>
                  </a:ext>
                </a:extLst>
              </p:cNvPr>
              <p:cNvGrpSpPr>
                <a:grpSpLocks/>
              </p:cNvGrpSpPr>
              <p:nvPr/>
            </p:nvGrpSpPr>
            <p:grpSpPr bwMode="auto">
              <a:xfrm>
                <a:off x="472" y="3456"/>
                <a:ext cx="484" cy="384"/>
                <a:chOff x="472" y="3456"/>
                <a:chExt cx="484" cy="384"/>
              </a:xfrm>
            </p:grpSpPr>
            <p:sp>
              <p:nvSpPr>
                <p:cNvPr id="84057" name="Rectangle 346">
                  <a:extLst>
                    <a:ext uri="{FF2B5EF4-FFF2-40B4-BE49-F238E27FC236}">
                      <a16:creationId xmlns:a16="http://schemas.microsoft.com/office/drawing/2014/main" id="{69757007-DAFB-4EDC-9E52-F6FFA24ED5DD}"/>
                    </a:ext>
                  </a:extLst>
                </p:cNvPr>
                <p:cNvSpPr>
                  <a:spLocks noChangeArrowheads="1"/>
                </p:cNvSpPr>
                <p:nvPr/>
              </p:nvSpPr>
              <p:spPr bwMode="auto">
                <a:xfrm>
                  <a:off x="515" y="3456"/>
                  <a:ext cx="39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b="1"/>
                    <a:t>18.4750</a:t>
                  </a:r>
                </a:p>
                <a:p>
                  <a:pPr algn="ctr"/>
                  <a:endParaRPr lang="en-US" altLang="zh-CN" sz="2000" b="1"/>
                </a:p>
              </p:txBody>
            </p:sp>
            <p:sp>
              <p:nvSpPr>
                <p:cNvPr id="84058" name="Rectangle 410">
                  <a:extLst>
                    <a:ext uri="{FF2B5EF4-FFF2-40B4-BE49-F238E27FC236}">
                      <a16:creationId xmlns:a16="http://schemas.microsoft.com/office/drawing/2014/main" id="{6B4D8DE8-1AE7-43DB-A7FF-14E599939B04}"/>
                    </a:ext>
                  </a:extLst>
                </p:cNvPr>
                <p:cNvSpPr>
                  <a:spLocks noChangeArrowheads="1"/>
                </p:cNvSpPr>
                <p:nvPr/>
              </p:nvSpPr>
              <p:spPr bwMode="auto">
                <a:xfrm>
                  <a:off x="472" y="3456"/>
                  <a:ext cx="4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84059" name="Group 413">
                <a:extLst>
                  <a:ext uri="{FF2B5EF4-FFF2-40B4-BE49-F238E27FC236}">
                    <a16:creationId xmlns:a16="http://schemas.microsoft.com/office/drawing/2014/main" id="{BC75CFC7-9982-4D12-A5FD-313771765965}"/>
                  </a:ext>
                </a:extLst>
              </p:cNvPr>
              <p:cNvGrpSpPr>
                <a:grpSpLocks/>
              </p:cNvGrpSpPr>
              <p:nvPr/>
            </p:nvGrpSpPr>
            <p:grpSpPr bwMode="auto">
              <a:xfrm>
                <a:off x="956" y="3456"/>
                <a:ext cx="472" cy="384"/>
                <a:chOff x="956" y="3456"/>
                <a:chExt cx="472" cy="384"/>
              </a:xfrm>
            </p:grpSpPr>
            <p:sp>
              <p:nvSpPr>
                <p:cNvPr id="84060" name="Rectangle 347">
                  <a:extLst>
                    <a:ext uri="{FF2B5EF4-FFF2-40B4-BE49-F238E27FC236}">
                      <a16:creationId xmlns:a16="http://schemas.microsoft.com/office/drawing/2014/main" id="{D1C8E594-0CE2-479C-A7F7-8B03D0109B24}"/>
                    </a:ext>
                  </a:extLst>
                </p:cNvPr>
                <p:cNvSpPr>
                  <a:spLocks noChangeArrowheads="1"/>
                </p:cNvSpPr>
                <p:nvPr/>
              </p:nvSpPr>
              <p:spPr bwMode="auto">
                <a:xfrm>
                  <a:off x="999" y="3456"/>
                  <a:ext cx="38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b="1"/>
                    <a:t>4.0447</a:t>
                  </a:r>
                </a:p>
                <a:p>
                  <a:pPr algn="ctr"/>
                  <a:endParaRPr lang="en-US" altLang="zh-CN" sz="2000" b="1"/>
                </a:p>
              </p:txBody>
            </p:sp>
            <p:sp>
              <p:nvSpPr>
                <p:cNvPr id="84061" name="Rectangle 412">
                  <a:extLst>
                    <a:ext uri="{FF2B5EF4-FFF2-40B4-BE49-F238E27FC236}">
                      <a16:creationId xmlns:a16="http://schemas.microsoft.com/office/drawing/2014/main" id="{2FADEDE6-D130-4558-BAB5-B9571398B419}"/>
                    </a:ext>
                  </a:extLst>
                </p:cNvPr>
                <p:cNvSpPr>
                  <a:spLocks noChangeArrowheads="1"/>
                </p:cNvSpPr>
                <p:nvPr/>
              </p:nvSpPr>
              <p:spPr bwMode="auto">
                <a:xfrm>
                  <a:off x="956" y="3456"/>
                  <a:ext cx="472"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84062" name="Group 415">
                <a:extLst>
                  <a:ext uri="{FF2B5EF4-FFF2-40B4-BE49-F238E27FC236}">
                    <a16:creationId xmlns:a16="http://schemas.microsoft.com/office/drawing/2014/main" id="{790206F5-8587-4EF3-BE4A-78FB55F36F1F}"/>
                  </a:ext>
                </a:extLst>
              </p:cNvPr>
              <p:cNvGrpSpPr>
                <a:grpSpLocks/>
              </p:cNvGrpSpPr>
              <p:nvPr/>
            </p:nvGrpSpPr>
            <p:grpSpPr bwMode="auto">
              <a:xfrm>
                <a:off x="0" y="3840"/>
                <a:ext cx="472" cy="384"/>
                <a:chOff x="0" y="3840"/>
                <a:chExt cx="472" cy="384"/>
              </a:xfrm>
            </p:grpSpPr>
            <p:sp>
              <p:nvSpPr>
                <p:cNvPr id="84063" name="Rectangle 348">
                  <a:extLst>
                    <a:ext uri="{FF2B5EF4-FFF2-40B4-BE49-F238E27FC236}">
                      <a16:creationId xmlns:a16="http://schemas.microsoft.com/office/drawing/2014/main" id="{F7E1B957-2520-43D3-9AF9-E4E137DB0B12}"/>
                    </a:ext>
                  </a:extLst>
                </p:cNvPr>
                <p:cNvSpPr>
                  <a:spLocks noChangeArrowheads="1"/>
                </p:cNvSpPr>
                <p:nvPr/>
              </p:nvSpPr>
              <p:spPr bwMode="auto">
                <a:xfrm>
                  <a:off x="43" y="3840"/>
                  <a:ext cx="38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b="1"/>
                    <a:t>9.6000</a:t>
                  </a:r>
                </a:p>
                <a:p>
                  <a:pPr algn="ctr"/>
                  <a:endParaRPr lang="en-US" altLang="zh-CN" sz="2000" b="1"/>
                </a:p>
              </p:txBody>
            </p:sp>
            <p:sp>
              <p:nvSpPr>
                <p:cNvPr id="84064" name="Rectangle 414">
                  <a:extLst>
                    <a:ext uri="{FF2B5EF4-FFF2-40B4-BE49-F238E27FC236}">
                      <a16:creationId xmlns:a16="http://schemas.microsoft.com/office/drawing/2014/main" id="{4B304F14-B3DA-4362-B083-2DE3F3175FFB}"/>
                    </a:ext>
                  </a:extLst>
                </p:cNvPr>
                <p:cNvSpPr>
                  <a:spLocks noChangeArrowheads="1"/>
                </p:cNvSpPr>
                <p:nvPr/>
              </p:nvSpPr>
              <p:spPr bwMode="auto">
                <a:xfrm>
                  <a:off x="0" y="3840"/>
                  <a:ext cx="472"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84065" name="Group 417">
                <a:extLst>
                  <a:ext uri="{FF2B5EF4-FFF2-40B4-BE49-F238E27FC236}">
                    <a16:creationId xmlns:a16="http://schemas.microsoft.com/office/drawing/2014/main" id="{A755ED52-1341-4A15-9857-2327A79C787C}"/>
                  </a:ext>
                </a:extLst>
              </p:cNvPr>
              <p:cNvGrpSpPr>
                <a:grpSpLocks/>
              </p:cNvGrpSpPr>
              <p:nvPr/>
            </p:nvGrpSpPr>
            <p:grpSpPr bwMode="auto">
              <a:xfrm>
                <a:off x="472" y="3840"/>
                <a:ext cx="484" cy="384"/>
                <a:chOff x="472" y="3840"/>
                <a:chExt cx="484" cy="384"/>
              </a:xfrm>
            </p:grpSpPr>
            <p:sp>
              <p:nvSpPr>
                <p:cNvPr id="84066" name="Rectangle 349">
                  <a:extLst>
                    <a:ext uri="{FF2B5EF4-FFF2-40B4-BE49-F238E27FC236}">
                      <a16:creationId xmlns:a16="http://schemas.microsoft.com/office/drawing/2014/main" id="{E46BE100-9643-48B9-AD7D-38ACDA3676E0}"/>
                    </a:ext>
                  </a:extLst>
                </p:cNvPr>
                <p:cNvSpPr>
                  <a:spLocks noChangeArrowheads="1"/>
                </p:cNvSpPr>
                <p:nvPr/>
              </p:nvSpPr>
              <p:spPr bwMode="auto">
                <a:xfrm>
                  <a:off x="515" y="3840"/>
                  <a:ext cx="39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b="1"/>
                    <a:t>19.6136</a:t>
                  </a:r>
                </a:p>
                <a:p>
                  <a:pPr algn="ctr"/>
                  <a:endParaRPr lang="en-US" altLang="zh-CN" sz="2000" b="1"/>
                </a:p>
              </p:txBody>
            </p:sp>
            <p:sp>
              <p:nvSpPr>
                <p:cNvPr id="84067" name="Rectangle 416">
                  <a:extLst>
                    <a:ext uri="{FF2B5EF4-FFF2-40B4-BE49-F238E27FC236}">
                      <a16:creationId xmlns:a16="http://schemas.microsoft.com/office/drawing/2014/main" id="{6F79D9CE-B643-42C8-A0F9-3EEF52CA7D31}"/>
                    </a:ext>
                  </a:extLst>
                </p:cNvPr>
                <p:cNvSpPr>
                  <a:spLocks noChangeArrowheads="1"/>
                </p:cNvSpPr>
                <p:nvPr/>
              </p:nvSpPr>
              <p:spPr bwMode="auto">
                <a:xfrm>
                  <a:off x="472" y="3840"/>
                  <a:ext cx="4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84068" name="Group 419">
                <a:extLst>
                  <a:ext uri="{FF2B5EF4-FFF2-40B4-BE49-F238E27FC236}">
                    <a16:creationId xmlns:a16="http://schemas.microsoft.com/office/drawing/2014/main" id="{55C447B6-B485-447A-A2CF-F435DBFC6F70}"/>
                  </a:ext>
                </a:extLst>
              </p:cNvPr>
              <p:cNvGrpSpPr>
                <a:grpSpLocks/>
              </p:cNvGrpSpPr>
              <p:nvPr/>
            </p:nvGrpSpPr>
            <p:grpSpPr bwMode="auto">
              <a:xfrm>
                <a:off x="956" y="3840"/>
                <a:ext cx="472" cy="384"/>
                <a:chOff x="956" y="3840"/>
                <a:chExt cx="472" cy="384"/>
              </a:xfrm>
            </p:grpSpPr>
            <p:sp>
              <p:nvSpPr>
                <p:cNvPr id="84069" name="Rectangle 350">
                  <a:extLst>
                    <a:ext uri="{FF2B5EF4-FFF2-40B4-BE49-F238E27FC236}">
                      <a16:creationId xmlns:a16="http://schemas.microsoft.com/office/drawing/2014/main" id="{9FB46A87-176C-4A2D-B763-F0323519404F}"/>
                    </a:ext>
                  </a:extLst>
                </p:cNvPr>
                <p:cNvSpPr>
                  <a:spLocks noChangeArrowheads="1"/>
                </p:cNvSpPr>
                <p:nvPr/>
              </p:nvSpPr>
              <p:spPr bwMode="auto">
                <a:xfrm>
                  <a:off x="999" y="3840"/>
                  <a:ext cx="38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b="1"/>
                    <a:t>3.9968</a:t>
                  </a:r>
                </a:p>
                <a:p>
                  <a:pPr algn="ctr"/>
                  <a:endParaRPr lang="en-US" altLang="zh-CN" sz="2000" b="1"/>
                </a:p>
              </p:txBody>
            </p:sp>
            <p:sp>
              <p:nvSpPr>
                <p:cNvPr id="84070" name="Rectangle 418">
                  <a:extLst>
                    <a:ext uri="{FF2B5EF4-FFF2-40B4-BE49-F238E27FC236}">
                      <a16:creationId xmlns:a16="http://schemas.microsoft.com/office/drawing/2014/main" id="{D4CA10DE-94AA-480C-A845-FE3F5F54BE17}"/>
                    </a:ext>
                  </a:extLst>
                </p:cNvPr>
                <p:cNvSpPr>
                  <a:spLocks noChangeArrowheads="1"/>
                </p:cNvSpPr>
                <p:nvPr/>
              </p:nvSpPr>
              <p:spPr bwMode="auto">
                <a:xfrm>
                  <a:off x="956" y="3840"/>
                  <a:ext cx="472"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84071" name="Group 421">
                <a:extLst>
                  <a:ext uri="{FF2B5EF4-FFF2-40B4-BE49-F238E27FC236}">
                    <a16:creationId xmlns:a16="http://schemas.microsoft.com/office/drawing/2014/main" id="{30D3B5E8-E396-4E2B-94C2-2E03CAE379F2}"/>
                  </a:ext>
                </a:extLst>
              </p:cNvPr>
              <p:cNvGrpSpPr>
                <a:grpSpLocks/>
              </p:cNvGrpSpPr>
              <p:nvPr/>
            </p:nvGrpSpPr>
            <p:grpSpPr bwMode="auto">
              <a:xfrm>
                <a:off x="0" y="4224"/>
                <a:ext cx="472" cy="384"/>
                <a:chOff x="0" y="4224"/>
                <a:chExt cx="472" cy="384"/>
              </a:xfrm>
            </p:grpSpPr>
            <p:sp>
              <p:nvSpPr>
                <p:cNvPr id="84072" name="Rectangle 351">
                  <a:extLst>
                    <a:ext uri="{FF2B5EF4-FFF2-40B4-BE49-F238E27FC236}">
                      <a16:creationId xmlns:a16="http://schemas.microsoft.com/office/drawing/2014/main" id="{2CA8A0E6-4E03-43F4-965B-6ABCD7BD17E4}"/>
                    </a:ext>
                  </a:extLst>
                </p:cNvPr>
                <p:cNvSpPr>
                  <a:spLocks noChangeArrowheads="1"/>
                </p:cNvSpPr>
                <p:nvPr/>
              </p:nvSpPr>
              <p:spPr bwMode="auto">
                <a:xfrm>
                  <a:off x="43" y="4224"/>
                  <a:ext cx="38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b="1"/>
                    <a:t>9.7000</a:t>
                  </a:r>
                </a:p>
                <a:p>
                  <a:pPr algn="ctr"/>
                  <a:endParaRPr lang="en-US" altLang="zh-CN" sz="2000" b="1"/>
                </a:p>
              </p:txBody>
            </p:sp>
            <p:sp>
              <p:nvSpPr>
                <p:cNvPr id="84073" name="Rectangle 420">
                  <a:extLst>
                    <a:ext uri="{FF2B5EF4-FFF2-40B4-BE49-F238E27FC236}">
                      <a16:creationId xmlns:a16="http://schemas.microsoft.com/office/drawing/2014/main" id="{BA3EFF49-B8EF-49C6-9D80-29AD24395D9E}"/>
                    </a:ext>
                  </a:extLst>
                </p:cNvPr>
                <p:cNvSpPr>
                  <a:spLocks noChangeArrowheads="1"/>
                </p:cNvSpPr>
                <p:nvPr/>
              </p:nvSpPr>
              <p:spPr bwMode="auto">
                <a:xfrm>
                  <a:off x="0" y="4224"/>
                  <a:ext cx="472"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84074" name="Group 423">
                <a:extLst>
                  <a:ext uri="{FF2B5EF4-FFF2-40B4-BE49-F238E27FC236}">
                    <a16:creationId xmlns:a16="http://schemas.microsoft.com/office/drawing/2014/main" id="{21077F39-64E9-400F-8C3A-316026E70233}"/>
                  </a:ext>
                </a:extLst>
              </p:cNvPr>
              <p:cNvGrpSpPr>
                <a:grpSpLocks/>
              </p:cNvGrpSpPr>
              <p:nvPr/>
            </p:nvGrpSpPr>
            <p:grpSpPr bwMode="auto">
              <a:xfrm>
                <a:off x="472" y="4224"/>
                <a:ext cx="484" cy="384"/>
                <a:chOff x="472" y="4224"/>
                <a:chExt cx="484" cy="384"/>
              </a:xfrm>
            </p:grpSpPr>
            <p:sp>
              <p:nvSpPr>
                <p:cNvPr id="84075" name="Rectangle 352">
                  <a:extLst>
                    <a:ext uri="{FF2B5EF4-FFF2-40B4-BE49-F238E27FC236}">
                      <a16:creationId xmlns:a16="http://schemas.microsoft.com/office/drawing/2014/main" id="{7F898504-D951-44B4-A36D-DF9996A2A081}"/>
                    </a:ext>
                  </a:extLst>
                </p:cNvPr>
                <p:cNvSpPr>
                  <a:spLocks noChangeArrowheads="1"/>
                </p:cNvSpPr>
                <p:nvPr/>
              </p:nvSpPr>
              <p:spPr bwMode="auto">
                <a:xfrm>
                  <a:off x="515" y="4224"/>
                  <a:ext cx="39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b="1"/>
                    <a:t>20.8311</a:t>
                  </a:r>
                </a:p>
                <a:p>
                  <a:pPr algn="ctr"/>
                  <a:endParaRPr lang="en-US" altLang="zh-CN" sz="2000" b="1"/>
                </a:p>
              </p:txBody>
            </p:sp>
            <p:sp>
              <p:nvSpPr>
                <p:cNvPr id="84076" name="Rectangle 422">
                  <a:extLst>
                    <a:ext uri="{FF2B5EF4-FFF2-40B4-BE49-F238E27FC236}">
                      <a16:creationId xmlns:a16="http://schemas.microsoft.com/office/drawing/2014/main" id="{66B0CAE2-40ED-46CC-AF3C-5949CFFE564B}"/>
                    </a:ext>
                  </a:extLst>
                </p:cNvPr>
                <p:cNvSpPr>
                  <a:spLocks noChangeArrowheads="1"/>
                </p:cNvSpPr>
                <p:nvPr/>
              </p:nvSpPr>
              <p:spPr bwMode="auto">
                <a:xfrm>
                  <a:off x="472" y="4224"/>
                  <a:ext cx="4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84077" name="Group 425">
                <a:extLst>
                  <a:ext uri="{FF2B5EF4-FFF2-40B4-BE49-F238E27FC236}">
                    <a16:creationId xmlns:a16="http://schemas.microsoft.com/office/drawing/2014/main" id="{4340091D-5F7C-4BC1-B5B0-79EC5C3F4752}"/>
                  </a:ext>
                </a:extLst>
              </p:cNvPr>
              <p:cNvGrpSpPr>
                <a:grpSpLocks/>
              </p:cNvGrpSpPr>
              <p:nvPr/>
            </p:nvGrpSpPr>
            <p:grpSpPr bwMode="auto">
              <a:xfrm>
                <a:off x="956" y="4224"/>
                <a:ext cx="472" cy="384"/>
                <a:chOff x="956" y="4224"/>
                <a:chExt cx="472" cy="384"/>
              </a:xfrm>
            </p:grpSpPr>
            <p:sp>
              <p:nvSpPr>
                <p:cNvPr id="84078" name="Rectangle 353">
                  <a:extLst>
                    <a:ext uri="{FF2B5EF4-FFF2-40B4-BE49-F238E27FC236}">
                      <a16:creationId xmlns:a16="http://schemas.microsoft.com/office/drawing/2014/main" id="{7C15A6A0-3AAC-4084-AFCB-093DECBB3B4F}"/>
                    </a:ext>
                  </a:extLst>
                </p:cNvPr>
                <p:cNvSpPr>
                  <a:spLocks noChangeArrowheads="1"/>
                </p:cNvSpPr>
                <p:nvPr/>
              </p:nvSpPr>
              <p:spPr bwMode="auto">
                <a:xfrm>
                  <a:off x="999" y="4224"/>
                  <a:ext cx="38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b="1"/>
                    <a:t>3.9587</a:t>
                  </a:r>
                </a:p>
                <a:p>
                  <a:pPr algn="ctr"/>
                  <a:endParaRPr lang="en-US" altLang="zh-CN" sz="2000" b="1"/>
                </a:p>
              </p:txBody>
            </p:sp>
            <p:sp>
              <p:nvSpPr>
                <p:cNvPr id="84079" name="Rectangle 424">
                  <a:extLst>
                    <a:ext uri="{FF2B5EF4-FFF2-40B4-BE49-F238E27FC236}">
                      <a16:creationId xmlns:a16="http://schemas.microsoft.com/office/drawing/2014/main" id="{F6B1D441-2EFA-42DD-8C0A-045829F802FC}"/>
                    </a:ext>
                  </a:extLst>
                </p:cNvPr>
                <p:cNvSpPr>
                  <a:spLocks noChangeArrowheads="1"/>
                </p:cNvSpPr>
                <p:nvPr/>
              </p:nvSpPr>
              <p:spPr bwMode="auto">
                <a:xfrm>
                  <a:off x="956" y="4224"/>
                  <a:ext cx="472"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sp>
          <p:nvSpPr>
            <p:cNvPr id="84080" name="Rectangle 427">
              <a:extLst>
                <a:ext uri="{FF2B5EF4-FFF2-40B4-BE49-F238E27FC236}">
                  <a16:creationId xmlns:a16="http://schemas.microsoft.com/office/drawing/2014/main" id="{4701BB85-8AED-4AF8-84B9-A975B53456EA}"/>
                </a:ext>
              </a:extLst>
            </p:cNvPr>
            <p:cNvSpPr>
              <a:spLocks noChangeArrowheads="1"/>
            </p:cNvSpPr>
            <p:nvPr/>
          </p:nvSpPr>
          <p:spPr bwMode="auto">
            <a:xfrm>
              <a:off x="-3" y="-3"/>
              <a:ext cx="1434" cy="4614"/>
            </a:xfrm>
            <a:prstGeom prst="rect">
              <a:avLst/>
            </a:prstGeom>
            <a:noFill/>
            <a:ln w="11112">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84081" name="Text Box 429">
            <a:extLst>
              <a:ext uri="{FF2B5EF4-FFF2-40B4-BE49-F238E27FC236}">
                <a16:creationId xmlns:a16="http://schemas.microsoft.com/office/drawing/2014/main" id="{1FACE53A-8860-4661-B023-85C49D4D963D}"/>
              </a:ext>
            </a:extLst>
          </p:cNvPr>
          <p:cNvSpPr txBox="1">
            <a:spLocks noChangeArrowheads="1"/>
          </p:cNvSpPr>
          <p:nvPr/>
        </p:nvSpPr>
        <p:spPr bwMode="auto">
          <a:xfrm>
            <a:off x="609600" y="381000"/>
            <a:ext cx="6629400" cy="519113"/>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latin typeface="宋体" panose="02010600030101010101" pitchFamily="2" charset="-122"/>
              </a:rPr>
              <a:t>用数学软件</a:t>
            </a:r>
            <a:r>
              <a:rPr lang="en-US" altLang="zh-CN" sz="2800" b="1"/>
              <a:t>MATLAB</a:t>
            </a:r>
            <a:r>
              <a:rPr lang="zh-CN" altLang="en-US" sz="2800" b="1"/>
              <a:t>求</a:t>
            </a:r>
            <a:r>
              <a:rPr lang="zh-CN" altLang="en-US" sz="2800" b="1">
                <a:latin typeface="宋体" panose="02010600030101010101" pitchFamily="2" charset="-122"/>
              </a:rPr>
              <a:t>微分方程数值解</a:t>
            </a:r>
          </a:p>
        </p:txBody>
      </p:sp>
      <p:pic>
        <p:nvPicPr>
          <p:cNvPr id="107951" name="Picture 431">
            <a:extLst>
              <a:ext uri="{FF2B5EF4-FFF2-40B4-BE49-F238E27FC236}">
                <a16:creationId xmlns:a16="http://schemas.microsoft.com/office/drawing/2014/main" id="{E9F8B256-E06D-4F72-959C-02110C1DA0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14800" y="914400"/>
            <a:ext cx="4800600"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2504" name="Group 434">
            <a:extLst>
              <a:ext uri="{FF2B5EF4-FFF2-40B4-BE49-F238E27FC236}">
                <a16:creationId xmlns:a16="http://schemas.microsoft.com/office/drawing/2014/main" id="{D0D94EDD-8D2B-4622-A726-529AEE10C916}"/>
              </a:ext>
            </a:extLst>
          </p:cNvPr>
          <p:cNvGrpSpPr>
            <a:grpSpLocks/>
          </p:cNvGrpSpPr>
          <p:nvPr/>
        </p:nvGrpSpPr>
        <p:grpSpPr bwMode="auto">
          <a:xfrm>
            <a:off x="4114800" y="3421063"/>
            <a:ext cx="4876800" cy="3055937"/>
            <a:chOff x="2592" y="2155"/>
            <a:chExt cx="3072" cy="1925"/>
          </a:xfrm>
        </p:grpSpPr>
        <p:pic>
          <p:nvPicPr>
            <p:cNvPr id="84084" name="Picture 432">
              <a:extLst>
                <a:ext uri="{FF2B5EF4-FFF2-40B4-BE49-F238E27FC236}">
                  <a16:creationId xmlns:a16="http://schemas.microsoft.com/office/drawing/2014/main" id="{FA225A05-94B8-4A66-8590-BC28EB390E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2" y="2155"/>
              <a:ext cx="3072" cy="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4085" name="Text Box 433">
              <a:extLst>
                <a:ext uri="{FF2B5EF4-FFF2-40B4-BE49-F238E27FC236}">
                  <a16:creationId xmlns:a16="http://schemas.microsoft.com/office/drawing/2014/main" id="{0622174F-9779-400C-ABEE-DFB81C3A6743}"/>
                </a:ext>
              </a:extLst>
            </p:cNvPr>
            <p:cNvSpPr txBox="1">
              <a:spLocks noChangeArrowheads="1"/>
            </p:cNvSpPr>
            <p:nvPr/>
          </p:nvSpPr>
          <p:spPr bwMode="auto">
            <a:xfrm>
              <a:off x="3216" y="3792"/>
              <a:ext cx="18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i="1"/>
                <a:t>x~y </a:t>
              </a:r>
              <a:r>
                <a:rPr lang="zh-CN" altLang="en-US" b="1"/>
                <a:t>平面上的相轨线</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10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107951"/>
                                        </p:tgtEl>
                                        <p:attrNameLst>
                                          <p:attrName>style.visibility</p:attrName>
                                        </p:attrNameLst>
                                      </p:cBhvr>
                                      <p:to>
                                        <p:strVal val="visible"/>
                                      </p:to>
                                    </p:set>
                                    <p:animEffect transition="in" filter="checkerboard(across)">
                                      <p:cBhvr>
                                        <p:cTn id="12" dur="1000"/>
                                        <p:tgtEl>
                                          <p:spTgt spid="10795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62504"/>
                                        </p:tgtEl>
                                        <p:attrNameLst>
                                          <p:attrName>style.visibility</p:attrName>
                                        </p:attrNameLst>
                                      </p:cBhvr>
                                      <p:to>
                                        <p:strVal val="visible"/>
                                      </p:to>
                                    </p:set>
                                    <p:animEffect transition="in" filter="checkerboard(across)">
                                      <p:cBhvr>
                                        <p:cTn id="17" dur="1000"/>
                                        <p:tgtEl>
                                          <p:spTgt spid="625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4994" name="Object 3">
            <a:extLst>
              <a:ext uri="{FF2B5EF4-FFF2-40B4-BE49-F238E27FC236}">
                <a16:creationId xmlns:a16="http://schemas.microsoft.com/office/drawing/2014/main" id="{D8955380-88AF-44E0-8893-DFDEBBB84310}"/>
              </a:ext>
            </a:extLst>
          </p:cNvPr>
          <p:cNvGraphicFramePr>
            <a:graphicFrameLocks noChangeAspect="1"/>
          </p:cNvGraphicFramePr>
          <p:nvPr/>
        </p:nvGraphicFramePr>
        <p:xfrm>
          <a:off x="7620000" y="625475"/>
          <a:ext cx="1295400" cy="685800"/>
        </p:xfrm>
        <a:graphic>
          <a:graphicData uri="http://schemas.openxmlformats.org/presentationml/2006/ole">
            <mc:AlternateContent xmlns:mc="http://schemas.openxmlformats.org/markup-compatibility/2006">
              <mc:Choice xmlns:v="urn:schemas-microsoft-com:vml" Requires="v">
                <p:oleObj spid="_x0000_s85013" name="Clip" r:id="rId3" imgW="952129" imgH="542857" progId="MS_ClipArt_Gallery.2">
                  <p:embed/>
                </p:oleObj>
              </mc:Choice>
              <mc:Fallback>
                <p:oleObj name="Clip" r:id="rId3" imgW="952129" imgH="542857" progId="MS_ClipArt_Gallery.2">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0" y="625475"/>
                        <a:ext cx="1295400" cy="685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8308" name="Text Box 4">
            <a:extLst>
              <a:ext uri="{FF2B5EF4-FFF2-40B4-BE49-F238E27FC236}">
                <a16:creationId xmlns:a16="http://schemas.microsoft.com/office/drawing/2014/main" id="{F5B19555-DCE0-4330-B363-8377E98A4766}"/>
              </a:ext>
            </a:extLst>
          </p:cNvPr>
          <p:cNvSpPr txBox="1">
            <a:spLocks noChangeArrowheads="1"/>
          </p:cNvSpPr>
          <p:nvPr/>
        </p:nvSpPr>
        <p:spPr bwMode="auto">
          <a:xfrm>
            <a:off x="2438400" y="2073275"/>
            <a:ext cx="4221163" cy="519113"/>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计算结果（数值，图形）</a:t>
            </a:r>
          </a:p>
        </p:txBody>
      </p:sp>
      <p:sp>
        <p:nvSpPr>
          <p:cNvPr id="98309" name="Text Box 5">
            <a:extLst>
              <a:ext uri="{FF2B5EF4-FFF2-40B4-BE49-F238E27FC236}">
                <a16:creationId xmlns:a16="http://schemas.microsoft.com/office/drawing/2014/main" id="{973259D5-8F18-4A18-AE05-03FA95AE3550}"/>
              </a:ext>
            </a:extLst>
          </p:cNvPr>
          <p:cNvSpPr txBox="1">
            <a:spLocks noChangeArrowheads="1"/>
          </p:cNvSpPr>
          <p:nvPr/>
        </p:nvSpPr>
        <p:spPr bwMode="auto">
          <a:xfrm>
            <a:off x="1066800" y="3216275"/>
            <a:ext cx="6858000" cy="519113"/>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t>x</a:t>
            </a:r>
            <a:r>
              <a:rPr lang="en-US" altLang="zh-CN" sz="2800" b="1"/>
              <a:t>(</a:t>
            </a:r>
            <a:r>
              <a:rPr lang="en-US" altLang="zh-CN" sz="2800" b="1" i="1"/>
              <a:t>t</a:t>
            </a:r>
            <a:r>
              <a:rPr lang="en-US" altLang="zh-CN" sz="2800" b="1"/>
              <a:t>), </a:t>
            </a:r>
            <a:r>
              <a:rPr lang="en-US" altLang="zh-CN" sz="2800" b="1" i="1"/>
              <a:t>y</a:t>
            </a:r>
            <a:r>
              <a:rPr lang="en-US" altLang="zh-CN" sz="2800" b="1"/>
              <a:t>(</a:t>
            </a:r>
            <a:r>
              <a:rPr lang="en-US" altLang="zh-CN" sz="2800" b="1" i="1"/>
              <a:t>t</a:t>
            </a:r>
            <a:r>
              <a:rPr lang="en-US" altLang="zh-CN" sz="2800" b="1"/>
              <a:t>)</a:t>
            </a:r>
            <a:r>
              <a:rPr lang="zh-CN" altLang="zh-CN" sz="2800" b="1"/>
              <a:t>是周期函数，相图(</a:t>
            </a:r>
            <a:r>
              <a:rPr lang="en-US" altLang="zh-CN" sz="2800" b="1" i="1"/>
              <a:t>x,y</a:t>
            </a:r>
            <a:r>
              <a:rPr lang="en-US" altLang="zh-CN" sz="2800" b="1"/>
              <a:t>)</a:t>
            </a:r>
            <a:r>
              <a:rPr lang="zh-CN" altLang="zh-CN" sz="2800" b="1"/>
              <a:t>是封闭曲线</a:t>
            </a:r>
            <a:endParaRPr lang="zh-CN" altLang="en-US" sz="2800" b="1"/>
          </a:p>
        </p:txBody>
      </p:sp>
      <p:grpSp>
        <p:nvGrpSpPr>
          <p:cNvPr id="2" name="Group 23">
            <a:extLst>
              <a:ext uri="{FF2B5EF4-FFF2-40B4-BE49-F238E27FC236}">
                <a16:creationId xmlns:a16="http://schemas.microsoft.com/office/drawing/2014/main" id="{0BF57350-D097-4504-ADB6-9B6B840FD713}"/>
              </a:ext>
            </a:extLst>
          </p:cNvPr>
          <p:cNvGrpSpPr>
            <a:grpSpLocks/>
          </p:cNvGrpSpPr>
          <p:nvPr/>
        </p:nvGrpSpPr>
        <p:grpSpPr bwMode="auto">
          <a:xfrm>
            <a:off x="1143000" y="1387475"/>
            <a:ext cx="6705600" cy="609600"/>
            <a:chOff x="720" y="624"/>
            <a:chExt cx="4224" cy="384"/>
          </a:xfrm>
        </p:grpSpPr>
        <p:graphicFrame>
          <p:nvGraphicFramePr>
            <p:cNvPr id="84998" name="Object 7">
              <a:extLst>
                <a:ext uri="{FF2B5EF4-FFF2-40B4-BE49-F238E27FC236}">
                  <a16:creationId xmlns:a16="http://schemas.microsoft.com/office/drawing/2014/main" id="{28106EC8-CC62-4685-A6FE-5F31BCC34847}"/>
                </a:ext>
              </a:extLst>
            </p:cNvPr>
            <p:cNvGraphicFramePr>
              <a:graphicFrameLocks noChangeAspect="1"/>
            </p:cNvGraphicFramePr>
            <p:nvPr/>
          </p:nvGraphicFramePr>
          <p:xfrm>
            <a:off x="720" y="624"/>
            <a:ext cx="2112" cy="357"/>
          </p:xfrm>
          <a:graphic>
            <a:graphicData uri="http://schemas.openxmlformats.org/presentationml/2006/ole">
              <mc:AlternateContent xmlns:mc="http://schemas.openxmlformats.org/markup-compatibility/2006">
                <mc:Choice xmlns:v="urn:schemas-microsoft-com:vml" Requires="v">
                  <p:oleObj spid="_x0000_s85014" name="公式" r:id="rId5" imgW="965200" imgH="203200" progId="Equation.3">
                    <p:embed/>
                  </p:oleObj>
                </mc:Choice>
                <mc:Fallback>
                  <p:oleObj name="公式" r:id="rId5" imgW="965200" imgH="20320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0" y="624"/>
                          <a:ext cx="2112" cy="357"/>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4999" name="Object 8">
              <a:extLst>
                <a:ext uri="{FF2B5EF4-FFF2-40B4-BE49-F238E27FC236}">
                  <a16:creationId xmlns:a16="http://schemas.microsoft.com/office/drawing/2014/main" id="{EDE74BEC-42F6-4E1F-AF61-BF27ED437757}"/>
                </a:ext>
              </a:extLst>
            </p:cNvPr>
            <p:cNvGraphicFramePr>
              <a:graphicFrameLocks noChangeAspect="1"/>
            </p:cNvGraphicFramePr>
            <p:nvPr/>
          </p:nvGraphicFramePr>
          <p:xfrm>
            <a:off x="2976" y="624"/>
            <a:ext cx="1968" cy="384"/>
          </p:xfrm>
          <a:graphic>
            <a:graphicData uri="http://schemas.openxmlformats.org/presentationml/2006/ole">
              <mc:AlternateContent xmlns:mc="http://schemas.openxmlformats.org/markup-compatibility/2006">
                <mc:Choice xmlns:v="urn:schemas-microsoft-com:vml" Requires="v">
                  <p:oleObj spid="_x0000_s85015" name="公式" r:id="rId7" imgW="1091726" imgH="203112" progId="Equation.3">
                    <p:embed/>
                  </p:oleObj>
                </mc:Choice>
                <mc:Fallback>
                  <p:oleObj name="公式" r:id="rId7" imgW="1091726" imgH="203112"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76" y="624"/>
                          <a:ext cx="1968" cy="384"/>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3" name="Group 11">
            <a:extLst>
              <a:ext uri="{FF2B5EF4-FFF2-40B4-BE49-F238E27FC236}">
                <a16:creationId xmlns:a16="http://schemas.microsoft.com/office/drawing/2014/main" id="{DFF30ABA-F0DE-4DB7-AE11-F617D9ABBEA4}"/>
              </a:ext>
            </a:extLst>
          </p:cNvPr>
          <p:cNvGrpSpPr>
            <a:grpSpLocks/>
          </p:cNvGrpSpPr>
          <p:nvPr/>
        </p:nvGrpSpPr>
        <p:grpSpPr bwMode="auto">
          <a:xfrm>
            <a:off x="4114800" y="2682875"/>
            <a:ext cx="2667000" cy="457200"/>
            <a:chOff x="2640" y="1776"/>
            <a:chExt cx="1680" cy="288"/>
          </a:xfrm>
        </p:grpSpPr>
        <p:sp>
          <p:nvSpPr>
            <p:cNvPr id="85001" name="Text Box 12">
              <a:extLst>
                <a:ext uri="{FF2B5EF4-FFF2-40B4-BE49-F238E27FC236}">
                  <a16:creationId xmlns:a16="http://schemas.microsoft.com/office/drawing/2014/main" id="{0CE6ADBE-13C3-438D-BFB0-E76A1FACAC6E}"/>
                </a:ext>
              </a:extLst>
            </p:cNvPr>
            <p:cNvSpPr txBox="1">
              <a:spLocks noChangeArrowheads="1"/>
            </p:cNvSpPr>
            <p:nvPr/>
          </p:nvSpPr>
          <p:spPr bwMode="auto">
            <a:xfrm>
              <a:off x="3120" y="1776"/>
              <a:ext cx="1200" cy="288"/>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a:t>观察，猜测</a:t>
              </a:r>
            </a:p>
          </p:txBody>
        </p:sp>
        <p:sp>
          <p:nvSpPr>
            <p:cNvPr id="85002" name="AutoShape 13">
              <a:extLst>
                <a:ext uri="{FF2B5EF4-FFF2-40B4-BE49-F238E27FC236}">
                  <a16:creationId xmlns:a16="http://schemas.microsoft.com/office/drawing/2014/main" id="{2AD35BCC-52B7-433A-9ED9-AD91CF667FDE}"/>
                </a:ext>
              </a:extLst>
            </p:cNvPr>
            <p:cNvSpPr>
              <a:spLocks noChangeArrowheads="1"/>
            </p:cNvSpPr>
            <p:nvPr/>
          </p:nvSpPr>
          <p:spPr bwMode="auto">
            <a:xfrm>
              <a:off x="2640" y="1824"/>
              <a:ext cx="306" cy="192"/>
            </a:xfrm>
            <a:prstGeom prst="downArrow">
              <a:avLst>
                <a:gd name="adj1" fmla="val 50000"/>
                <a:gd name="adj2" fmla="val 25000"/>
              </a:avLst>
            </a:prstGeom>
            <a:solidFill>
              <a:srgbClr val="FFCCFF"/>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98318" name="Text Box 14">
            <a:extLst>
              <a:ext uri="{FF2B5EF4-FFF2-40B4-BE49-F238E27FC236}">
                <a16:creationId xmlns:a16="http://schemas.microsoft.com/office/drawing/2014/main" id="{995E6B89-FCC2-4C6E-8764-84A4A748A2B6}"/>
              </a:ext>
            </a:extLst>
          </p:cNvPr>
          <p:cNvSpPr txBox="1">
            <a:spLocks noChangeArrowheads="1"/>
          </p:cNvSpPr>
          <p:nvPr/>
        </p:nvSpPr>
        <p:spPr bwMode="auto">
          <a:xfrm>
            <a:off x="1066800" y="3825875"/>
            <a:ext cx="6934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t>x</a:t>
            </a:r>
            <a:r>
              <a:rPr lang="en-US" altLang="zh-CN" sz="2800" b="1"/>
              <a:t>(</a:t>
            </a:r>
            <a:r>
              <a:rPr lang="en-US" altLang="zh-CN" sz="2800" b="1" i="1"/>
              <a:t>t</a:t>
            </a:r>
            <a:r>
              <a:rPr lang="en-US" altLang="zh-CN" sz="2800" b="1"/>
              <a:t>), </a:t>
            </a:r>
            <a:r>
              <a:rPr lang="en-US" altLang="zh-CN" sz="2800" b="1" i="1"/>
              <a:t>y</a:t>
            </a:r>
            <a:r>
              <a:rPr lang="en-US" altLang="zh-CN" sz="2800" b="1"/>
              <a:t>(</a:t>
            </a:r>
            <a:r>
              <a:rPr lang="en-US" altLang="zh-CN" sz="2800" b="1" i="1"/>
              <a:t>t</a:t>
            </a:r>
            <a:r>
              <a:rPr lang="en-US" altLang="zh-CN" sz="2800" b="1"/>
              <a:t>)</a:t>
            </a:r>
            <a:r>
              <a:rPr lang="zh-CN" altLang="zh-CN" sz="2800" b="1"/>
              <a:t>的周期约为9.6</a:t>
            </a:r>
            <a:endParaRPr lang="en-US" altLang="zh-CN" sz="2800" b="1"/>
          </a:p>
        </p:txBody>
      </p:sp>
      <p:sp>
        <p:nvSpPr>
          <p:cNvPr id="98319" name="Text Box 15">
            <a:extLst>
              <a:ext uri="{FF2B5EF4-FFF2-40B4-BE49-F238E27FC236}">
                <a16:creationId xmlns:a16="http://schemas.microsoft.com/office/drawing/2014/main" id="{012C838A-918C-4C83-AE6E-3A7B55B8A513}"/>
              </a:ext>
            </a:extLst>
          </p:cNvPr>
          <p:cNvSpPr txBox="1">
            <a:spLocks noChangeArrowheads="1"/>
          </p:cNvSpPr>
          <p:nvPr/>
        </p:nvSpPr>
        <p:spPr bwMode="auto">
          <a:xfrm>
            <a:off x="1066800" y="4435475"/>
            <a:ext cx="6934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t>x</a:t>
            </a:r>
            <a:r>
              <a:rPr lang="en-US" altLang="zh-CN" sz="2800" b="1" i="1" baseline="-25000"/>
              <a:t>max</a:t>
            </a:r>
            <a:r>
              <a:rPr lang="en-US" altLang="zh-CN" sz="2800" b="1">
                <a:sym typeface="Symbol" panose="05050102010706020507" pitchFamily="18" charset="2"/>
              </a:rPr>
              <a:t> </a:t>
            </a:r>
            <a:r>
              <a:rPr lang="en-US" altLang="zh-CN" sz="2800" b="1"/>
              <a:t>65.5,  </a:t>
            </a:r>
            <a:r>
              <a:rPr lang="en-US" altLang="zh-CN" sz="2800" b="1" i="1"/>
              <a:t>x</a:t>
            </a:r>
            <a:r>
              <a:rPr lang="en-US" altLang="zh-CN" sz="2800" b="1" i="1" baseline="-25000"/>
              <a:t>min </a:t>
            </a:r>
            <a:r>
              <a:rPr lang="en-US" altLang="zh-CN" sz="2800" b="1">
                <a:sym typeface="Symbol" panose="05050102010706020507" pitchFamily="18" charset="2"/>
              </a:rPr>
              <a:t></a:t>
            </a:r>
            <a:r>
              <a:rPr lang="en-US" altLang="zh-CN" sz="2800" b="1"/>
              <a:t> 6,  </a:t>
            </a:r>
            <a:r>
              <a:rPr lang="en-US" altLang="zh-CN" sz="2800" b="1" i="1"/>
              <a:t>y</a:t>
            </a:r>
            <a:r>
              <a:rPr lang="en-US" altLang="zh-CN" sz="2800" b="1" i="1" baseline="-25000"/>
              <a:t>max </a:t>
            </a:r>
            <a:r>
              <a:rPr lang="en-US" altLang="zh-CN" sz="2800" b="1">
                <a:sym typeface="Symbol" panose="05050102010706020507" pitchFamily="18" charset="2"/>
              </a:rPr>
              <a:t></a:t>
            </a:r>
            <a:r>
              <a:rPr lang="en-US" altLang="zh-CN" sz="2800" b="1"/>
              <a:t> 20.5,  </a:t>
            </a:r>
            <a:r>
              <a:rPr lang="en-US" altLang="zh-CN" sz="2800" b="1" i="1"/>
              <a:t>y</a:t>
            </a:r>
            <a:r>
              <a:rPr lang="en-US" altLang="zh-CN" sz="2800" b="1" i="1" baseline="-25000"/>
              <a:t>min </a:t>
            </a:r>
            <a:r>
              <a:rPr lang="en-US" altLang="zh-CN" sz="2800" b="1">
                <a:sym typeface="Symbol" panose="05050102010706020507" pitchFamily="18" charset="2"/>
              </a:rPr>
              <a:t></a:t>
            </a:r>
            <a:r>
              <a:rPr lang="en-US" altLang="zh-CN" sz="2800" b="1"/>
              <a:t> 3.9</a:t>
            </a:r>
          </a:p>
        </p:txBody>
      </p:sp>
      <p:sp>
        <p:nvSpPr>
          <p:cNvPr id="98320" name="Text Box 16">
            <a:extLst>
              <a:ext uri="{FF2B5EF4-FFF2-40B4-BE49-F238E27FC236}">
                <a16:creationId xmlns:a16="http://schemas.microsoft.com/office/drawing/2014/main" id="{CFD00C99-FBC0-4F4A-976B-F3BE6A196E00}"/>
              </a:ext>
            </a:extLst>
          </p:cNvPr>
          <p:cNvSpPr txBox="1">
            <a:spLocks noChangeArrowheads="1"/>
          </p:cNvSpPr>
          <p:nvPr/>
        </p:nvSpPr>
        <p:spPr bwMode="auto">
          <a:xfrm>
            <a:off x="1066800" y="5045075"/>
            <a:ext cx="7177088" cy="120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20000"/>
              </a:spcBef>
            </a:pPr>
            <a:r>
              <a:rPr lang="zh-CN" altLang="zh-CN" sz="2800" b="1"/>
              <a:t>用数值积分可算出</a:t>
            </a:r>
            <a:r>
              <a:rPr lang="zh-CN" altLang="en-US" sz="2800" b="1"/>
              <a:t> </a:t>
            </a:r>
            <a:r>
              <a:rPr lang="en-US" altLang="zh-CN" sz="2800" b="1" i="1"/>
              <a:t>x</a:t>
            </a:r>
            <a:r>
              <a:rPr lang="en-US" altLang="zh-CN" sz="2800" b="1"/>
              <a:t>(</a:t>
            </a:r>
            <a:r>
              <a:rPr lang="en-US" altLang="zh-CN" sz="2800" b="1" i="1"/>
              <a:t>t</a:t>
            </a:r>
            <a:r>
              <a:rPr lang="en-US" altLang="zh-CN" sz="2800" b="1"/>
              <a:t>), </a:t>
            </a:r>
            <a:r>
              <a:rPr lang="en-US" altLang="zh-CN" sz="2800" b="1" i="1"/>
              <a:t>y</a:t>
            </a:r>
            <a:r>
              <a:rPr lang="en-US" altLang="zh-CN" sz="2800" b="1"/>
              <a:t>(</a:t>
            </a:r>
            <a:r>
              <a:rPr lang="en-US" altLang="zh-CN" sz="2800" b="1" i="1"/>
              <a:t>t</a:t>
            </a:r>
            <a:r>
              <a:rPr lang="en-US" altLang="zh-CN" sz="2800" b="1"/>
              <a:t>)</a:t>
            </a:r>
            <a:r>
              <a:rPr lang="zh-CN" altLang="zh-CN" sz="2800" b="1"/>
              <a:t>一周期的平均值：</a:t>
            </a:r>
            <a:endParaRPr lang="zh-CN" altLang="en-US" sz="2800" b="1"/>
          </a:p>
          <a:p>
            <a:pPr eaLnBrk="1" hangingPunct="1">
              <a:lnSpc>
                <a:spcPct val="120000"/>
              </a:lnSpc>
              <a:spcBef>
                <a:spcPct val="20000"/>
              </a:spcBef>
            </a:pPr>
            <a:r>
              <a:rPr lang="en-US" altLang="zh-CN" sz="2800" b="1" i="1"/>
              <a:t>x</a:t>
            </a:r>
            <a:r>
              <a:rPr lang="en-US" altLang="zh-CN" sz="2800" b="1"/>
              <a:t>(</a:t>
            </a:r>
            <a:r>
              <a:rPr lang="en-US" altLang="zh-CN" sz="2800" b="1" i="1"/>
              <a:t>t</a:t>
            </a:r>
            <a:r>
              <a:rPr lang="en-US" altLang="zh-CN" sz="2800" b="1"/>
              <a:t>)</a:t>
            </a:r>
            <a:r>
              <a:rPr lang="zh-CN" altLang="zh-CN" sz="2800" b="1"/>
              <a:t>的平均值约为25, </a:t>
            </a:r>
            <a:r>
              <a:rPr lang="en-US" altLang="zh-CN" sz="2800" b="1"/>
              <a:t> </a:t>
            </a:r>
            <a:r>
              <a:rPr lang="en-US" altLang="zh-CN" sz="2800" b="1" i="1"/>
              <a:t>y</a:t>
            </a:r>
            <a:r>
              <a:rPr lang="en-US" altLang="zh-CN" sz="2800" b="1"/>
              <a:t>(</a:t>
            </a:r>
            <a:r>
              <a:rPr lang="en-US" altLang="zh-CN" sz="2800" b="1" i="1"/>
              <a:t>t</a:t>
            </a:r>
            <a:r>
              <a:rPr lang="en-US" altLang="zh-CN" sz="2800" b="1"/>
              <a:t>)</a:t>
            </a:r>
            <a:r>
              <a:rPr lang="zh-CN" altLang="zh-CN" sz="2800" b="1"/>
              <a:t>的平均值约为10</a:t>
            </a:r>
            <a:r>
              <a:rPr lang="en-US" altLang="zh-CN" sz="2800" b="1"/>
              <a:t>.</a:t>
            </a:r>
          </a:p>
        </p:txBody>
      </p:sp>
      <p:sp>
        <p:nvSpPr>
          <p:cNvPr id="85006" name="Text Box 22">
            <a:extLst>
              <a:ext uri="{FF2B5EF4-FFF2-40B4-BE49-F238E27FC236}">
                <a16:creationId xmlns:a16="http://schemas.microsoft.com/office/drawing/2014/main" id="{9B6DCD82-7646-4204-B94A-444AEB4D0196}"/>
              </a:ext>
            </a:extLst>
          </p:cNvPr>
          <p:cNvSpPr txBox="1">
            <a:spLocks noChangeArrowheads="1"/>
          </p:cNvSpPr>
          <p:nvPr/>
        </p:nvSpPr>
        <p:spPr bwMode="auto">
          <a:xfrm>
            <a:off x="1676400" y="625475"/>
            <a:ext cx="5181600" cy="579438"/>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ea typeface="楷体_GB2312" pitchFamily="49" charset="-122"/>
              </a:rPr>
              <a:t>食饵</a:t>
            </a:r>
            <a:r>
              <a:rPr lang="en-US" altLang="zh-CN" sz="3200" b="1">
                <a:ea typeface="楷体_GB2312" pitchFamily="49" charset="-122"/>
              </a:rPr>
              <a:t>-</a:t>
            </a:r>
            <a:r>
              <a:rPr lang="zh-CN" altLang="en-US" sz="3200" b="1">
                <a:ea typeface="楷体_GB2312" pitchFamily="49" charset="-122"/>
              </a:rPr>
              <a:t>捕食者模型</a:t>
            </a:r>
            <a:r>
              <a:rPr lang="en-US" altLang="zh-CN" sz="3200" b="1">
                <a:ea typeface="楷体_GB2312" pitchFamily="49" charset="-122"/>
              </a:rPr>
              <a:t>(Volterra)</a:t>
            </a:r>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Right)">
                                      <p:cBhvr>
                                        <p:cTn id="7" dur="10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8308"/>
                                        </p:tgtEl>
                                        <p:attrNameLst>
                                          <p:attrName>style.visibility</p:attrName>
                                        </p:attrNameLst>
                                      </p:cBhvr>
                                      <p:to>
                                        <p:strVal val="visible"/>
                                      </p:to>
                                    </p:set>
                                    <p:animEffect transition="in" filter="blinds(horizontal)">
                                      <p:cBhvr>
                                        <p:cTn id="12" dur="1000"/>
                                        <p:tgtEl>
                                          <p:spTgt spid="9830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499"/>
                                          </p:stCondLst>
                                        </p:cTn>
                                        <p:tgtEl>
                                          <p:spTgt spid="3"/>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5" presetClass="entr" presetSubtype="10" fill="hold" grpId="0" nodeType="clickEffect">
                                  <p:stCondLst>
                                    <p:cond delay="0"/>
                                  </p:stCondLst>
                                  <p:childTnLst>
                                    <p:set>
                                      <p:cBhvr>
                                        <p:cTn id="20" dur="1" fill="hold">
                                          <p:stCondLst>
                                            <p:cond delay="0"/>
                                          </p:stCondLst>
                                        </p:cTn>
                                        <p:tgtEl>
                                          <p:spTgt spid="98309"/>
                                        </p:tgtEl>
                                        <p:attrNameLst>
                                          <p:attrName>style.visibility</p:attrName>
                                        </p:attrNameLst>
                                      </p:cBhvr>
                                      <p:to>
                                        <p:strVal val="visible"/>
                                      </p:to>
                                    </p:set>
                                    <p:animEffect transition="in" filter="checkerboard(across)">
                                      <p:cBhvr>
                                        <p:cTn id="21" dur="1000"/>
                                        <p:tgtEl>
                                          <p:spTgt spid="98309"/>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5" fill="hold" grpId="0" nodeType="clickEffect">
                                  <p:stCondLst>
                                    <p:cond delay="0"/>
                                  </p:stCondLst>
                                  <p:childTnLst>
                                    <p:set>
                                      <p:cBhvr>
                                        <p:cTn id="25" dur="1" fill="hold">
                                          <p:stCondLst>
                                            <p:cond delay="0"/>
                                          </p:stCondLst>
                                        </p:cTn>
                                        <p:tgtEl>
                                          <p:spTgt spid="98318"/>
                                        </p:tgtEl>
                                        <p:attrNameLst>
                                          <p:attrName>style.visibility</p:attrName>
                                        </p:attrNameLst>
                                      </p:cBhvr>
                                      <p:to>
                                        <p:strVal val="visible"/>
                                      </p:to>
                                    </p:set>
                                    <p:animEffect transition="in" filter="blinds(vertical)">
                                      <p:cBhvr>
                                        <p:cTn id="26" dur="1000"/>
                                        <p:tgtEl>
                                          <p:spTgt spid="98318"/>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3" presetClass="entr" presetSubtype="5" fill="hold" grpId="0" nodeType="clickEffect">
                                  <p:stCondLst>
                                    <p:cond delay="0"/>
                                  </p:stCondLst>
                                  <p:childTnLst>
                                    <p:set>
                                      <p:cBhvr>
                                        <p:cTn id="30" dur="1" fill="hold">
                                          <p:stCondLst>
                                            <p:cond delay="0"/>
                                          </p:stCondLst>
                                        </p:cTn>
                                        <p:tgtEl>
                                          <p:spTgt spid="98319"/>
                                        </p:tgtEl>
                                        <p:attrNameLst>
                                          <p:attrName>style.visibility</p:attrName>
                                        </p:attrNameLst>
                                      </p:cBhvr>
                                      <p:to>
                                        <p:strVal val="visible"/>
                                      </p:to>
                                    </p:set>
                                    <p:animEffect transition="in" filter="blinds(vertical)">
                                      <p:cBhvr>
                                        <p:cTn id="31" dur="1000"/>
                                        <p:tgtEl>
                                          <p:spTgt spid="98319"/>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5" presetClass="entr" presetSubtype="5" fill="hold" grpId="0" nodeType="clickEffect">
                                  <p:stCondLst>
                                    <p:cond delay="0"/>
                                  </p:stCondLst>
                                  <p:childTnLst>
                                    <p:set>
                                      <p:cBhvr>
                                        <p:cTn id="35" dur="1" fill="hold">
                                          <p:stCondLst>
                                            <p:cond delay="0"/>
                                          </p:stCondLst>
                                        </p:cTn>
                                        <p:tgtEl>
                                          <p:spTgt spid="98320"/>
                                        </p:tgtEl>
                                        <p:attrNameLst>
                                          <p:attrName>style.visibility</p:attrName>
                                        </p:attrNameLst>
                                      </p:cBhvr>
                                      <p:to>
                                        <p:strVal val="visible"/>
                                      </p:to>
                                    </p:set>
                                    <p:animEffect transition="in" filter="checkerboard(down)">
                                      <p:cBhvr>
                                        <p:cTn id="36" dur="1000"/>
                                        <p:tgtEl>
                                          <p:spTgt spid="983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308" grpId="0" animBg="1" autoUpdateAnimBg="0"/>
      <p:bldP spid="98309" grpId="0" animBg="1"/>
      <p:bldP spid="98318" grpId="0" animBg="1" autoUpdateAnimBg="0"/>
      <p:bldP spid="98319" grpId="0" animBg="1" autoUpdateAnimBg="0"/>
      <p:bldP spid="98320" grpId="0" animBg="1" autoUpdateAnimBg="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9333" name="Object 5">
            <a:extLst>
              <a:ext uri="{FF2B5EF4-FFF2-40B4-BE49-F238E27FC236}">
                <a16:creationId xmlns:a16="http://schemas.microsoft.com/office/drawing/2014/main" id="{726DBE63-A4E1-4C0E-8913-FB2C66336307}"/>
              </a:ext>
            </a:extLst>
          </p:cNvPr>
          <p:cNvGraphicFramePr>
            <a:graphicFrameLocks noChangeAspect="1"/>
          </p:cNvGraphicFramePr>
          <p:nvPr/>
        </p:nvGraphicFramePr>
        <p:xfrm>
          <a:off x="5181600" y="1584325"/>
          <a:ext cx="2743200" cy="1092200"/>
        </p:xfrm>
        <a:graphic>
          <a:graphicData uri="http://schemas.openxmlformats.org/presentationml/2006/ole">
            <mc:AlternateContent xmlns:mc="http://schemas.openxmlformats.org/markup-compatibility/2006">
              <mc:Choice xmlns:v="urn:schemas-microsoft-com:vml" Requires="v">
                <p:oleObj spid="_x0000_s86049" name="Equation" r:id="rId4" imgW="1054100" imgH="419100" progId="Equation.DSMT4">
                  <p:embed/>
                </p:oleObj>
              </mc:Choice>
              <mc:Fallback>
                <p:oleObj name="Equation" r:id="rId4" imgW="1054100" imgH="419100" progId="Equation.DSMT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81600" y="1584325"/>
                        <a:ext cx="2743200" cy="1092200"/>
                      </a:xfrm>
                      <a:prstGeom prst="rect">
                        <a:avLst/>
                      </a:prstGeom>
                      <a:solidFill>
                        <a:srgbClr val="99FF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 name="Group 6">
            <a:extLst>
              <a:ext uri="{FF2B5EF4-FFF2-40B4-BE49-F238E27FC236}">
                <a16:creationId xmlns:a16="http://schemas.microsoft.com/office/drawing/2014/main" id="{CB307E68-C406-4F4B-90A7-775CCC6F54B3}"/>
              </a:ext>
            </a:extLst>
          </p:cNvPr>
          <p:cNvGrpSpPr>
            <a:grpSpLocks/>
          </p:cNvGrpSpPr>
          <p:nvPr/>
        </p:nvGrpSpPr>
        <p:grpSpPr bwMode="auto">
          <a:xfrm>
            <a:off x="1295400" y="2828925"/>
            <a:ext cx="4894263" cy="1143000"/>
            <a:chOff x="96" y="1296"/>
            <a:chExt cx="2893" cy="720"/>
          </a:xfrm>
        </p:grpSpPr>
        <p:graphicFrame>
          <p:nvGraphicFramePr>
            <p:cNvPr id="86020" name="Object 7">
              <a:extLst>
                <a:ext uri="{FF2B5EF4-FFF2-40B4-BE49-F238E27FC236}">
                  <a16:creationId xmlns:a16="http://schemas.microsoft.com/office/drawing/2014/main" id="{258D195D-8773-49D0-B3B9-BF9037BB8167}"/>
                </a:ext>
              </a:extLst>
            </p:cNvPr>
            <p:cNvGraphicFramePr>
              <a:graphicFrameLocks noChangeAspect="1"/>
            </p:cNvGraphicFramePr>
            <p:nvPr/>
          </p:nvGraphicFramePr>
          <p:xfrm>
            <a:off x="467" y="1296"/>
            <a:ext cx="2522" cy="720"/>
          </p:xfrm>
          <a:graphic>
            <a:graphicData uri="http://schemas.openxmlformats.org/presentationml/2006/ole">
              <mc:AlternateContent xmlns:mc="http://schemas.openxmlformats.org/markup-compatibility/2006">
                <mc:Choice xmlns:v="urn:schemas-microsoft-com:vml" Requires="v">
                  <p:oleObj spid="_x0000_s86050" name="Equation" r:id="rId6" imgW="1384300" imgH="419100" progId="Equation.DSMT4">
                    <p:embed/>
                  </p:oleObj>
                </mc:Choice>
                <mc:Fallback>
                  <p:oleObj name="Equation" r:id="rId6" imgW="1384300" imgH="419100" progId="Equation.DSMT4">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7" y="1296"/>
                          <a:ext cx="2522" cy="720"/>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6021" name="AutoShape 8">
              <a:extLst>
                <a:ext uri="{FF2B5EF4-FFF2-40B4-BE49-F238E27FC236}">
                  <a16:creationId xmlns:a16="http://schemas.microsoft.com/office/drawing/2014/main" id="{1A3493BF-C300-409E-B577-73D267C7755A}"/>
                </a:ext>
              </a:extLst>
            </p:cNvPr>
            <p:cNvSpPr>
              <a:spLocks noChangeArrowheads="1"/>
            </p:cNvSpPr>
            <p:nvPr/>
          </p:nvSpPr>
          <p:spPr bwMode="auto">
            <a:xfrm>
              <a:off x="96" y="1488"/>
              <a:ext cx="192" cy="306"/>
            </a:xfrm>
            <a:prstGeom prst="rightArrow">
              <a:avLst>
                <a:gd name="adj1" fmla="val 50000"/>
                <a:gd name="adj2" fmla="val 25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3" name="Group 9">
            <a:extLst>
              <a:ext uri="{FF2B5EF4-FFF2-40B4-BE49-F238E27FC236}">
                <a16:creationId xmlns:a16="http://schemas.microsoft.com/office/drawing/2014/main" id="{EB5FBBBA-0377-46D7-8998-EA859EC92AF3}"/>
              </a:ext>
            </a:extLst>
          </p:cNvPr>
          <p:cNvGrpSpPr>
            <a:grpSpLocks/>
          </p:cNvGrpSpPr>
          <p:nvPr/>
        </p:nvGrpSpPr>
        <p:grpSpPr bwMode="auto">
          <a:xfrm>
            <a:off x="3733800" y="1609725"/>
            <a:ext cx="1295400" cy="914400"/>
            <a:chOff x="1872" y="624"/>
            <a:chExt cx="816" cy="576"/>
          </a:xfrm>
        </p:grpSpPr>
        <p:sp>
          <p:nvSpPr>
            <p:cNvPr id="86023" name="AutoShape 10">
              <a:extLst>
                <a:ext uri="{FF2B5EF4-FFF2-40B4-BE49-F238E27FC236}">
                  <a16:creationId xmlns:a16="http://schemas.microsoft.com/office/drawing/2014/main" id="{99A29D2C-C46C-4067-9C17-8047BC541D96}"/>
                </a:ext>
              </a:extLst>
            </p:cNvPr>
            <p:cNvSpPr>
              <a:spLocks noChangeArrowheads="1"/>
            </p:cNvSpPr>
            <p:nvPr/>
          </p:nvSpPr>
          <p:spPr bwMode="auto">
            <a:xfrm>
              <a:off x="2112" y="1038"/>
              <a:ext cx="336" cy="162"/>
            </a:xfrm>
            <a:prstGeom prst="rightArrow">
              <a:avLst>
                <a:gd name="adj1" fmla="val 50000"/>
                <a:gd name="adj2" fmla="val 51852"/>
              </a:avLst>
            </a:prstGeom>
            <a:solidFill>
              <a:srgbClr val="99FF66"/>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86024" name="Text Box 11">
              <a:extLst>
                <a:ext uri="{FF2B5EF4-FFF2-40B4-BE49-F238E27FC236}">
                  <a16:creationId xmlns:a16="http://schemas.microsoft.com/office/drawing/2014/main" id="{E81F10BA-B214-4E20-8206-1F6448A6C65B}"/>
                </a:ext>
              </a:extLst>
            </p:cNvPr>
            <p:cNvSpPr txBox="1">
              <a:spLocks noChangeArrowheads="1"/>
            </p:cNvSpPr>
            <p:nvPr/>
          </p:nvSpPr>
          <p:spPr bwMode="auto">
            <a:xfrm>
              <a:off x="1872" y="624"/>
              <a:ext cx="816" cy="327"/>
            </a:xfrm>
            <a:prstGeom prst="rect">
              <a:avLst/>
            </a:prstGeom>
            <a:solidFill>
              <a:srgbClr val="99FF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a:t> </a:t>
              </a:r>
              <a:r>
                <a:rPr lang="zh-CN" altLang="en-US" sz="2800" b="1"/>
                <a:t>消去</a:t>
              </a:r>
              <a:r>
                <a:rPr lang="en-US" altLang="zh-CN" sz="2800" b="1"/>
                <a:t>d</a:t>
              </a:r>
              <a:r>
                <a:rPr lang="en-US" altLang="zh-CN" sz="2800" b="1" i="1"/>
                <a:t>t</a:t>
              </a:r>
              <a:endParaRPr lang="en-US" altLang="zh-CN" sz="2800" b="1"/>
            </a:p>
          </p:txBody>
        </p:sp>
      </p:grpSp>
      <p:grpSp>
        <p:nvGrpSpPr>
          <p:cNvPr id="4" name="Group 12">
            <a:extLst>
              <a:ext uri="{FF2B5EF4-FFF2-40B4-BE49-F238E27FC236}">
                <a16:creationId xmlns:a16="http://schemas.microsoft.com/office/drawing/2014/main" id="{8DDDBE3D-4C6C-4361-8CC4-489E3B91CBEA}"/>
              </a:ext>
            </a:extLst>
          </p:cNvPr>
          <p:cNvGrpSpPr>
            <a:grpSpLocks/>
          </p:cNvGrpSpPr>
          <p:nvPr/>
        </p:nvGrpSpPr>
        <p:grpSpPr bwMode="auto">
          <a:xfrm>
            <a:off x="1219200" y="4052888"/>
            <a:ext cx="5029200" cy="604837"/>
            <a:chOff x="1152" y="2190"/>
            <a:chExt cx="3072" cy="354"/>
          </a:xfrm>
        </p:grpSpPr>
        <p:graphicFrame>
          <p:nvGraphicFramePr>
            <p:cNvPr id="86026" name="Object 13">
              <a:extLst>
                <a:ext uri="{FF2B5EF4-FFF2-40B4-BE49-F238E27FC236}">
                  <a16:creationId xmlns:a16="http://schemas.microsoft.com/office/drawing/2014/main" id="{66BF3CE8-1024-4BE9-B23C-61FA3DFFFE17}"/>
                </a:ext>
              </a:extLst>
            </p:cNvPr>
            <p:cNvGraphicFramePr>
              <a:graphicFrameLocks noChangeAspect="1"/>
            </p:cNvGraphicFramePr>
            <p:nvPr/>
          </p:nvGraphicFramePr>
          <p:xfrm>
            <a:off x="1512" y="2212"/>
            <a:ext cx="2712" cy="332"/>
          </p:xfrm>
          <a:graphic>
            <a:graphicData uri="http://schemas.openxmlformats.org/presentationml/2006/ole">
              <mc:AlternateContent xmlns:mc="http://schemas.openxmlformats.org/markup-compatibility/2006">
                <mc:Choice xmlns:v="urn:schemas-microsoft-com:vml" Requires="v">
                  <p:oleObj spid="_x0000_s86051" name="公式" r:id="rId8" imgW="1752600" imgH="215900" progId="Equation.3">
                    <p:embed/>
                  </p:oleObj>
                </mc:Choice>
                <mc:Fallback>
                  <p:oleObj name="公式" r:id="rId8" imgW="1752600" imgH="215900" progId="Equation.3">
                    <p:embed/>
                    <p:pic>
                      <p:nvPicPr>
                        <p:cNvPr id="0" name="Object 1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12" y="2212"/>
                          <a:ext cx="2712" cy="332"/>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6027" name="AutoShape 14">
              <a:extLst>
                <a:ext uri="{FF2B5EF4-FFF2-40B4-BE49-F238E27FC236}">
                  <a16:creationId xmlns:a16="http://schemas.microsoft.com/office/drawing/2014/main" id="{ECB73306-B264-4CD7-9E62-4B479E087D7A}"/>
                </a:ext>
              </a:extLst>
            </p:cNvPr>
            <p:cNvSpPr>
              <a:spLocks noChangeArrowheads="1"/>
            </p:cNvSpPr>
            <p:nvPr/>
          </p:nvSpPr>
          <p:spPr bwMode="auto">
            <a:xfrm>
              <a:off x="1152" y="2190"/>
              <a:ext cx="192" cy="306"/>
            </a:xfrm>
            <a:prstGeom prst="rightArrow">
              <a:avLst>
                <a:gd name="adj1" fmla="val 50000"/>
                <a:gd name="adj2" fmla="val 25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aphicFrame>
        <p:nvGraphicFramePr>
          <p:cNvPr id="99344" name="Object 16">
            <a:extLst>
              <a:ext uri="{FF2B5EF4-FFF2-40B4-BE49-F238E27FC236}">
                <a16:creationId xmlns:a16="http://schemas.microsoft.com/office/drawing/2014/main" id="{BCC9DB84-4BDF-4518-A75B-E64EEFFBD092}"/>
              </a:ext>
            </a:extLst>
          </p:cNvPr>
          <p:cNvGraphicFramePr>
            <a:graphicFrameLocks noChangeAspect="1"/>
          </p:cNvGraphicFramePr>
          <p:nvPr/>
        </p:nvGraphicFramePr>
        <p:xfrm>
          <a:off x="741363" y="1462088"/>
          <a:ext cx="2840037" cy="1138237"/>
        </p:xfrm>
        <a:graphic>
          <a:graphicData uri="http://schemas.openxmlformats.org/presentationml/2006/ole">
            <mc:AlternateContent xmlns:mc="http://schemas.openxmlformats.org/markup-compatibility/2006">
              <mc:Choice xmlns:v="urn:schemas-microsoft-com:vml" Requires="v">
                <p:oleObj spid="_x0000_s86052" name="公式" r:id="rId10" imgW="1091726" imgH="431613" progId="Equation.3">
                  <p:embed/>
                </p:oleObj>
              </mc:Choice>
              <mc:Fallback>
                <p:oleObj name="公式" r:id="rId10" imgW="1091726" imgH="431613" progId="Equation.3">
                  <p:embed/>
                  <p:pic>
                    <p:nvPicPr>
                      <p:cNvPr id="0" name="Object 1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41363" y="1462088"/>
                        <a:ext cx="2840037" cy="1138237"/>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9348" name="Object 20">
            <a:extLst>
              <a:ext uri="{FF2B5EF4-FFF2-40B4-BE49-F238E27FC236}">
                <a16:creationId xmlns:a16="http://schemas.microsoft.com/office/drawing/2014/main" id="{D139660B-6D93-4C1E-9782-6893F6F6BEE7}"/>
              </a:ext>
            </a:extLst>
          </p:cNvPr>
          <p:cNvGraphicFramePr>
            <a:graphicFrameLocks noChangeAspect="1"/>
          </p:cNvGraphicFramePr>
          <p:nvPr/>
        </p:nvGraphicFramePr>
        <p:xfrm>
          <a:off x="1851025" y="4814888"/>
          <a:ext cx="4298950" cy="685800"/>
        </p:xfrm>
        <a:graphic>
          <a:graphicData uri="http://schemas.openxmlformats.org/presentationml/2006/ole">
            <mc:AlternateContent xmlns:mc="http://schemas.openxmlformats.org/markup-compatibility/2006">
              <mc:Choice xmlns:v="urn:schemas-microsoft-com:vml" Requires="v">
                <p:oleObj spid="_x0000_s86053" name="Equation" r:id="rId12" imgW="1219200" imgH="228600" progId="Equation.DSMT4">
                  <p:embed/>
                </p:oleObj>
              </mc:Choice>
              <mc:Fallback>
                <p:oleObj name="Equation" r:id="rId12" imgW="1219200" imgH="228600" progId="Equation.DSMT4">
                  <p:embed/>
                  <p:pic>
                    <p:nvPicPr>
                      <p:cNvPr id="0" name="Object 2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851025" y="4814888"/>
                        <a:ext cx="4298950" cy="68580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86030" name="Group 23">
            <a:extLst>
              <a:ext uri="{FF2B5EF4-FFF2-40B4-BE49-F238E27FC236}">
                <a16:creationId xmlns:a16="http://schemas.microsoft.com/office/drawing/2014/main" id="{C81F13C5-3D81-4341-AA93-48FB096285F7}"/>
              </a:ext>
            </a:extLst>
          </p:cNvPr>
          <p:cNvGrpSpPr>
            <a:grpSpLocks/>
          </p:cNvGrpSpPr>
          <p:nvPr/>
        </p:nvGrpSpPr>
        <p:grpSpPr bwMode="auto">
          <a:xfrm>
            <a:off x="1066800" y="700088"/>
            <a:ext cx="6248400" cy="609600"/>
            <a:chOff x="384" y="144"/>
            <a:chExt cx="3936" cy="384"/>
          </a:xfrm>
        </p:grpSpPr>
        <p:sp>
          <p:nvSpPr>
            <p:cNvPr id="86031" name="Text Box 24">
              <a:extLst>
                <a:ext uri="{FF2B5EF4-FFF2-40B4-BE49-F238E27FC236}">
                  <a16:creationId xmlns:a16="http://schemas.microsoft.com/office/drawing/2014/main" id="{5A171524-1A4B-4429-9B45-4E03E9A6194C}"/>
                </a:ext>
              </a:extLst>
            </p:cNvPr>
            <p:cNvSpPr txBox="1">
              <a:spLocks noChangeArrowheads="1"/>
            </p:cNvSpPr>
            <p:nvPr/>
          </p:nvSpPr>
          <p:spPr bwMode="auto">
            <a:xfrm>
              <a:off x="384" y="144"/>
              <a:ext cx="3936" cy="327"/>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ea typeface="楷体_GB2312" pitchFamily="49" charset="-122"/>
                </a:rPr>
                <a:t>用相轨线分析                          点稳定性</a:t>
              </a:r>
            </a:p>
          </p:txBody>
        </p:sp>
        <p:graphicFrame>
          <p:nvGraphicFramePr>
            <p:cNvPr id="86032" name="Object 25">
              <a:extLst>
                <a:ext uri="{FF2B5EF4-FFF2-40B4-BE49-F238E27FC236}">
                  <a16:creationId xmlns:a16="http://schemas.microsoft.com/office/drawing/2014/main" id="{FD0E3863-207D-4606-B849-B2AEF834538D}"/>
                </a:ext>
              </a:extLst>
            </p:cNvPr>
            <p:cNvGraphicFramePr>
              <a:graphicFrameLocks noChangeAspect="1"/>
            </p:cNvGraphicFramePr>
            <p:nvPr/>
          </p:nvGraphicFramePr>
          <p:xfrm>
            <a:off x="1824" y="177"/>
            <a:ext cx="1391" cy="351"/>
          </p:xfrm>
          <a:graphic>
            <a:graphicData uri="http://schemas.openxmlformats.org/presentationml/2006/ole">
              <mc:AlternateContent xmlns:mc="http://schemas.openxmlformats.org/markup-compatibility/2006">
                <mc:Choice xmlns:v="urn:schemas-microsoft-com:vml" Requires="v">
                  <p:oleObj spid="_x0000_s86054" name="公式" r:id="rId14" imgW="990170" imgH="241195" progId="Equation.3">
                    <p:embed/>
                  </p:oleObj>
                </mc:Choice>
                <mc:Fallback>
                  <p:oleObj name="公式" r:id="rId14" imgW="990170" imgH="241195" progId="Equation.3">
                    <p:embed/>
                    <p:pic>
                      <p:nvPicPr>
                        <p:cNvPr id="0" name="Object 2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824" y="177"/>
                          <a:ext cx="1391" cy="351"/>
                        </a:xfrm>
                        <a:prstGeom prst="rect">
                          <a:avLst/>
                        </a:prstGeom>
                        <a:solidFill>
                          <a:srgbClr val="FF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99354" name="Text Box 26">
            <a:extLst>
              <a:ext uri="{FF2B5EF4-FFF2-40B4-BE49-F238E27FC236}">
                <a16:creationId xmlns:a16="http://schemas.microsoft.com/office/drawing/2014/main" id="{EB4E0585-BA80-4455-B8F4-7D90D2BE212A}"/>
              </a:ext>
            </a:extLst>
          </p:cNvPr>
          <p:cNvSpPr txBox="1">
            <a:spLocks noChangeArrowheads="1"/>
          </p:cNvSpPr>
          <p:nvPr/>
        </p:nvSpPr>
        <p:spPr bwMode="auto">
          <a:xfrm>
            <a:off x="3048000" y="5653088"/>
            <a:ext cx="3048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t>c </a:t>
            </a:r>
            <a:r>
              <a:rPr lang="zh-CN" altLang="en-US" sz="2800" b="1"/>
              <a:t>由初始条件确定</a:t>
            </a:r>
          </a:p>
        </p:txBody>
      </p:sp>
      <p:grpSp>
        <p:nvGrpSpPr>
          <p:cNvPr id="6" name="Group 28">
            <a:extLst>
              <a:ext uri="{FF2B5EF4-FFF2-40B4-BE49-F238E27FC236}">
                <a16:creationId xmlns:a16="http://schemas.microsoft.com/office/drawing/2014/main" id="{F4A86656-F6D2-4FC1-B38F-C8A0695A8252}"/>
              </a:ext>
            </a:extLst>
          </p:cNvPr>
          <p:cNvGrpSpPr>
            <a:grpSpLocks/>
          </p:cNvGrpSpPr>
          <p:nvPr/>
        </p:nvGrpSpPr>
        <p:grpSpPr bwMode="auto">
          <a:xfrm>
            <a:off x="838200" y="4989513"/>
            <a:ext cx="1143000" cy="1044575"/>
            <a:chOff x="528" y="2894"/>
            <a:chExt cx="720" cy="658"/>
          </a:xfrm>
        </p:grpSpPr>
        <p:sp>
          <p:nvSpPr>
            <p:cNvPr id="86035" name="AutoShape 19">
              <a:extLst>
                <a:ext uri="{FF2B5EF4-FFF2-40B4-BE49-F238E27FC236}">
                  <a16:creationId xmlns:a16="http://schemas.microsoft.com/office/drawing/2014/main" id="{766FE5C8-8A01-4C5C-B49A-1CEC1B2E6655}"/>
                </a:ext>
              </a:extLst>
            </p:cNvPr>
            <p:cNvSpPr>
              <a:spLocks noChangeArrowheads="1"/>
            </p:cNvSpPr>
            <p:nvPr/>
          </p:nvSpPr>
          <p:spPr bwMode="auto">
            <a:xfrm>
              <a:off x="768" y="2894"/>
              <a:ext cx="207" cy="322"/>
            </a:xfrm>
            <a:prstGeom prst="rightArrow">
              <a:avLst>
                <a:gd name="adj1" fmla="val 50000"/>
                <a:gd name="adj2" fmla="val 25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86036" name="Text Box 27">
              <a:extLst>
                <a:ext uri="{FF2B5EF4-FFF2-40B4-BE49-F238E27FC236}">
                  <a16:creationId xmlns:a16="http://schemas.microsoft.com/office/drawing/2014/main" id="{EE96592D-8952-418C-926E-B2C5721AD5C4}"/>
                </a:ext>
              </a:extLst>
            </p:cNvPr>
            <p:cNvSpPr txBox="1">
              <a:spLocks noChangeArrowheads="1"/>
            </p:cNvSpPr>
            <p:nvPr/>
          </p:nvSpPr>
          <p:spPr bwMode="auto">
            <a:xfrm>
              <a:off x="528" y="3264"/>
              <a:ext cx="72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a:t>取指数</a:t>
              </a:r>
            </a:p>
          </p:txBody>
        </p:sp>
      </p:grpSp>
    </p:spTree>
  </p:cSld>
  <p:clrMapOvr>
    <a:masterClrMapping/>
  </p:clrMapOvr>
  <p:transition>
    <p:blind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99344"/>
                                        </p:tgtEl>
                                        <p:attrNameLst>
                                          <p:attrName>style.visibility</p:attrName>
                                        </p:attrNameLst>
                                      </p:cBhvr>
                                      <p:to>
                                        <p:strVal val="visible"/>
                                      </p:to>
                                    </p:set>
                                    <p:animEffect transition="in" filter="box(in)">
                                      <p:cBhvr>
                                        <p:cTn id="7" dur="1000"/>
                                        <p:tgtEl>
                                          <p:spTgt spid="99344"/>
                                        </p:tgtEl>
                                      </p:cBhvr>
                                    </p:animEffect>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5"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vertical)">
                                      <p:cBhvr>
                                        <p:cTn id="12" dur="10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42" fill="hold" nodeType="clickEffect">
                                  <p:stCondLst>
                                    <p:cond delay="0"/>
                                  </p:stCondLst>
                                  <p:childTnLst>
                                    <p:set>
                                      <p:cBhvr>
                                        <p:cTn id="16" dur="1" fill="hold">
                                          <p:stCondLst>
                                            <p:cond delay="0"/>
                                          </p:stCondLst>
                                        </p:cTn>
                                        <p:tgtEl>
                                          <p:spTgt spid="99333"/>
                                        </p:tgtEl>
                                        <p:attrNameLst>
                                          <p:attrName>style.visibility</p:attrName>
                                        </p:attrNameLst>
                                      </p:cBhvr>
                                      <p:to>
                                        <p:strVal val="visible"/>
                                      </p:to>
                                    </p:set>
                                    <p:animEffect transition="in" filter="barn(outHorizontal)">
                                      <p:cBhvr>
                                        <p:cTn id="17" dur="1000"/>
                                        <p:tgtEl>
                                          <p:spTgt spid="99333"/>
                                        </p:tgtEl>
                                      </p:cBhvr>
                                    </p:animEffect>
                                  </p:childTnLst>
                                  <p:subTnLst>
                                    <p:audio>
                                      <p:cMediaNode>
                                        <p:cTn display="0" masterRel="sameClick">
                                          <p:stCondLst>
                                            <p:cond evt="begin" delay="0">
                                              <p:tn val="15"/>
                                            </p:cond>
                                          </p:stCondLst>
                                          <p:endCondLst>
                                            <p:cond evt="onStopAudio" delay="0">
                                              <p:tgtEl>
                                                <p:sldTgt/>
                                              </p:tgtEl>
                                            </p:cond>
                                          </p:endCondLst>
                                        </p:cTn>
                                        <p:tgtEl>
                                          <p:sndTgt r:embed="rId3" name="WHOOSH.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26"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arn(inHorizontal)">
                                      <p:cBhvr>
                                        <p:cTn id="22" dur="1000"/>
                                        <p:tgtEl>
                                          <p:spTgt spid="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box(in)">
                                      <p:cBhvr>
                                        <p:cTn id="27" dur="1000"/>
                                        <p:tgtEl>
                                          <p:spTgt spid="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dissolve">
                                      <p:cBhvr>
                                        <p:cTn id="32" dur="1000"/>
                                        <p:tgtEl>
                                          <p:spTgt spid="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5" presetClass="entr" presetSubtype="10" fill="hold" nodeType="clickEffect">
                                  <p:stCondLst>
                                    <p:cond delay="0"/>
                                  </p:stCondLst>
                                  <p:childTnLst>
                                    <p:set>
                                      <p:cBhvr>
                                        <p:cTn id="36" dur="1" fill="hold">
                                          <p:stCondLst>
                                            <p:cond delay="0"/>
                                          </p:stCondLst>
                                        </p:cTn>
                                        <p:tgtEl>
                                          <p:spTgt spid="99348"/>
                                        </p:tgtEl>
                                        <p:attrNameLst>
                                          <p:attrName>style.visibility</p:attrName>
                                        </p:attrNameLst>
                                      </p:cBhvr>
                                      <p:to>
                                        <p:strVal val="visible"/>
                                      </p:to>
                                    </p:set>
                                    <p:animEffect transition="in" filter="checkerboard(across)">
                                      <p:cBhvr>
                                        <p:cTn id="37" dur="1000"/>
                                        <p:tgtEl>
                                          <p:spTgt spid="99348"/>
                                        </p:tgtEl>
                                      </p:cBhvr>
                                    </p:animEffect>
                                  </p:childTnLst>
                                  <p:subTnLst>
                                    <p:audio>
                                      <p:cMediaNode>
                                        <p:cTn display="0" masterRel="sameClick">
                                          <p:stCondLst>
                                            <p:cond evt="begin" delay="0">
                                              <p:tn val="35"/>
                                            </p:cond>
                                          </p:stCondLst>
                                          <p:endCondLst>
                                            <p:cond evt="onStopAudio" delay="0">
                                              <p:tgtEl>
                                                <p:sldTgt/>
                                              </p:tgtEl>
                                            </p:cond>
                                          </p:endCondLst>
                                        </p:cTn>
                                        <p:tgtEl>
                                          <p:sndTgt r:embed="rId3" name="WHOOSH.WAV"/>
                                        </p:tgtEl>
                                      </p:cMediaNode>
                                    </p:audio>
                                  </p:sub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5" fill="hold" grpId="0" nodeType="clickEffect">
                                  <p:stCondLst>
                                    <p:cond delay="0"/>
                                  </p:stCondLst>
                                  <p:childTnLst>
                                    <p:set>
                                      <p:cBhvr>
                                        <p:cTn id="41" dur="1" fill="hold">
                                          <p:stCondLst>
                                            <p:cond delay="0"/>
                                          </p:stCondLst>
                                        </p:cTn>
                                        <p:tgtEl>
                                          <p:spTgt spid="99354"/>
                                        </p:tgtEl>
                                        <p:attrNameLst>
                                          <p:attrName>style.visibility</p:attrName>
                                        </p:attrNameLst>
                                      </p:cBhvr>
                                      <p:to>
                                        <p:strVal val="visible"/>
                                      </p:to>
                                    </p:set>
                                    <p:animEffect transition="in" filter="blinds(vertical)">
                                      <p:cBhvr>
                                        <p:cTn id="42" dur="1000"/>
                                        <p:tgtEl>
                                          <p:spTgt spid="993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54"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57">
            <a:extLst>
              <a:ext uri="{FF2B5EF4-FFF2-40B4-BE49-F238E27FC236}">
                <a16:creationId xmlns:a16="http://schemas.microsoft.com/office/drawing/2014/main" id="{2A7EEB71-ADB4-4287-A3D8-DD4A63FA6C4B}"/>
              </a:ext>
            </a:extLst>
          </p:cNvPr>
          <p:cNvGrpSpPr>
            <a:grpSpLocks/>
          </p:cNvGrpSpPr>
          <p:nvPr/>
        </p:nvGrpSpPr>
        <p:grpSpPr bwMode="auto">
          <a:xfrm>
            <a:off x="5943600" y="1785938"/>
            <a:ext cx="1600200" cy="1752600"/>
            <a:chOff x="3840" y="981"/>
            <a:chExt cx="1008" cy="1104"/>
          </a:xfrm>
        </p:grpSpPr>
        <p:sp>
          <p:nvSpPr>
            <p:cNvPr id="87043" name="Line 9">
              <a:extLst>
                <a:ext uri="{FF2B5EF4-FFF2-40B4-BE49-F238E27FC236}">
                  <a16:creationId xmlns:a16="http://schemas.microsoft.com/office/drawing/2014/main" id="{0845E1B5-EC88-455D-AC4E-DDBDCE4C6E19}"/>
                </a:ext>
              </a:extLst>
            </p:cNvPr>
            <p:cNvSpPr>
              <a:spLocks noChangeShapeType="1"/>
            </p:cNvSpPr>
            <p:nvPr/>
          </p:nvSpPr>
          <p:spPr bwMode="auto">
            <a:xfrm flipH="1">
              <a:off x="4097" y="1125"/>
              <a:ext cx="656"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044" name="Line 10">
              <a:extLst>
                <a:ext uri="{FF2B5EF4-FFF2-40B4-BE49-F238E27FC236}">
                  <a16:creationId xmlns:a16="http://schemas.microsoft.com/office/drawing/2014/main" id="{5EB64669-1F63-42DD-8953-0A524C0DA9CB}"/>
                </a:ext>
              </a:extLst>
            </p:cNvPr>
            <p:cNvSpPr>
              <a:spLocks noChangeShapeType="1"/>
            </p:cNvSpPr>
            <p:nvPr/>
          </p:nvSpPr>
          <p:spPr bwMode="auto">
            <a:xfrm>
              <a:off x="4753" y="1132"/>
              <a:ext cx="0" cy="729"/>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045" name="Text Box 13">
              <a:extLst>
                <a:ext uri="{FF2B5EF4-FFF2-40B4-BE49-F238E27FC236}">
                  <a16:creationId xmlns:a16="http://schemas.microsoft.com/office/drawing/2014/main" id="{8ABC513E-D402-4D6B-8FAE-3FF10754D99C}"/>
                </a:ext>
              </a:extLst>
            </p:cNvPr>
            <p:cNvSpPr txBox="1">
              <a:spLocks noChangeArrowheads="1"/>
            </p:cNvSpPr>
            <p:nvPr/>
          </p:nvSpPr>
          <p:spPr bwMode="auto">
            <a:xfrm>
              <a:off x="4572" y="1787"/>
              <a:ext cx="276"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i="1"/>
                <a:t>x</a:t>
              </a:r>
              <a:r>
                <a:rPr lang="en-US" altLang="zh-CN" baseline="-25000"/>
                <a:t>0</a:t>
              </a:r>
            </a:p>
          </p:txBody>
        </p:sp>
        <p:sp>
          <p:nvSpPr>
            <p:cNvPr id="87046" name="Text Box 14">
              <a:extLst>
                <a:ext uri="{FF2B5EF4-FFF2-40B4-BE49-F238E27FC236}">
                  <a16:creationId xmlns:a16="http://schemas.microsoft.com/office/drawing/2014/main" id="{CC8A042F-C80E-4AB3-9A39-0AE60E6EA842}"/>
                </a:ext>
              </a:extLst>
            </p:cNvPr>
            <p:cNvSpPr txBox="1">
              <a:spLocks noChangeArrowheads="1"/>
            </p:cNvSpPr>
            <p:nvPr/>
          </p:nvSpPr>
          <p:spPr bwMode="auto">
            <a:xfrm>
              <a:off x="3840" y="981"/>
              <a:ext cx="336"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i="1"/>
                <a:t>f</a:t>
              </a:r>
              <a:r>
                <a:rPr lang="en-US" altLang="zh-CN" i="1" baseline="-25000"/>
                <a:t>m</a:t>
              </a:r>
            </a:p>
          </p:txBody>
        </p:sp>
      </p:grpSp>
      <p:grpSp>
        <p:nvGrpSpPr>
          <p:cNvPr id="3" name="Group 58">
            <a:extLst>
              <a:ext uri="{FF2B5EF4-FFF2-40B4-BE49-F238E27FC236}">
                <a16:creationId xmlns:a16="http://schemas.microsoft.com/office/drawing/2014/main" id="{05E73883-A8E9-47ED-A43F-12B42B1D6F73}"/>
              </a:ext>
            </a:extLst>
          </p:cNvPr>
          <p:cNvGrpSpPr>
            <a:grpSpLocks/>
          </p:cNvGrpSpPr>
          <p:nvPr/>
        </p:nvGrpSpPr>
        <p:grpSpPr bwMode="auto">
          <a:xfrm>
            <a:off x="6205538" y="1371600"/>
            <a:ext cx="2938462" cy="2133600"/>
            <a:chOff x="4005" y="720"/>
            <a:chExt cx="1851" cy="1344"/>
          </a:xfrm>
        </p:grpSpPr>
        <p:sp>
          <p:nvSpPr>
            <p:cNvPr id="87048" name="Arc 3">
              <a:extLst>
                <a:ext uri="{FF2B5EF4-FFF2-40B4-BE49-F238E27FC236}">
                  <a16:creationId xmlns:a16="http://schemas.microsoft.com/office/drawing/2014/main" id="{3477A8F2-51ED-4DD7-8A2A-39E00C890120}"/>
                </a:ext>
              </a:extLst>
            </p:cNvPr>
            <p:cNvSpPr>
              <a:spLocks/>
            </p:cNvSpPr>
            <p:nvPr/>
          </p:nvSpPr>
          <p:spPr bwMode="auto">
            <a:xfrm flipV="1">
              <a:off x="4069" y="1453"/>
              <a:ext cx="363" cy="40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7049" name="Arc 4">
              <a:extLst>
                <a:ext uri="{FF2B5EF4-FFF2-40B4-BE49-F238E27FC236}">
                  <a16:creationId xmlns:a16="http://schemas.microsoft.com/office/drawing/2014/main" id="{1F2EE160-0BB8-4ACA-8CDF-06A8C549B5D0}"/>
                </a:ext>
              </a:extLst>
            </p:cNvPr>
            <p:cNvSpPr>
              <a:spLocks/>
            </p:cNvSpPr>
            <p:nvPr/>
          </p:nvSpPr>
          <p:spPr bwMode="auto">
            <a:xfrm flipH="1">
              <a:off x="4432" y="1119"/>
              <a:ext cx="335" cy="347"/>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7050" name="Arc 5">
              <a:extLst>
                <a:ext uri="{FF2B5EF4-FFF2-40B4-BE49-F238E27FC236}">
                  <a16:creationId xmlns:a16="http://schemas.microsoft.com/office/drawing/2014/main" id="{7F91FA88-6FCE-4524-B64F-BA51161CFBFA}"/>
                </a:ext>
              </a:extLst>
            </p:cNvPr>
            <p:cNvSpPr>
              <a:spLocks/>
            </p:cNvSpPr>
            <p:nvPr/>
          </p:nvSpPr>
          <p:spPr bwMode="auto">
            <a:xfrm>
              <a:off x="4753" y="1120"/>
              <a:ext cx="293" cy="482"/>
            </a:xfrm>
            <a:custGeom>
              <a:avLst/>
              <a:gdLst>
                <a:gd name="T0" fmla="*/ 0 w 21555"/>
                <a:gd name="T1" fmla="*/ 0 h 21600"/>
                <a:gd name="T2" fmla="*/ 0 w 21555"/>
                <a:gd name="T3" fmla="*/ 0 h 21600"/>
                <a:gd name="T4" fmla="*/ 0 w 21555"/>
                <a:gd name="T5" fmla="*/ 0 h 21600"/>
                <a:gd name="T6" fmla="*/ 0 60000 65536"/>
                <a:gd name="T7" fmla="*/ 0 60000 65536"/>
                <a:gd name="T8" fmla="*/ 0 60000 65536"/>
                <a:gd name="T9" fmla="*/ 0 w 21555"/>
                <a:gd name="T10" fmla="*/ 0 h 21600"/>
                <a:gd name="T11" fmla="*/ 21555 w 21555"/>
                <a:gd name="T12" fmla="*/ 21600 h 21600"/>
              </a:gdLst>
              <a:ahLst/>
              <a:cxnLst>
                <a:cxn ang="T6">
                  <a:pos x="T0" y="T1"/>
                </a:cxn>
                <a:cxn ang="T7">
                  <a:pos x="T2" y="T3"/>
                </a:cxn>
                <a:cxn ang="T8">
                  <a:pos x="T4" y="T5"/>
                </a:cxn>
              </a:cxnLst>
              <a:rect l="T9" t="T10" r="T11" b="T12"/>
              <a:pathLst>
                <a:path w="21555" h="21600" fill="none" extrusionOk="0">
                  <a:moveTo>
                    <a:pt x="-1" y="0"/>
                  </a:moveTo>
                  <a:cubicBezTo>
                    <a:pt x="11390" y="0"/>
                    <a:pt x="20823" y="8845"/>
                    <a:pt x="21555" y="20211"/>
                  </a:cubicBezTo>
                </a:path>
                <a:path w="21555" h="21600" stroke="0" extrusionOk="0">
                  <a:moveTo>
                    <a:pt x="-1" y="0"/>
                  </a:moveTo>
                  <a:cubicBezTo>
                    <a:pt x="11390" y="0"/>
                    <a:pt x="20823" y="8845"/>
                    <a:pt x="21555" y="20211"/>
                  </a:cubicBezTo>
                  <a:lnTo>
                    <a:pt x="0" y="21600"/>
                  </a:lnTo>
                  <a:lnTo>
                    <a:pt x="-1" y="0"/>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7051" name="Line 6">
              <a:extLst>
                <a:ext uri="{FF2B5EF4-FFF2-40B4-BE49-F238E27FC236}">
                  <a16:creationId xmlns:a16="http://schemas.microsoft.com/office/drawing/2014/main" id="{C01FDFD3-E7AD-4656-B601-2C413B3495CE}"/>
                </a:ext>
              </a:extLst>
            </p:cNvPr>
            <p:cNvSpPr>
              <a:spLocks noChangeShapeType="1"/>
            </p:cNvSpPr>
            <p:nvPr/>
          </p:nvSpPr>
          <p:spPr bwMode="auto">
            <a:xfrm>
              <a:off x="4069" y="1861"/>
              <a:ext cx="1661" cy="0"/>
            </a:xfrm>
            <a:prstGeom prst="line">
              <a:avLst/>
            </a:prstGeom>
            <a:noFill/>
            <a:ln w="9525">
              <a:solidFill>
                <a:srgbClr val="000000"/>
              </a:solidFill>
              <a:round/>
              <a:headEnd/>
              <a:tailEnd type="stealth" w="sm" len="lg"/>
            </a:ln>
            <a:extLst>
              <a:ext uri="{909E8E84-426E-40DD-AFC4-6F175D3DCCD1}">
                <a14:hiddenFill xmlns:a14="http://schemas.microsoft.com/office/drawing/2010/main">
                  <a:noFill/>
                </a14:hiddenFill>
              </a:ext>
            </a:extLst>
          </p:spPr>
          <p:txBody>
            <a:bodyPr/>
            <a:lstStyle/>
            <a:p>
              <a:endParaRPr lang="zh-CN" altLang="en-US"/>
            </a:p>
          </p:txBody>
        </p:sp>
        <p:sp>
          <p:nvSpPr>
            <p:cNvPr id="87052" name="Arc 7">
              <a:extLst>
                <a:ext uri="{FF2B5EF4-FFF2-40B4-BE49-F238E27FC236}">
                  <a16:creationId xmlns:a16="http://schemas.microsoft.com/office/drawing/2014/main" id="{ACE0102A-EB03-4D31-8571-CACCB2DE066A}"/>
                </a:ext>
              </a:extLst>
            </p:cNvPr>
            <p:cNvSpPr>
              <a:spLocks/>
            </p:cNvSpPr>
            <p:nvPr/>
          </p:nvSpPr>
          <p:spPr bwMode="auto">
            <a:xfrm flipH="1" flipV="1">
              <a:off x="5055" y="1536"/>
              <a:ext cx="338" cy="222"/>
            </a:xfrm>
            <a:custGeom>
              <a:avLst/>
              <a:gdLst>
                <a:gd name="T0" fmla="*/ 0 w 26463"/>
                <a:gd name="T1" fmla="*/ 0 h 21600"/>
                <a:gd name="T2" fmla="*/ 0 w 26463"/>
                <a:gd name="T3" fmla="*/ 0 h 21600"/>
                <a:gd name="T4" fmla="*/ 0 w 26463"/>
                <a:gd name="T5" fmla="*/ 0 h 21600"/>
                <a:gd name="T6" fmla="*/ 0 60000 65536"/>
                <a:gd name="T7" fmla="*/ 0 60000 65536"/>
                <a:gd name="T8" fmla="*/ 0 60000 65536"/>
                <a:gd name="T9" fmla="*/ 0 w 26463"/>
                <a:gd name="T10" fmla="*/ 0 h 21600"/>
                <a:gd name="T11" fmla="*/ 26463 w 26463"/>
                <a:gd name="T12" fmla="*/ 21600 h 21600"/>
              </a:gdLst>
              <a:ahLst/>
              <a:cxnLst>
                <a:cxn ang="T6">
                  <a:pos x="T0" y="T1"/>
                </a:cxn>
                <a:cxn ang="T7">
                  <a:pos x="T2" y="T3"/>
                </a:cxn>
                <a:cxn ang="T8">
                  <a:pos x="T4" y="T5"/>
                </a:cxn>
              </a:cxnLst>
              <a:rect l="T9" t="T10" r="T11" b="T12"/>
              <a:pathLst>
                <a:path w="26463" h="21600" fill="none" extrusionOk="0">
                  <a:moveTo>
                    <a:pt x="0" y="571"/>
                  </a:moveTo>
                  <a:cubicBezTo>
                    <a:pt x="1617" y="191"/>
                    <a:pt x="3273" y="-1"/>
                    <a:pt x="4935" y="0"/>
                  </a:cubicBezTo>
                  <a:cubicBezTo>
                    <a:pt x="16181" y="0"/>
                    <a:pt x="25546" y="8630"/>
                    <a:pt x="26463" y="19839"/>
                  </a:cubicBezTo>
                </a:path>
                <a:path w="26463" h="21600" stroke="0" extrusionOk="0">
                  <a:moveTo>
                    <a:pt x="0" y="571"/>
                  </a:moveTo>
                  <a:cubicBezTo>
                    <a:pt x="1617" y="191"/>
                    <a:pt x="3273" y="-1"/>
                    <a:pt x="4935" y="0"/>
                  </a:cubicBezTo>
                  <a:cubicBezTo>
                    <a:pt x="16181" y="0"/>
                    <a:pt x="25546" y="8630"/>
                    <a:pt x="26463" y="19839"/>
                  </a:cubicBezTo>
                  <a:lnTo>
                    <a:pt x="4935" y="21600"/>
                  </a:lnTo>
                  <a:lnTo>
                    <a:pt x="0" y="571"/>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7053" name="Line 8">
              <a:extLst>
                <a:ext uri="{FF2B5EF4-FFF2-40B4-BE49-F238E27FC236}">
                  <a16:creationId xmlns:a16="http://schemas.microsoft.com/office/drawing/2014/main" id="{E2935681-D417-4C44-BC01-18419F21ACDF}"/>
                </a:ext>
              </a:extLst>
            </p:cNvPr>
            <p:cNvSpPr>
              <a:spLocks noChangeShapeType="1"/>
            </p:cNvSpPr>
            <p:nvPr/>
          </p:nvSpPr>
          <p:spPr bwMode="auto">
            <a:xfrm flipH="1" flipV="1">
              <a:off x="4080" y="789"/>
              <a:ext cx="0" cy="1056"/>
            </a:xfrm>
            <a:prstGeom prst="line">
              <a:avLst/>
            </a:prstGeom>
            <a:noFill/>
            <a:ln w="9525">
              <a:solidFill>
                <a:srgbClr val="000000"/>
              </a:solidFill>
              <a:round/>
              <a:headEnd/>
              <a:tailEnd type="stealth" w="sm" len="lg"/>
            </a:ln>
            <a:extLst>
              <a:ext uri="{909E8E84-426E-40DD-AFC4-6F175D3DCCD1}">
                <a14:hiddenFill xmlns:a14="http://schemas.microsoft.com/office/drawing/2010/main">
                  <a:noFill/>
                </a14:hiddenFill>
              </a:ext>
            </a:extLst>
          </p:spPr>
          <p:txBody>
            <a:bodyPr/>
            <a:lstStyle/>
            <a:p>
              <a:endParaRPr lang="zh-CN" altLang="en-US"/>
            </a:p>
          </p:txBody>
        </p:sp>
        <p:sp>
          <p:nvSpPr>
            <p:cNvPr id="87054" name="Text Box 11">
              <a:extLst>
                <a:ext uri="{FF2B5EF4-FFF2-40B4-BE49-F238E27FC236}">
                  <a16:creationId xmlns:a16="http://schemas.microsoft.com/office/drawing/2014/main" id="{C465CE05-E19D-4FEF-9384-0794A46A328B}"/>
                </a:ext>
              </a:extLst>
            </p:cNvPr>
            <p:cNvSpPr txBox="1">
              <a:spLocks noChangeArrowheads="1"/>
            </p:cNvSpPr>
            <p:nvPr/>
          </p:nvSpPr>
          <p:spPr bwMode="auto">
            <a:xfrm>
              <a:off x="4117" y="720"/>
              <a:ext cx="491"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i="1"/>
                <a:t>f</a:t>
              </a:r>
              <a:r>
                <a:rPr lang="en-US" altLang="zh-CN"/>
                <a:t>(</a:t>
              </a:r>
              <a:r>
                <a:rPr lang="en-US" altLang="zh-CN" i="1"/>
                <a:t>x</a:t>
              </a:r>
              <a:r>
                <a:rPr lang="en-US" altLang="zh-CN"/>
                <a:t>)</a:t>
              </a:r>
            </a:p>
          </p:txBody>
        </p:sp>
        <p:sp>
          <p:nvSpPr>
            <p:cNvPr id="87055" name="Text Box 12">
              <a:extLst>
                <a:ext uri="{FF2B5EF4-FFF2-40B4-BE49-F238E27FC236}">
                  <a16:creationId xmlns:a16="http://schemas.microsoft.com/office/drawing/2014/main" id="{D2653414-E771-4073-86DD-597B8627D29E}"/>
                </a:ext>
              </a:extLst>
            </p:cNvPr>
            <p:cNvSpPr txBox="1">
              <a:spLocks noChangeArrowheads="1"/>
            </p:cNvSpPr>
            <p:nvPr/>
          </p:nvSpPr>
          <p:spPr bwMode="auto">
            <a:xfrm>
              <a:off x="5493" y="1797"/>
              <a:ext cx="363"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i="1"/>
                <a:t>x</a:t>
              </a:r>
            </a:p>
          </p:txBody>
        </p:sp>
        <p:sp>
          <p:nvSpPr>
            <p:cNvPr id="87056" name="Text Box 15">
              <a:extLst>
                <a:ext uri="{FF2B5EF4-FFF2-40B4-BE49-F238E27FC236}">
                  <a16:creationId xmlns:a16="http://schemas.microsoft.com/office/drawing/2014/main" id="{7A1D928A-21D1-46D9-BB9A-ABDBEC369F95}"/>
                </a:ext>
              </a:extLst>
            </p:cNvPr>
            <p:cNvSpPr txBox="1">
              <a:spLocks noChangeArrowheads="1"/>
            </p:cNvSpPr>
            <p:nvPr/>
          </p:nvSpPr>
          <p:spPr bwMode="auto">
            <a:xfrm>
              <a:off x="4005" y="1841"/>
              <a:ext cx="363"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2000" i="1"/>
                <a:t>O</a:t>
              </a:r>
            </a:p>
          </p:txBody>
        </p:sp>
      </p:grpSp>
      <p:grpSp>
        <p:nvGrpSpPr>
          <p:cNvPr id="4" name="Group 16">
            <a:extLst>
              <a:ext uri="{FF2B5EF4-FFF2-40B4-BE49-F238E27FC236}">
                <a16:creationId xmlns:a16="http://schemas.microsoft.com/office/drawing/2014/main" id="{56AF9554-5B7A-45C0-B982-B6F2CF59320F}"/>
              </a:ext>
            </a:extLst>
          </p:cNvPr>
          <p:cNvGrpSpPr>
            <a:grpSpLocks/>
          </p:cNvGrpSpPr>
          <p:nvPr/>
        </p:nvGrpSpPr>
        <p:grpSpPr bwMode="auto">
          <a:xfrm>
            <a:off x="5943600" y="3657600"/>
            <a:ext cx="3200400" cy="2133600"/>
            <a:chOff x="3600" y="2976"/>
            <a:chExt cx="2016" cy="1344"/>
          </a:xfrm>
        </p:grpSpPr>
        <p:sp>
          <p:nvSpPr>
            <p:cNvPr id="87058" name="Arc 17">
              <a:extLst>
                <a:ext uri="{FF2B5EF4-FFF2-40B4-BE49-F238E27FC236}">
                  <a16:creationId xmlns:a16="http://schemas.microsoft.com/office/drawing/2014/main" id="{BD889B93-70AB-4782-A32F-5B953C98C7C5}"/>
                </a:ext>
              </a:extLst>
            </p:cNvPr>
            <p:cNvSpPr>
              <a:spLocks/>
            </p:cNvSpPr>
            <p:nvPr/>
          </p:nvSpPr>
          <p:spPr bwMode="auto">
            <a:xfrm flipV="1">
              <a:off x="3899" y="3686"/>
              <a:ext cx="291" cy="38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7059" name="Arc 18">
              <a:extLst>
                <a:ext uri="{FF2B5EF4-FFF2-40B4-BE49-F238E27FC236}">
                  <a16:creationId xmlns:a16="http://schemas.microsoft.com/office/drawing/2014/main" id="{F83B1D09-2334-4388-8DFE-1B2268A2B52A}"/>
                </a:ext>
              </a:extLst>
            </p:cNvPr>
            <p:cNvSpPr>
              <a:spLocks/>
            </p:cNvSpPr>
            <p:nvPr/>
          </p:nvSpPr>
          <p:spPr bwMode="auto">
            <a:xfrm flipH="1">
              <a:off x="4190" y="3379"/>
              <a:ext cx="336" cy="307"/>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7060" name="Arc 19">
              <a:extLst>
                <a:ext uri="{FF2B5EF4-FFF2-40B4-BE49-F238E27FC236}">
                  <a16:creationId xmlns:a16="http://schemas.microsoft.com/office/drawing/2014/main" id="{CCA88094-6DEE-470E-9BB2-807365612FAA}"/>
                </a:ext>
              </a:extLst>
            </p:cNvPr>
            <p:cNvSpPr>
              <a:spLocks/>
            </p:cNvSpPr>
            <p:nvPr/>
          </p:nvSpPr>
          <p:spPr bwMode="auto">
            <a:xfrm>
              <a:off x="4526" y="3379"/>
              <a:ext cx="303" cy="259"/>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7061" name="Arc 20">
              <a:extLst>
                <a:ext uri="{FF2B5EF4-FFF2-40B4-BE49-F238E27FC236}">
                  <a16:creationId xmlns:a16="http://schemas.microsoft.com/office/drawing/2014/main" id="{163580B8-B2A8-4DFD-A3B3-06BBF696917A}"/>
                </a:ext>
              </a:extLst>
            </p:cNvPr>
            <p:cNvSpPr>
              <a:spLocks/>
            </p:cNvSpPr>
            <p:nvPr/>
          </p:nvSpPr>
          <p:spPr bwMode="auto">
            <a:xfrm flipH="1" flipV="1">
              <a:off x="4829" y="3648"/>
              <a:ext cx="369" cy="25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7062" name="Line 21">
              <a:extLst>
                <a:ext uri="{FF2B5EF4-FFF2-40B4-BE49-F238E27FC236}">
                  <a16:creationId xmlns:a16="http://schemas.microsoft.com/office/drawing/2014/main" id="{6A2FBEC8-1A2D-4E63-B5FD-D4AFC274A6AF}"/>
                </a:ext>
              </a:extLst>
            </p:cNvPr>
            <p:cNvSpPr>
              <a:spLocks noChangeShapeType="1"/>
            </p:cNvSpPr>
            <p:nvPr/>
          </p:nvSpPr>
          <p:spPr bwMode="auto">
            <a:xfrm>
              <a:off x="3922" y="4080"/>
              <a:ext cx="1500" cy="0"/>
            </a:xfrm>
            <a:prstGeom prst="line">
              <a:avLst/>
            </a:prstGeom>
            <a:noFill/>
            <a:ln w="9525">
              <a:solidFill>
                <a:srgbClr val="000000"/>
              </a:solidFill>
              <a:round/>
              <a:headEnd/>
              <a:tailEnd type="stealth" w="sm" len="lg"/>
            </a:ln>
            <a:extLst>
              <a:ext uri="{909E8E84-426E-40DD-AFC4-6F175D3DCCD1}">
                <a14:hiddenFill xmlns:a14="http://schemas.microsoft.com/office/drawing/2010/main">
                  <a:noFill/>
                </a14:hiddenFill>
              </a:ext>
            </a:extLst>
          </p:spPr>
          <p:txBody>
            <a:bodyPr/>
            <a:lstStyle/>
            <a:p>
              <a:endParaRPr lang="zh-CN" altLang="en-US"/>
            </a:p>
          </p:txBody>
        </p:sp>
        <p:sp>
          <p:nvSpPr>
            <p:cNvPr id="87063" name="Line 22">
              <a:extLst>
                <a:ext uri="{FF2B5EF4-FFF2-40B4-BE49-F238E27FC236}">
                  <a16:creationId xmlns:a16="http://schemas.microsoft.com/office/drawing/2014/main" id="{078DD854-D1A3-43B1-B5C7-649C8938DD5E}"/>
                </a:ext>
              </a:extLst>
            </p:cNvPr>
            <p:cNvSpPr>
              <a:spLocks noChangeShapeType="1"/>
            </p:cNvSpPr>
            <p:nvPr/>
          </p:nvSpPr>
          <p:spPr bwMode="auto">
            <a:xfrm flipV="1">
              <a:off x="3899" y="3062"/>
              <a:ext cx="0" cy="1018"/>
            </a:xfrm>
            <a:prstGeom prst="line">
              <a:avLst/>
            </a:prstGeom>
            <a:noFill/>
            <a:ln w="9525">
              <a:solidFill>
                <a:srgbClr val="000000"/>
              </a:solidFill>
              <a:round/>
              <a:headEnd/>
              <a:tailEnd type="stealth" w="sm" len="lg"/>
            </a:ln>
            <a:extLst>
              <a:ext uri="{909E8E84-426E-40DD-AFC4-6F175D3DCCD1}">
                <a14:hiddenFill xmlns:a14="http://schemas.microsoft.com/office/drawing/2010/main">
                  <a:noFill/>
                </a14:hiddenFill>
              </a:ext>
            </a:extLst>
          </p:spPr>
          <p:txBody>
            <a:bodyPr/>
            <a:lstStyle/>
            <a:p>
              <a:endParaRPr lang="zh-CN" altLang="en-US"/>
            </a:p>
          </p:txBody>
        </p:sp>
        <p:sp>
          <p:nvSpPr>
            <p:cNvPr id="87064" name="Line 23">
              <a:extLst>
                <a:ext uri="{FF2B5EF4-FFF2-40B4-BE49-F238E27FC236}">
                  <a16:creationId xmlns:a16="http://schemas.microsoft.com/office/drawing/2014/main" id="{4A429259-B36C-495E-8AAF-6DFE8D4F2F86}"/>
                </a:ext>
              </a:extLst>
            </p:cNvPr>
            <p:cNvSpPr>
              <a:spLocks noChangeShapeType="1"/>
            </p:cNvSpPr>
            <p:nvPr/>
          </p:nvSpPr>
          <p:spPr bwMode="auto">
            <a:xfrm flipH="1">
              <a:off x="3899" y="3379"/>
              <a:ext cx="616"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065" name="Line 24">
              <a:extLst>
                <a:ext uri="{FF2B5EF4-FFF2-40B4-BE49-F238E27FC236}">
                  <a16:creationId xmlns:a16="http://schemas.microsoft.com/office/drawing/2014/main" id="{7BCDEAE2-585F-4CFB-887B-EAAADEFD04C1}"/>
                </a:ext>
              </a:extLst>
            </p:cNvPr>
            <p:cNvSpPr>
              <a:spLocks noChangeShapeType="1"/>
            </p:cNvSpPr>
            <p:nvPr/>
          </p:nvSpPr>
          <p:spPr bwMode="auto">
            <a:xfrm>
              <a:off x="4515" y="3389"/>
              <a:ext cx="0" cy="691"/>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066" name="Text Box 25">
              <a:extLst>
                <a:ext uri="{FF2B5EF4-FFF2-40B4-BE49-F238E27FC236}">
                  <a16:creationId xmlns:a16="http://schemas.microsoft.com/office/drawing/2014/main" id="{A12ED2C2-D0A5-4811-84D5-9292F53B8AC1}"/>
                </a:ext>
              </a:extLst>
            </p:cNvPr>
            <p:cNvSpPr txBox="1">
              <a:spLocks noChangeArrowheads="1"/>
            </p:cNvSpPr>
            <p:nvPr/>
          </p:nvSpPr>
          <p:spPr bwMode="auto">
            <a:xfrm>
              <a:off x="3888" y="2976"/>
              <a:ext cx="459"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i="1"/>
                <a:t>g</a:t>
              </a:r>
              <a:r>
                <a:rPr lang="en-US" altLang="zh-CN"/>
                <a:t>(</a:t>
              </a:r>
              <a:r>
                <a:rPr lang="en-US" altLang="zh-CN" i="1"/>
                <a:t>y</a:t>
              </a:r>
              <a:r>
                <a:rPr lang="en-US" altLang="zh-CN"/>
                <a:t>)</a:t>
              </a:r>
            </a:p>
          </p:txBody>
        </p:sp>
        <p:sp>
          <p:nvSpPr>
            <p:cNvPr id="87067" name="Text Box 26">
              <a:extLst>
                <a:ext uri="{FF2B5EF4-FFF2-40B4-BE49-F238E27FC236}">
                  <a16:creationId xmlns:a16="http://schemas.microsoft.com/office/drawing/2014/main" id="{136297B8-D7A0-463D-8004-A3FD6A3935FB}"/>
                </a:ext>
              </a:extLst>
            </p:cNvPr>
            <p:cNvSpPr txBox="1">
              <a:spLocks noChangeArrowheads="1"/>
            </p:cNvSpPr>
            <p:nvPr/>
          </p:nvSpPr>
          <p:spPr bwMode="auto">
            <a:xfrm>
              <a:off x="3600" y="3275"/>
              <a:ext cx="325"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i="1"/>
                <a:t>g</a:t>
              </a:r>
              <a:r>
                <a:rPr lang="en-US" altLang="zh-CN" i="1" baseline="-25000"/>
                <a:t>m</a:t>
              </a:r>
            </a:p>
          </p:txBody>
        </p:sp>
        <p:sp>
          <p:nvSpPr>
            <p:cNvPr id="87068" name="Text Box 27">
              <a:extLst>
                <a:ext uri="{FF2B5EF4-FFF2-40B4-BE49-F238E27FC236}">
                  <a16:creationId xmlns:a16="http://schemas.microsoft.com/office/drawing/2014/main" id="{F882DC8D-ADA0-4B86-891D-3AA283AB98C6}"/>
                </a:ext>
              </a:extLst>
            </p:cNvPr>
            <p:cNvSpPr txBox="1">
              <a:spLocks noChangeArrowheads="1"/>
            </p:cNvSpPr>
            <p:nvPr/>
          </p:nvSpPr>
          <p:spPr bwMode="auto">
            <a:xfrm>
              <a:off x="4381" y="3984"/>
              <a:ext cx="3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i="1"/>
                <a:t>y</a:t>
              </a:r>
              <a:r>
                <a:rPr lang="en-US" altLang="zh-CN" baseline="-25000"/>
                <a:t>0</a:t>
              </a:r>
            </a:p>
          </p:txBody>
        </p:sp>
        <p:sp>
          <p:nvSpPr>
            <p:cNvPr id="87069" name="Text Box 28">
              <a:extLst>
                <a:ext uri="{FF2B5EF4-FFF2-40B4-BE49-F238E27FC236}">
                  <a16:creationId xmlns:a16="http://schemas.microsoft.com/office/drawing/2014/main" id="{67FBECC7-50F0-42D4-AE99-15914E69E75C}"/>
                </a:ext>
              </a:extLst>
            </p:cNvPr>
            <p:cNvSpPr txBox="1">
              <a:spLocks noChangeArrowheads="1"/>
            </p:cNvSpPr>
            <p:nvPr/>
          </p:nvSpPr>
          <p:spPr bwMode="auto">
            <a:xfrm>
              <a:off x="5280" y="4023"/>
              <a:ext cx="336" cy="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i="1"/>
                <a:t>y</a:t>
              </a:r>
            </a:p>
          </p:txBody>
        </p:sp>
        <p:sp>
          <p:nvSpPr>
            <p:cNvPr id="87070" name="Text Box 29">
              <a:extLst>
                <a:ext uri="{FF2B5EF4-FFF2-40B4-BE49-F238E27FC236}">
                  <a16:creationId xmlns:a16="http://schemas.microsoft.com/office/drawing/2014/main" id="{43755B30-4AA8-4558-82F8-6E228FB3289F}"/>
                </a:ext>
              </a:extLst>
            </p:cNvPr>
            <p:cNvSpPr txBox="1">
              <a:spLocks noChangeArrowheads="1"/>
            </p:cNvSpPr>
            <p:nvPr/>
          </p:nvSpPr>
          <p:spPr bwMode="auto">
            <a:xfrm>
              <a:off x="3744" y="4032"/>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2000" i="1"/>
                <a:t>O</a:t>
              </a:r>
            </a:p>
          </p:txBody>
        </p:sp>
      </p:grpSp>
      <p:graphicFrame>
        <p:nvGraphicFramePr>
          <p:cNvPr id="100382" name="Object 30">
            <a:extLst>
              <a:ext uri="{FF2B5EF4-FFF2-40B4-BE49-F238E27FC236}">
                <a16:creationId xmlns:a16="http://schemas.microsoft.com/office/drawing/2014/main" id="{99EB4875-4FFC-4FC2-B9B0-E97CB982A6F4}"/>
              </a:ext>
            </a:extLst>
          </p:cNvPr>
          <p:cNvGraphicFramePr>
            <a:graphicFrameLocks noChangeAspect="1"/>
          </p:cNvGraphicFramePr>
          <p:nvPr/>
        </p:nvGraphicFramePr>
        <p:xfrm>
          <a:off x="93663" y="4935538"/>
          <a:ext cx="5630862" cy="550862"/>
        </p:xfrm>
        <a:graphic>
          <a:graphicData uri="http://schemas.openxmlformats.org/presentationml/2006/ole">
            <mc:AlternateContent xmlns:mc="http://schemas.openxmlformats.org/markup-compatibility/2006">
              <mc:Choice xmlns:v="urn:schemas-microsoft-com:vml" Requires="v">
                <p:oleObj spid="_x0000_s87113" name="Equation" r:id="rId4" imgW="2413000" imgH="228600" progId="Equation.3">
                  <p:embed/>
                </p:oleObj>
              </mc:Choice>
              <mc:Fallback>
                <p:oleObj name="Equation" r:id="rId4" imgW="2413000" imgH="228600" progId="Equation.3">
                  <p:embed/>
                  <p:pic>
                    <p:nvPicPr>
                      <p:cNvPr id="0" name="Object 3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3663" y="4935538"/>
                        <a:ext cx="5630862" cy="55086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0383" name="Object 31">
            <a:extLst>
              <a:ext uri="{FF2B5EF4-FFF2-40B4-BE49-F238E27FC236}">
                <a16:creationId xmlns:a16="http://schemas.microsoft.com/office/drawing/2014/main" id="{A4FF77C0-6059-4ED3-A627-2B892B573879}"/>
              </a:ext>
            </a:extLst>
          </p:cNvPr>
          <p:cNvGraphicFramePr>
            <a:graphicFrameLocks noChangeAspect="1"/>
          </p:cNvGraphicFramePr>
          <p:nvPr/>
        </p:nvGraphicFramePr>
        <p:xfrm>
          <a:off x="152400" y="4173538"/>
          <a:ext cx="2449513" cy="511175"/>
        </p:xfrm>
        <a:graphic>
          <a:graphicData uri="http://schemas.openxmlformats.org/presentationml/2006/ole">
            <mc:AlternateContent xmlns:mc="http://schemas.openxmlformats.org/markup-compatibility/2006">
              <mc:Choice xmlns:v="urn:schemas-microsoft-com:vml" Requires="v">
                <p:oleObj spid="_x0000_s87114" name="Equation" r:id="rId6" imgW="1079032" imgH="203112" progId="Equation.3">
                  <p:embed/>
                </p:oleObj>
              </mc:Choice>
              <mc:Fallback>
                <p:oleObj name="Equation" r:id="rId6" imgW="1079032" imgH="203112" progId="Equation.3">
                  <p:embed/>
                  <p:pic>
                    <p:nvPicPr>
                      <p:cNvPr id="0" name="Object 3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2400" y="4173538"/>
                        <a:ext cx="2449513" cy="511175"/>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0385" name="Object 33">
            <a:extLst>
              <a:ext uri="{FF2B5EF4-FFF2-40B4-BE49-F238E27FC236}">
                <a16:creationId xmlns:a16="http://schemas.microsoft.com/office/drawing/2014/main" id="{5948F1F7-96C1-400A-94B4-2DDF03270F6D}"/>
              </a:ext>
            </a:extLst>
          </p:cNvPr>
          <p:cNvGraphicFramePr>
            <a:graphicFrameLocks noChangeAspect="1"/>
          </p:cNvGraphicFramePr>
          <p:nvPr/>
        </p:nvGraphicFramePr>
        <p:xfrm>
          <a:off x="1971675" y="2649538"/>
          <a:ext cx="2743200" cy="550862"/>
        </p:xfrm>
        <a:graphic>
          <a:graphicData uri="http://schemas.openxmlformats.org/presentationml/2006/ole">
            <mc:AlternateContent xmlns:mc="http://schemas.openxmlformats.org/markup-compatibility/2006">
              <mc:Choice xmlns:v="urn:schemas-microsoft-com:vml" Requires="v">
                <p:oleObj spid="_x0000_s87115" name="Equation" r:id="rId8" imgW="901309" imgH="203112" progId="Equation.3">
                  <p:embed/>
                </p:oleObj>
              </mc:Choice>
              <mc:Fallback>
                <p:oleObj name="Equation" r:id="rId8" imgW="901309" imgH="203112" progId="Equation.3">
                  <p:embed/>
                  <p:pic>
                    <p:nvPicPr>
                      <p:cNvPr id="0" name="Object 3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71675" y="2649538"/>
                        <a:ext cx="2743200" cy="550862"/>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0389" name="Object 37">
            <a:extLst>
              <a:ext uri="{FF2B5EF4-FFF2-40B4-BE49-F238E27FC236}">
                <a16:creationId xmlns:a16="http://schemas.microsoft.com/office/drawing/2014/main" id="{D5593D7F-0EBA-4B1A-9236-9A1B60D51331}"/>
              </a:ext>
            </a:extLst>
          </p:cNvPr>
          <p:cNvGraphicFramePr>
            <a:graphicFrameLocks noChangeAspect="1"/>
          </p:cNvGraphicFramePr>
          <p:nvPr/>
        </p:nvGraphicFramePr>
        <p:xfrm>
          <a:off x="327025" y="1066800"/>
          <a:ext cx="4373563" cy="622300"/>
        </p:xfrm>
        <a:graphic>
          <a:graphicData uri="http://schemas.openxmlformats.org/presentationml/2006/ole">
            <mc:AlternateContent xmlns:mc="http://schemas.openxmlformats.org/markup-compatibility/2006">
              <mc:Choice xmlns:v="urn:schemas-microsoft-com:vml" Requires="v">
                <p:oleObj spid="_x0000_s87116" name="Equation" r:id="rId10" imgW="1219200" imgH="228600" progId="Equation.DSMT4">
                  <p:embed/>
                </p:oleObj>
              </mc:Choice>
              <mc:Fallback>
                <p:oleObj name="Equation" r:id="rId10" imgW="1219200" imgH="228600" progId="Equation.DSMT4">
                  <p:embed/>
                  <p:pic>
                    <p:nvPicPr>
                      <p:cNvPr id="0" name="Object 3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27025" y="1066800"/>
                        <a:ext cx="4373563" cy="622300"/>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0390" name="Text Box 38">
            <a:extLst>
              <a:ext uri="{FF2B5EF4-FFF2-40B4-BE49-F238E27FC236}">
                <a16:creationId xmlns:a16="http://schemas.microsoft.com/office/drawing/2014/main" id="{A6F508D5-FBD1-42AC-90B6-C7FC5A6E69BD}"/>
              </a:ext>
            </a:extLst>
          </p:cNvPr>
          <p:cNvSpPr txBox="1">
            <a:spLocks noChangeArrowheads="1"/>
          </p:cNvSpPr>
          <p:nvPr/>
        </p:nvSpPr>
        <p:spPr bwMode="auto">
          <a:xfrm>
            <a:off x="76200" y="3425825"/>
            <a:ext cx="5029200" cy="519113"/>
          </a:xfrm>
          <a:prstGeom prst="rect">
            <a:avLst/>
          </a:prstGeom>
          <a:solidFill>
            <a:srgbClr val="66FF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ea typeface="楷体_GB2312" pitchFamily="49" charset="-122"/>
              </a:rPr>
              <a:t>在相平面上讨论相轨线的图形</a:t>
            </a:r>
          </a:p>
        </p:txBody>
      </p:sp>
      <p:grpSp>
        <p:nvGrpSpPr>
          <p:cNvPr id="87076" name="Group 40">
            <a:extLst>
              <a:ext uri="{FF2B5EF4-FFF2-40B4-BE49-F238E27FC236}">
                <a16:creationId xmlns:a16="http://schemas.microsoft.com/office/drawing/2014/main" id="{BB9A07C5-F01C-4220-9699-FDE5B960867F}"/>
              </a:ext>
            </a:extLst>
          </p:cNvPr>
          <p:cNvGrpSpPr>
            <a:grpSpLocks/>
          </p:cNvGrpSpPr>
          <p:nvPr/>
        </p:nvGrpSpPr>
        <p:grpSpPr bwMode="auto">
          <a:xfrm>
            <a:off x="304800" y="381000"/>
            <a:ext cx="6248400" cy="609600"/>
            <a:chOff x="384" y="144"/>
            <a:chExt cx="3936" cy="384"/>
          </a:xfrm>
        </p:grpSpPr>
        <p:sp>
          <p:nvSpPr>
            <p:cNvPr id="87077" name="Text Box 41">
              <a:extLst>
                <a:ext uri="{FF2B5EF4-FFF2-40B4-BE49-F238E27FC236}">
                  <a16:creationId xmlns:a16="http://schemas.microsoft.com/office/drawing/2014/main" id="{92BAA387-2B1A-4AE6-A1CE-24A6F4CCA765}"/>
                </a:ext>
              </a:extLst>
            </p:cNvPr>
            <p:cNvSpPr txBox="1">
              <a:spLocks noChangeArrowheads="1"/>
            </p:cNvSpPr>
            <p:nvPr/>
          </p:nvSpPr>
          <p:spPr bwMode="auto">
            <a:xfrm>
              <a:off x="384" y="144"/>
              <a:ext cx="3936" cy="327"/>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ea typeface="楷体_GB2312" pitchFamily="49" charset="-122"/>
                </a:rPr>
                <a:t>用相轨线分析                          点稳定性</a:t>
              </a:r>
            </a:p>
          </p:txBody>
        </p:sp>
        <p:graphicFrame>
          <p:nvGraphicFramePr>
            <p:cNvPr id="87078" name="Object 42">
              <a:extLst>
                <a:ext uri="{FF2B5EF4-FFF2-40B4-BE49-F238E27FC236}">
                  <a16:creationId xmlns:a16="http://schemas.microsoft.com/office/drawing/2014/main" id="{900982C6-E371-49A5-BDA3-99394EF94059}"/>
                </a:ext>
              </a:extLst>
            </p:cNvPr>
            <p:cNvGraphicFramePr>
              <a:graphicFrameLocks noChangeAspect="1"/>
            </p:cNvGraphicFramePr>
            <p:nvPr/>
          </p:nvGraphicFramePr>
          <p:xfrm>
            <a:off x="1824" y="177"/>
            <a:ext cx="1391" cy="351"/>
          </p:xfrm>
          <a:graphic>
            <a:graphicData uri="http://schemas.openxmlformats.org/presentationml/2006/ole">
              <mc:AlternateContent xmlns:mc="http://schemas.openxmlformats.org/markup-compatibility/2006">
                <mc:Choice xmlns:v="urn:schemas-microsoft-com:vml" Requires="v">
                  <p:oleObj spid="_x0000_s87117" name="公式" r:id="rId12" imgW="990170" imgH="241195" progId="Equation.3">
                    <p:embed/>
                  </p:oleObj>
                </mc:Choice>
                <mc:Fallback>
                  <p:oleObj name="公式" r:id="rId12" imgW="990170" imgH="241195" progId="Equation.3">
                    <p:embed/>
                    <p:pic>
                      <p:nvPicPr>
                        <p:cNvPr id="0" name="Object 4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824" y="177"/>
                          <a:ext cx="1391" cy="351"/>
                        </a:xfrm>
                        <a:prstGeom prst="rect">
                          <a:avLst/>
                        </a:prstGeom>
                        <a:solidFill>
                          <a:srgbClr val="FF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00396" name="Text Box 44">
            <a:extLst>
              <a:ext uri="{FF2B5EF4-FFF2-40B4-BE49-F238E27FC236}">
                <a16:creationId xmlns:a16="http://schemas.microsoft.com/office/drawing/2014/main" id="{E06A0AB0-FF8E-4225-B559-322D045A33FC}"/>
              </a:ext>
            </a:extLst>
          </p:cNvPr>
          <p:cNvSpPr txBox="1">
            <a:spLocks noChangeArrowheads="1"/>
          </p:cNvSpPr>
          <p:nvPr/>
        </p:nvSpPr>
        <p:spPr bwMode="auto">
          <a:xfrm>
            <a:off x="457200" y="2649538"/>
            <a:ext cx="1371600" cy="519112"/>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相轨线</a:t>
            </a:r>
            <a:endParaRPr lang="zh-CN" altLang="en-US" sz="2800" b="1" i="1">
              <a:ea typeface="楷体_GB2312" pitchFamily="49" charset="-122"/>
            </a:endParaRPr>
          </a:p>
        </p:txBody>
      </p:sp>
      <p:grpSp>
        <p:nvGrpSpPr>
          <p:cNvPr id="6" name="Group 49">
            <a:extLst>
              <a:ext uri="{FF2B5EF4-FFF2-40B4-BE49-F238E27FC236}">
                <a16:creationId xmlns:a16="http://schemas.microsoft.com/office/drawing/2014/main" id="{8609B9EE-D912-4C4F-A6F1-D2E53CDAFC5F}"/>
              </a:ext>
            </a:extLst>
          </p:cNvPr>
          <p:cNvGrpSpPr>
            <a:grpSpLocks/>
          </p:cNvGrpSpPr>
          <p:nvPr/>
        </p:nvGrpSpPr>
        <p:grpSpPr bwMode="auto">
          <a:xfrm>
            <a:off x="762000" y="1752600"/>
            <a:ext cx="1062038" cy="762000"/>
            <a:chOff x="576" y="960"/>
            <a:chExt cx="669" cy="480"/>
          </a:xfrm>
        </p:grpSpPr>
        <p:sp>
          <p:nvSpPr>
            <p:cNvPr id="87081" name="AutoShape 45">
              <a:extLst>
                <a:ext uri="{FF2B5EF4-FFF2-40B4-BE49-F238E27FC236}">
                  <a16:creationId xmlns:a16="http://schemas.microsoft.com/office/drawing/2014/main" id="{F2BE0697-AA0B-4039-ACCC-988F65BEE2F7}"/>
                </a:ext>
              </a:extLst>
            </p:cNvPr>
            <p:cNvSpPr>
              <a:spLocks noChangeArrowheads="1"/>
            </p:cNvSpPr>
            <p:nvPr/>
          </p:nvSpPr>
          <p:spPr bwMode="auto">
            <a:xfrm>
              <a:off x="720" y="960"/>
              <a:ext cx="306" cy="96"/>
            </a:xfrm>
            <a:prstGeom prst="downArrow">
              <a:avLst>
                <a:gd name="adj1" fmla="val 50000"/>
                <a:gd name="adj2" fmla="val 25000"/>
              </a:avLst>
            </a:prstGeom>
            <a:solidFill>
              <a:srgbClr val="66FFFF"/>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87082" name="Object 47">
              <a:extLst>
                <a:ext uri="{FF2B5EF4-FFF2-40B4-BE49-F238E27FC236}">
                  <a16:creationId xmlns:a16="http://schemas.microsoft.com/office/drawing/2014/main" id="{F329967D-CB6F-4F82-A9EE-64A75B6E0BF1}"/>
                </a:ext>
              </a:extLst>
            </p:cNvPr>
            <p:cNvGraphicFramePr>
              <a:graphicFrameLocks noChangeAspect="1"/>
            </p:cNvGraphicFramePr>
            <p:nvPr/>
          </p:nvGraphicFramePr>
          <p:xfrm>
            <a:off x="576" y="1104"/>
            <a:ext cx="669" cy="336"/>
          </p:xfrm>
          <a:graphic>
            <a:graphicData uri="http://schemas.openxmlformats.org/presentationml/2006/ole">
              <mc:AlternateContent xmlns:mc="http://schemas.openxmlformats.org/markup-compatibility/2006">
                <mc:Choice xmlns:v="urn:schemas-microsoft-com:vml" Requires="v">
                  <p:oleObj spid="_x0000_s87118" name="Equation" r:id="rId14" imgW="380835" imgH="203112" progId="Equation.3">
                    <p:embed/>
                  </p:oleObj>
                </mc:Choice>
                <mc:Fallback>
                  <p:oleObj name="Equation" r:id="rId14" imgW="380835" imgH="203112" progId="Equation.3">
                    <p:embed/>
                    <p:pic>
                      <p:nvPicPr>
                        <p:cNvPr id="0" name="Object 4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76" y="1104"/>
                          <a:ext cx="669" cy="336"/>
                        </a:xfrm>
                        <a:prstGeom prst="rect">
                          <a:avLst/>
                        </a:prstGeom>
                        <a:solidFill>
                          <a:srgbClr val="66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7" name="Group 50">
            <a:extLst>
              <a:ext uri="{FF2B5EF4-FFF2-40B4-BE49-F238E27FC236}">
                <a16:creationId xmlns:a16="http://schemas.microsoft.com/office/drawing/2014/main" id="{54044CC5-0AF4-4D0E-9A82-963D22AD3271}"/>
              </a:ext>
            </a:extLst>
          </p:cNvPr>
          <p:cNvGrpSpPr>
            <a:grpSpLocks/>
          </p:cNvGrpSpPr>
          <p:nvPr/>
        </p:nvGrpSpPr>
        <p:grpSpPr bwMode="auto">
          <a:xfrm>
            <a:off x="2438400" y="1752600"/>
            <a:ext cx="955675" cy="762000"/>
            <a:chOff x="1632" y="960"/>
            <a:chExt cx="602" cy="480"/>
          </a:xfrm>
        </p:grpSpPr>
        <p:sp>
          <p:nvSpPr>
            <p:cNvPr id="87084" name="AutoShape 46">
              <a:extLst>
                <a:ext uri="{FF2B5EF4-FFF2-40B4-BE49-F238E27FC236}">
                  <a16:creationId xmlns:a16="http://schemas.microsoft.com/office/drawing/2014/main" id="{718B9609-FD7B-4940-BF72-28EC0429FE78}"/>
                </a:ext>
              </a:extLst>
            </p:cNvPr>
            <p:cNvSpPr>
              <a:spLocks noChangeArrowheads="1"/>
            </p:cNvSpPr>
            <p:nvPr/>
          </p:nvSpPr>
          <p:spPr bwMode="auto">
            <a:xfrm>
              <a:off x="1758" y="960"/>
              <a:ext cx="306" cy="96"/>
            </a:xfrm>
            <a:prstGeom prst="downArrow">
              <a:avLst>
                <a:gd name="adj1" fmla="val 50000"/>
                <a:gd name="adj2" fmla="val 25000"/>
              </a:avLst>
            </a:prstGeom>
            <a:solidFill>
              <a:srgbClr val="66FFFF"/>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87085" name="Object 48">
              <a:extLst>
                <a:ext uri="{FF2B5EF4-FFF2-40B4-BE49-F238E27FC236}">
                  <a16:creationId xmlns:a16="http://schemas.microsoft.com/office/drawing/2014/main" id="{32B8AC92-AB73-4551-80FF-91A1BF3D1D4E}"/>
                </a:ext>
              </a:extLst>
            </p:cNvPr>
            <p:cNvGraphicFramePr>
              <a:graphicFrameLocks noChangeAspect="1"/>
            </p:cNvGraphicFramePr>
            <p:nvPr/>
          </p:nvGraphicFramePr>
          <p:xfrm>
            <a:off x="1632" y="1104"/>
            <a:ext cx="602" cy="336"/>
          </p:xfrm>
          <a:graphic>
            <a:graphicData uri="http://schemas.openxmlformats.org/presentationml/2006/ole">
              <mc:AlternateContent xmlns:mc="http://schemas.openxmlformats.org/markup-compatibility/2006">
                <mc:Choice xmlns:v="urn:schemas-microsoft-com:vml" Requires="v">
                  <p:oleObj spid="_x0000_s87119" name="Equation" r:id="rId16" imgW="342751" imgH="203112" progId="Equation.3">
                    <p:embed/>
                  </p:oleObj>
                </mc:Choice>
                <mc:Fallback>
                  <p:oleObj name="Equation" r:id="rId16" imgW="342751" imgH="203112" progId="Equation.3">
                    <p:embed/>
                    <p:pic>
                      <p:nvPicPr>
                        <p:cNvPr id="0" name="Object 4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632" y="1104"/>
                          <a:ext cx="602" cy="336"/>
                        </a:xfrm>
                        <a:prstGeom prst="rect">
                          <a:avLst/>
                        </a:prstGeom>
                        <a:solidFill>
                          <a:srgbClr val="66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100403" name="Object 51">
            <a:extLst>
              <a:ext uri="{FF2B5EF4-FFF2-40B4-BE49-F238E27FC236}">
                <a16:creationId xmlns:a16="http://schemas.microsoft.com/office/drawing/2014/main" id="{7C6EA897-FC38-42CF-AC10-9F11458D1518}"/>
              </a:ext>
            </a:extLst>
          </p:cNvPr>
          <p:cNvGraphicFramePr>
            <a:graphicFrameLocks noChangeAspect="1"/>
          </p:cNvGraphicFramePr>
          <p:nvPr/>
        </p:nvGraphicFramePr>
        <p:xfrm>
          <a:off x="2667000" y="4173538"/>
          <a:ext cx="3025775" cy="574675"/>
        </p:xfrm>
        <a:graphic>
          <a:graphicData uri="http://schemas.openxmlformats.org/presentationml/2006/ole">
            <mc:AlternateContent xmlns:mc="http://schemas.openxmlformats.org/markup-compatibility/2006">
              <mc:Choice xmlns:v="urn:schemas-microsoft-com:vml" Requires="v">
                <p:oleObj spid="_x0000_s87120" name="Equation" r:id="rId18" imgW="1333500" imgH="228600" progId="Equation.3">
                  <p:embed/>
                </p:oleObj>
              </mc:Choice>
              <mc:Fallback>
                <p:oleObj name="Equation" r:id="rId18" imgW="1333500" imgH="228600" progId="Equation.3">
                  <p:embed/>
                  <p:pic>
                    <p:nvPicPr>
                      <p:cNvPr id="0" name="Object 51"/>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667000" y="4173538"/>
                        <a:ext cx="3025775" cy="574675"/>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8" name="Group 55">
            <a:extLst>
              <a:ext uri="{FF2B5EF4-FFF2-40B4-BE49-F238E27FC236}">
                <a16:creationId xmlns:a16="http://schemas.microsoft.com/office/drawing/2014/main" id="{A8E2CAE3-E979-4040-8B59-DD341378080F}"/>
              </a:ext>
            </a:extLst>
          </p:cNvPr>
          <p:cNvGrpSpPr>
            <a:grpSpLocks/>
          </p:cNvGrpSpPr>
          <p:nvPr/>
        </p:nvGrpSpPr>
        <p:grpSpPr bwMode="auto">
          <a:xfrm>
            <a:off x="304800" y="5835650"/>
            <a:ext cx="3886200" cy="565150"/>
            <a:chOff x="288" y="3456"/>
            <a:chExt cx="2448" cy="356"/>
          </a:xfrm>
        </p:grpSpPr>
        <p:graphicFrame>
          <p:nvGraphicFramePr>
            <p:cNvPr id="87088" name="Object 39">
              <a:extLst>
                <a:ext uri="{FF2B5EF4-FFF2-40B4-BE49-F238E27FC236}">
                  <a16:creationId xmlns:a16="http://schemas.microsoft.com/office/drawing/2014/main" id="{48C1AE6C-3792-44A0-AAA5-454FF973B5B9}"/>
                </a:ext>
              </a:extLst>
            </p:cNvPr>
            <p:cNvGraphicFramePr>
              <a:graphicFrameLocks noChangeAspect="1"/>
            </p:cNvGraphicFramePr>
            <p:nvPr/>
          </p:nvGraphicFramePr>
          <p:xfrm>
            <a:off x="288" y="3456"/>
            <a:ext cx="1104" cy="356"/>
          </p:xfrm>
          <a:graphic>
            <a:graphicData uri="http://schemas.openxmlformats.org/presentationml/2006/ole">
              <mc:AlternateContent xmlns:mc="http://schemas.openxmlformats.org/markup-compatibility/2006">
                <mc:Choice xmlns:v="urn:schemas-microsoft-com:vml" Requires="v">
                  <p:oleObj spid="_x0000_s87121" name="Equation" r:id="rId20" imgW="583947" imgH="228501" progId="Equation.3">
                    <p:embed/>
                  </p:oleObj>
                </mc:Choice>
                <mc:Fallback>
                  <p:oleObj name="Equation" r:id="rId20" imgW="583947" imgH="228501" progId="Equation.3">
                    <p:embed/>
                    <p:pic>
                      <p:nvPicPr>
                        <p:cNvPr id="0" name="Object 39"/>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88" y="3456"/>
                          <a:ext cx="1104" cy="356"/>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7089" name="Text Box 52">
              <a:extLst>
                <a:ext uri="{FF2B5EF4-FFF2-40B4-BE49-F238E27FC236}">
                  <a16:creationId xmlns:a16="http://schemas.microsoft.com/office/drawing/2014/main" id="{F8260699-F79F-4B27-8AD2-C0DE474AC1DA}"/>
                </a:ext>
              </a:extLst>
            </p:cNvPr>
            <p:cNvSpPr txBox="1">
              <a:spLocks noChangeArrowheads="1"/>
            </p:cNvSpPr>
            <p:nvPr/>
          </p:nvSpPr>
          <p:spPr bwMode="auto">
            <a:xfrm>
              <a:off x="1392" y="3465"/>
              <a:ext cx="134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时无相轨线</a:t>
              </a:r>
            </a:p>
          </p:txBody>
        </p:sp>
      </p:grpSp>
      <p:grpSp>
        <p:nvGrpSpPr>
          <p:cNvPr id="9" name="Group 56">
            <a:extLst>
              <a:ext uri="{FF2B5EF4-FFF2-40B4-BE49-F238E27FC236}">
                <a16:creationId xmlns:a16="http://schemas.microsoft.com/office/drawing/2014/main" id="{18306038-8FE8-4955-922F-ED61078AF18A}"/>
              </a:ext>
            </a:extLst>
          </p:cNvPr>
          <p:cNvGrpSpPr>
            <a:grpSpLocks/>
          </p:cNvGrpSpPr>
          <p:nvPr/>
        </p:nvGrpSpPr>
        <p:grpSpPr bwMode="auto">
          <a:xfrm>
            <a:off x="4495800" y="5835650"/>
            <a:ext cx="2951163" cy="533400"/>
            <a:chOff x="2928" y="3504"/>
            <a:chExt cx="1859" cy="336"/>
          </a:xfrm>
        </p:grpSpPr>
        <p:sp>
          <p:nvSpPr>
            <p:cNvPr id="87091" name="Text Box 53">
              <a:extLst>
                <a:ext uri="{FF2B5EF4-FFF2-40B4-BE49-F238E27FC236}">
                  <a16:creationId xmlns:a16="http://schemas.microsoft.com/office/drawing/2014/main" id="{C3F43852-D0EF-4AA4-8572-0AF1FD2A6BB4}"/>
                </a:ext>
              </a:extLst>
            </p:cNvPr>
            <p:cNvSpPr txBox="1">
              <a:spLocks noChangeArrowheads="1"/>
            </p:cNvSpPr>
            <p:nvPr/>
          </p:nvSpPr>
          <p:spPr bwMode="auto">
            <a:xfrm>
              <a:off x="2928" y="3504"/>
              <a:ext cx="864" cy="327"/>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以下设</a:t>
              </a:r>
            </a:p>
          </p:txBody>
        </p:sp>
        <p:graphicFrame>
          <p:nvGraphicFramePr>
            <p:cNvPr id="87092" name="Object 54">
              <a:extLst>
                <a:ext uri="{FF2B5EF4-FFF2-40B4-BE49-F238E27FC236}">
                  <a16:creationId xmlns:a16="http://schemas.microsoft.com/office/drawing/2014/main" id="{B6D1F608-EC5E-401A-A3C2-5A672284E185}"/>
                </a:ext>
              </a:extLst>
            </p:cNvPr>
            <p:cNvGraphicFramePr>
              <a:graphicFrameLocks noChangeAspect="1"/>
            </p:cNvGraphicFramePr>
            <p:nvPr/>
          </p:nvGraphicFramePr>
          <p:xfrm>
            <a:off x="3744" y="3504"/>
            <a:ext cx="1043" cy="336"/>
          </p:xfrm>
          <a:graphic>
            <a:graphicData uri="http://schemas.openxmlformats.org/presentationml/2006/ole">
              <mc:AlternateContent xmlns:mc="http://schemas.openxmlformats.org/markup-compatibility/2006">
                <mc:Choice xmlns:v="urn:schemas-microsoft-com:vml" Requires="v">
                  <p:oleObj spid="_x0000_s87122" name="Equation" r:id="rId22" imgW="583947" imgH="228501" progId="Equation.3">
                    <p:embed/>
                  </p:oleObj>
                </mc:Choice>
                <mc:Fallback>
                  <p:oleObj name="Equation" r:id="rId22" imgW="583947" imgH="228501" progId="Equation.3">
                    <p:embed/>
                    <p:pic>
                      <p:nvPicPr>
                        <p:cNvPr id="0" name="Object 54"/>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744" y="3504"/>
                          <a:ext cx="1043" cy="336"/>
                        </a:xfrm>
                        <a:prstGeom prst="rect">
                          <a:avLst/>
                        </a:prstGeom>
                        <a:solidFill>
                          <a:srgbClr val="FF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ransition>
    <p:blind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42" fill="hold" nodeType="clickEffect">
                                  <p:stCondLst>
                                    <p:cond delay="0"/>
                                  </p:stCondLst>
                                  <p:childTnLst>
                                    <p:set>
                                      <p:cBhvr>
                                        <p:cTn id="6" dur="1" fill="hold">
                                          <p:stCondLst>
                                            <p:cond delay="0"/>
                                          </p:stCondLst>
                                        </p:cTn>
                                        <p:tgtEl>
                                          <p:spTgt spid="100389"/>
                                        </p:tgtEl>
                                        <p:attrNameLst>
                                          <p:attrName>style.visibility</p:attrName>
                                        </p:attrNameLst>
                                      </p:cBhvr>
                                      <p:to>
                                        <p:strVal val="visible"/>
                                      </p:to>
                                    </p:set>
                                    <p:animEffect transition="in" filter="barn(outHorizontal)">
                                      <p:cBhvr>
                                        <p:cTn id="7" dur="1000"/>
                                        <p:tgtEl>
                                          <p:spTgt spid="100389"/>
                                        </p:tgtEl>
                                      </p:cBhvr>
                                    </p:animEffect>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23" presetClass="entr" presetSubtype="16"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1000" fill="hold"/>
                                        <p:tgtEl>
                                          <p:spTgt spid="6"/>
                                        </p:tgtEl>
                                        <p:attrNameLst>
                                          <p:attrName>ppt_w</p:attrName>
                                        </p:attrNameLst>
                                      </p:cBhvr>
                                      <p:tavLst>
                                        <p:tav tm="0">
                                          <p:val>
                                            <p:fltVal val="0"/>
                                          </p:val>
                                        </p:tav>
                                        <p:tav tm="100000">
                                          <p:val>
                                            <p:strVal val="#ppt_w"/>
                                          </p:val>
                                        </p:tav>
                                      </p:tavLst>
                                    </p:anim>
                                    <p:anim calcmode="lin" valueType="num">
                                      <p:cBhvr>
                                        <p:cTn id="13" dur="1000" fill="hold"/>
                                        <p:tgtEl>
                                          <p:spTgt spid="6"/>
                                        </p:tgtEl>
                                        <p:attrNameLst>
                                          <p:attrName>ppt_h</p:attrName>
                                        </p:attrNameLst>
                                      </p:cBhvr>
                                      <p:tavLst>
                                        <p:tav tm="0">
                                          <p:val>
                                            <p:fltVal val="0"/>
                                          </p:val>
                                        </p:tav>
                                        <p:tav tm="100000">
                                          <p:val>
                                            <p:strVal val="#ppt_h"/>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3" presetClass="entr" presetSubtype="16"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p:cTn id="18" dur="1000" fill="hold"/>
                                        <p:tgtEl>
                                          <p:spTgt spid="7"/>
                                        </p:tgtEl>
                                        <p:attrNameLst>
                                          <p:attrName>ppt_w</p:attrName>
                                        </p:attrNameLst>
                                      </p:cBhvr>
                                      <p:tavLst>
                                        <p:tav tm="0">
                                          <p:val>
                                            <p:fltVal val="0"/>
                                          </p:val>
                                        </p:tav>
                                        <p:tav tm="100000">
                                          <p:val>
                                            <p:strVal val="#ppt_w"/>
                                          </p:val>
                                        </p:tav>
                                      </p:tavLst>
                                    </p:anim>
                                    <p:anim calcmode="lin" valueType="num">
                                      <p:cBhvr>
                                        <p:cTn id="19" dur="10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12" presetClass="entr" presetSubtype="8" fill="hold" grpId="0" nodeType="clickEffect">
                                  <p:stCondLst>
                                    <p:cond delay="0"/>
                                  </p:stCondLst>
                                  <p:childTnLst>
                                    <p:set>
                                      <p:cBhvr>
                                        <p:cTn id="23" dur="1" fill="hold">
                                          <p:stCondLst>
                                            <p:cond delay="0"/>
                                          </p:stCondLst>
                                        </p:cTn>
                                        <p:tgtEl>
                                          <p:spTgt spid="100396"/>
                                        </p:tgtEl>
                                        <p:attrNameLst>
                                          <p:attrName>style.visibility</p:attrName>
                                        </p:attrNameLst>
                                      </p:cBhvr>
                                      <p:to>
                                        <p:strVal val="visible"/>
                                      </p:to>
                                    </p:set>
                                    <p:animEffect transition="in" filter="slide(fromLeft)">
                                      <p:cBhvr>
                                        <p:cTn id="24" dur="1000"/>
                                        <p:tgtEl>
                                          <p:spTgt spid="100396"/>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16" presetClass="entr" presetSubtype="26" fill="hold" nodeType="clickEffect">
                                  <p:stCondLst>
                                    <p:cond delay="0"/>
                                  </p:stCondLst>
                                  <p:childTnLst>
                                    <p:set>
                                      <p:cBhvr>
                                        <p:cTn id="28" dur="1" fill="hold">
                                          <p:stCondLst>
                                            <p:cond delay="0"/>
                                          </p:stCondLst>
                                        </p:cTn>
                                        <p:tgtEl>
                                          <p:spTgt spid="100385"/>
                                        </p:tgtEl>
                                        <p:attrNameLst>
                                          <p:attrName>style.visibility</p:attrName>
                                        </p:attrNameLst>
                                      </p:cBhvr>
                                      <p:to>
                                        <p:strVal val="visible"/>
                                      </p:to>
                                    </p:set>
                                    <p:animEffect transition="in" filter="barn(inHorizontal)">
                                      <p:cBhvr>
                                        <p:cTn id="29" dur="1000"/>
                                        <p:tgtEl>
                                          <p:spTgt spid="100385"/>
                                        </p:tgtEl>
                                      </p:cBhvr>
                                    </p:animEffect>
                                  </p:childTnLst>
                                  <p:subTnLst>
                                    <p:audio>
                                      <p:cMediaNode>
                                        <p:cTn display="0" masterRel="sameClick">
                                          <p:stCondLst>
                                            <p:cond evt="begin" delay="0">
                                              <p:tn val="27"/>
                                            </p:cond>
                                          </p:stCondLst>
                                          <p:endCondLst>
                                            <p:cond evt="onStopAudio" delay="0">
                                              <p:tgtEl>
                                                <p:sldTgt/>
                                              </p:tgtEl>
                                            </p:cond>
                                          </p:endCondLst>
                                        </p:cTn>
                                        <p:tgtEl>
                                          <p:sndTgt r:embed="rId3" name="WHOOSH.WAV"/>
                                        </p:tgtEl>
                                      </p:cMediaNode>
                                    </p:audio>
                                  </p:subTnLst>
                                </p:cTn>
                              </p:par>
                            </p:childTnLst>
                          </p:cTn>
                        </p:par>
                      </p:childTnLst>
                    </p:cTn>
                  </p:par>
                  <p:par>
                    <p:cTn id="30" fill="hold" nodeType="clickPar">
                      <p:stCondLst>
                        <p:cond delay="indefinite"/>
                      </p:stCondLst>
                      <p:childTnLst>
                        <p:par>
                          <p:cTn id="31" fill="hold" nodeType="withGroup">
                            <p:stCondLst>
                              <p:cond delay="0"/>
                            </p:stCondLst>
                            <p:childTnLst>
                              <p:par>
                                <p:cTn id="32" presetID="16" presetClass="entr" presetSubtype="26" fill="hold" grpId="0" nodeType="clickEffect">
                                  <p:stCondLst>
                                    <p:cond delay="0"/>
                                  </p:stCondLst>
                                  <p:childTnLst>
                                    <p:set>
                                      <p:cBhvr>
                                        <p:cTn id="33" dur="1" fill="hold">
                                          <p:stCondLst>
                                            <p:cond delay="0"/>
                                          </p:stCondLst>
                                        </p:cTn>
                                        <p:tgtEl>
                                          <p:spTgt spid="100390"/>
                                        </p:tgtEl>
                                        <p:attrNameLst>
                                          <p:attrName>style.visibility</p:attrName>
                                        </p:attrNameLst>
                                      </p:cBhvr>
                                      <p:to>
                                        <p:strVal val="visible"/>
                                      </p:to>
                                    </p:set>
                                    <p:animEffect transition="in" filter="barn(inHorizontal)">
                                      <p:cBhvr>
                                        <p:cTn id="34" dur="1000"/>
                                        <p:tgtEl>
                                          <p:spTgt spid="100390"/>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5" presetClass="entr" presetSubtype="10" fill="hold" nodeType="clickEffect">
                                  <p:stCondLst>
                                    <p:cond delay="0"/>
                                  </p:stCondLst>
                                  <p:childTnLst>
                                    <p:set>
                                      <p:cBhvr>
                                        <p:cTn id="38" dur="1" fill="hold">
                                          <p:stCondLst>
                                            <p:cond delay="0"/>
                                          </p:stCondLst>
                                        </p:cTn>
                                        <p:tgtEl>
                                          <p:spTgt spid="100383"/>
                                        </p:tgtEl>
                                        <p:attrNameLst>
                                          <p:attrName>style.visibility</p:attrName>
                                        </p:attrNameLst>
                                      </p:cBhvr>
                                      <p:to>
                                        <p:strVal val="visible"/>
                                      </p:to>
                                    </p:set>
                                    <p:animEffect transition="in" filter="checkerboard(across)">
                                      <p:cBhvr>
                                        <p:cTn id="39" dur="1000"/>
                                        <p:tgtEl>
                                          <p:spTgt spid="100383"/>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9" presetClass="entr" presetSubtype="0" fill="hold" nodeType="clickEffect">
                                  <p:stCondLst>
                                    <p:cond delay="0"/>
                                  </p:stCondLst>
                                  <p:childTnLst>
                                    <p:set>
                                      <p:cBhvr>
                                        <p:cTn id="43" dur="1" fill="hold">
                                          <p:stCondLst>
                                            <p:cond delay="0"/>
                                          </p:stCondLst>
                                        </p:cTn>
                                        <p:tgtEl>
                                          <p:spTgt spid="3"/>
                                        </p:tgtEl>
                                        <p:attrNameLst>
                                          <p:attrName>style.visibility</p:attrName>
                                        </p:attrNameLst>
                                      </p:cBhvr>
                                      <p:to>
                                        <p:strVal val="visible"/>
                                      </p:to>
                                    </p:set>
                                    <p:animEffect transition="in" filter="dissolve">
                                      <p:cBhvr>
                                        <p:cTn id="44" dur="1000"/>
                                        <p:tgtEl>
                                          <p:spTgt spid="3"/>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3" presetClass="entr" presetSubtype="16" fill="hold" nodeType="clickEffect">
                                  <p:stCondLst>
                                    <p:cond delay="0"/>
                                  </p:stCondLst>
                                  <p:childTnLst>
                                    <p:set>
                                      <p:cBhvr>
                                        <p:cTn id="48" dur="1" fill="hold">
                                          <p:stCondLst>
                                            <p:cond delay="0"/>
                                          </p:stCondLst>
                                        </p:cTn>
                                        <p:tgtEl>
                                          <p:spTgt spid="2"/>
                                        </p:tgtEl>
                                        <p:attrNameLst>
                                          <p:attrName>style.visibility</p:attrName>
                                        </p:attrNameLst>
                                      </p:cBhvr>
                                      <p:to>
                                        <p:strVal val="visible"/>
                                      </p:to>
                                    </p:set>
                                    <p:anim calcmode="lin" valueType="num">
                                      <p:cBhvr>
                                        <p:cTn id="49" dur="1000" fill="hold"/>
                                        <p:tgtEl>
                                          <p:spTgt spid="2"/>
                                        </p:tgtEl>
                                        <p:attrNameLst>
                                          <p:attrName>ppt_w</p:attrName>
                                        </p:attrNameLst>
                                      </p:cBhvr>
                                      <p:tavLst>
                                        <p:tav tm="0">
                                          <p:val>
                                            <p:fltVal val="0"/>
                                          </p:val>
                                        </p:tav>
                                        <p:tav tm="100000">
                                          <p:val>
                                            <p:strVal val="#ppt_w"/>
                                          </p:val>
                                        </p:tav>
                                      </p:tavLst>
                                    </p:anim>
                                    <p:anim calcmode="lin" valueType="num">
                                      <p:cBhvr>
                                        <p:cTn id="50" dur="1000" fill="hold"/>
                                        <p:tgtEl>
                                          <p:spTgt spid="2"/>
                                        </p:tgtEl>
                                        <p:attrNameLst>
                                          <p:attrName>ppt_h</p:attrName>
                                        </p:attrNameLst>
                                      </p:cBhvr>
                                      <p:tavLst>
                                        <p:tav tm="0">
                                          <p:val>
                                            <p:fltVal val="0"/>
                                          </p:val>
                                        </p:tav>
                                        <p:tav tm="100000">
                                          <p:val>
                                            <p:strVal val="#ppt_h"/>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5" presetClass="entr" presetSubtype="10" fill="hold" nodeType="clickEffect">
                                  <p:stCondLst>
                                    <p:cond delay="0"/>
                                  </p:stCondLst>
                                  <p:childTnLst>
                                    <p:set>
                                      <p:cBhvr>
                                        <p:cTn id="54" dur="1" fill="hold">
                                          <p:stCondLst>
                                            <p:cond delay="0"/>
                                          </p:stCondLst>
                                        </p:cTn>
                                        <p:tgtEl>
                                          <p:spTgt spid="100403"/>
                                        </p:tgtEl>
                                        <p:attrNameLst>
                                          <p:attrName>style.visibility</p:attrName>
                                        </p:attrNameLst>
                                      </p:cBhvr>
                                      <p:to>
                                        <p:strVal val="visible"/>
                                      </p:to>
                                    </p:set>
                                    <p:animEffect transition="in" filter="checkerboard(across)">
                                      <p:cBhvr>
                                        <p:cTn id="55" dur="1000"/>
                                        <p:tgtEl>
                                          <p:spTgt spid="100403"/>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5" presetClass="entr" presetSubtype="5" fill="hold" nodeType="clickEffect">
                                  <p:stCondLst>
                                    <p:cond delay="0"/>
                                  </p:stCondLst>
                                  <p:childTnLst>
                                    <p:set>
                                      <p:cBhvr>
                                        <p:cTn id="59" dur="1" fill="hold">
                                          <p:stCondLst>
                                            <p:cond delay="0"/>
                                          </p:stCondLst>
                                        </p:cTn>
                                        <p:tgtEl>
                                          <p:spTgt spid="100382"/>
                                        </p:tgtEl>
                                        <p:attrNameLst>
                                          <p:attrName>style.visibility</p:attrName>
                                        </p:attrNameLst>
                                      </p:cBhvr>
                                      <p:to>
                                        <p:strVal val="visible"/>
                                      </p:to>
                                    </p:set>
                                    <p:animEffect transition="in" filter="checkerboard(down)">
                                      <p:cBhvr>
                                        <p:cTn id="60" dur="1000"/>
                                        <p:tgtEl>
                                          <p:spTgt spid="100382"/>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3" presetClass="entr" presetSubtype="10" fill="hold" nodeType="clickEffect">
                                  <p:stCondLst>
                                    <p:cond delay="0"/>
                                  </p:stCondLst>
                                  <p:childTnLst>
                                    <p:set>
                                      <p:cBhvr>
                                        <p:cTn id="64" dur="1" fill="hold">
                                          <p:stCondLst>
                                            <p:cond delay="0"/>
                                          </p:stCondLst>
                                        </p:cTn>
                                        <p:tgtEl>
                                          <p:spTgt spid="4"/>
                                        </p:tgtEl>
                                        <p:attrNameLst>
                                          <p:attrName>style.visibility</p:attrName>
                                        </p:attrNameLst>
                                      </p:cBhvr>
                                      <p:to>
                                        <p:strVal val="visible"/>
                                      </p:to>
                                    </p:set>
                                    <p:animEffect transition="in" filter="blinds(horizontal)">
                                      <p:cBhvr>
                                        <p:cTn id="65" dur="1000"/>
                                        <p:tgtEl>
                                          <p:spTgt spid="4"/>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3" presetClass="entr" presetSubtype="5" fill="hold" nodeType="clickEffect">
                                  <p:stCondLst>
                                    <p:cond delay="0"/>
                                  </p:stCondLst>
                                  <p:childTnLst>
                                    <p:set>
                                      <p:cBhvr>
                                        <p:cTn id="69" dur="1" fill="hold">
                                          <p:stCondLst>
                                            <p:cond delay="0"/>
                                          </p:stCondLst>
                                        </p:cTn>
                                        <p:tgtEl>
                                          <p:spTgt spid="8"/>
                                        </p:tgtEl>
                                        <p:attrNameLst>
                                          <p:attrName>style.visibility</p:attrName>
                                        </p:attrNameLst>
                                      </p:cBhvr>
                                      <p:to>
                                        <p:strVal val="visible"/>
                                      </p:to>
                                    </p:set>
                                    <p:animEffect transition="in" filter="blinds(vertical)">
                                      <p:cBhvr>
                                        <p:cTn id="70" dur="1000"/>
                                        <p:tgtEl>
                                          <p:spTgt spid="8"/>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3" presetClass="entr" presetSubtype="5" fill="hold" nodeType="clickEffect">
                                  <p:stCondLst>
                                    <p:cond delay="0"/>
                                  </p:stCondLst>
                                  <p:childTnLst>
                                    <p:set>
                                      <p:cBhvr>
                                        <p:cTn id="74" dur="1" fill="hold">
                                          <p:stCondLst>
                                            <p:cond delay="0"/>
                                          </p:stCondLst>
                                        </p:cTn>
                                        <p:tgtEl>
                                          <p:spTgt spid="9"/>
                                        </p:tgtEl>
                                        <p:attrNameLst>
                                          <p:attrName>style.visibility</p:attrName>
                                        </p:attrNameLst>
                                      </p:cBhvr>
                                      <p:to>
                                        <p:strVal val="visible"/>
                                      </p:to>
                                    </p:set>
                                    <p:animEffect transition="in" filter="blinds(vertical)">
                                      <p:cBhvr>
                                        <p:cTn id="75"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90" grpId="0" animBg="1" autoUpdateAnimBg="0"/>
      <p:bldP spid="100396" grpId="0" animBg="1" autoUpdateAnimBg="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61">
            <a:extLst>
              <a:ext uri="{FF2B5EF4-FFF2-40B4-BE49-F238E27FC236}">
                <a16:creationId xmlns:a16="http://schemas.microsoft.com/office/drawing/2014/main" id="{177E51FF-497B-4C2F-B9CC-D9F762254D1D}"/>
              </a:ext>
            </a:extLst>
          </p:cNvPr>
          <p:cNvGrpSpPr>
            <a:grpSpLocks/>
          </p:cNvGrpSpPr>
          <p:nvPr/>
        </p:nvGrpSpPr>
        <p:grpSpPr bwMode="auto">
          <a:xfrm>
            <a:off x="6781800" y="1038225"/>
            <a:ext cx="1524000" cy="1371600"/>
            <a:chOff x="1296" y="432"/>
            <a:chExt cx="960" cy="864"/>
          </a:xfrm>
        </p:grpSpPr>
        <p:sp>
          <p:nvSpPr>
            <p:cNvPr id="88067" name="Arc 3">
              <a:extLst>
                <a:ext uri="{FF2B5EF4-FFF2-40B4-BE49-F238E27FC236}">
                  <a16:creationId xmlns:a16="http://schemas.microsoft.com/office/drawing/2014/main" id="{F57B5545-DFAE-441C-8B52-475005506C6F}"/>
                </a:ext>
              </a:extLst>
            </p:cNvPr>
            <p:cNvSpPr>
              <a:spLocks/>
            </p:cNvSpPr>
            <p:nvPr/>
          </p:nvSpPr>
          <p:spPr bwMode="auto">
            <a:xfrm flipH="1">
              <a:off x="1296" y="432"/>
              <a:ext cx="489" cy="578"/>
            </a:xfrm>
            <a:custGeom>
              <a:avLst/>
              <a:gdLst>
                <a:gd name="T0" fmla="*/ 0 w 21600"/>
                <a:gd name="T1" fmla="*/ 0 h 21596"/>
                <a:gd name="T2" fmla="*/ 0 w 21600"/>
                <a:gd name="T3" fmla="*/ 0 h 21596"/>
                <a:gd name="T4" fmla="*/ 0 w 21600"/>
                <a:gd name="T5" fmla="*/ 0 h 21596"/>
                <a:gd name="T6" fmla="*/ 0 60000 65536"/>
                <a:gd name="T7" fmla="*/ 0 60000 65536"/>
                <a:gd name="T8" fmla="*/ 0 60000 65536"/>
                <a:gd name="T9" fmla="*/ 0 w 21600"/>
                <a:gd name="T10" fmla="*/ 0 h 21596"/>
                <a:gd name="T11" fmla="*/ 21600 w 21600"/>
                <a:gd name="T12" fmla="*/ 21596 h 21596"/>
              </a:gdLst>
              <a:ahLst/>
              <a:cxnLst>
                <a:cxn ang="T6">
                  <a:pos x="T0" y="T1"/>
                </a:cxn>
                <a:cxn ang="T7">
                  <a:pos x="T2" y="T3"/>
                </a:cxn>
                <a:cxn ang="T8">
                  <a:pos x="T4" y="T5"/>
                </a:cxn>
              </a:cxnLst>
              <a:rect l="T9" t="T10" r="T11" b="T12"/>
              <a:pathLst>
                <a:path w="21600" h="21596" fill="none" extrusionOk="0">
                  <a:moveTo>
                    <a:pt x="411" y="-1"/>
                  </a:moveTo>
                  <a:cubicBezTo>
                    <a:pt x="12178" y="223"/>
                    <a:pt x="21600" y="9826"/>
                    <a:pt x="21600" y="21596"/>
                  </a:cubicBezTo>
                </a:path>
                <a:path w="21600" h="21596" stroke="0" extrusionOk="0">
                  <a:moveTo>
                    <a:pt x="411" y="-1"/>
                  </a:moveTo>
                  <a:cubicBezTo>
                    <a:pt x="12178" y="223"/>
                    <a:pt x="21600" y="9826"/>
                    <a:pt x="21600" y="21596"/>
                  </a:cubicBezTo>
                  <a:lnTo>
                    <a:pt x="0" y="21596"/>
                  </a:lnTo>
                  <a:lnTo>
                    <a:pt x="411" y="-1"/>
                  </a:lnTo>
                  <a:close/>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8068" name="Arc 4">
              <a:extLst>
                <a:ext uri="{FF2B5EF4-FFF2-40B4-BE49-F238E27FC236}">
                  <a16:creationId xmlns:a16="http://schemas.microsoft.com/office/drawing/2014/main" id="{7F3AF881-8E3A-4FF3-8C35-967B1B817914}"/>
                </a:ext>
              </a:extLst>
            </p:cNvPr>
            <p:cNvSpPr>
              <a:spLocks/>
            </p:cNvSpPr>
            <p:nvPr/>
          </p:nvSpPr>
          <p:spPr bwMode="auto">
            <a:xfrm flipH="1" flipV="1">
              <a:off x="1296" y="1008"/>
              <a:ext cx="505" cy="27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8069" name="Arc 5">
              <a:extLst>
                <a:ext uri="{FF2B5EF4-FFF2-40B4-BE49-F238E27FC236}">
                  <a16:creationId xmlns:a16="http://schemas.microsoft.com/office/drawing/2014/main" id="{A5E1B50D-CAC8-4C97-A156-65F7257B0CF2}"/>
                </a:ext>
              </a:extLst>
            </p:cNvPr>
            <p:cNvSpPr>
              <a:spLocks/>
            </p:cNvSpPr>
            <p:nvPr/>
          </p:nvSpPr>
          <p:spPr bwMode="auto">
            <a:xfrm>
              <a:off x="1775" y="432"/>
              <a:ext cx="481" cy="59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8070" name="Arc 6">
              <a:extLst>
                <a:ext uri="{FF2B5EF4-FFF2-40B4-BE49-F238E27FC236}">
                  <a16:creationId xmlns:a16="http://schemas.microsoft.com/office/drawing/2014/main" id="{E01C6FD2-4A80-43AB-9F6B-7A37A377F788}"/>
                </a:ext>
              </a:extLst>
            </p:cNvPr>
            <p:cNvSpPr>
              <a:spLocks/>
            </p:cNvSpPr>
            <p:nvPr/>
          </p:nvSpPr>
          <p:spPr bwMode="auto">
            <a:xfrm flipV="1">
              <a:off x="1796" y="1018"/>
              <a:ext cx="460" cy="278"/>
            </a:xfrm>
            <a:custGeom>
              <a:avLst/>
              <a:gdLst>
                <a:gd name="T0" fmla="*/ 0 w 21600"/>
                <a:gd name="T1" fmla="*/ 0 h 23569"/>
                <a:gd name="T2" fmla="*/ 0 w 21600"/>
                <a:gd name="T3" fmla="*/ 0 h 23569"/>
                <a:gd name="T4" fmla="*/ 0 w 21600"/>
                <a:gd name="T5" fmla="*/ 0 h 23569"/>
                <a:gd name="T6" fmla="*/ 0 60000 65536"/>
                <a:gd name="T7" fmla="*/ 0 60000 65536"/>
                <a:gd name="T8" fmla="*/ 0 60000 65536"/>
                <a:gd name="T9" fmla="*/ 0 w 21600"/>
                <a:gd name="T10" fmla="*/ 0 h 23569"/>
                <a:gd name="T11" fmla="*/ 21600 w 21600"/>
                <a:gd name="T12" fmla="*/ 23569 h 23569"/>
              </a:gdLst>
              <a:ahLst/>
              <a:cxnLst>
                <a:cxn ang="T6">
                  <a:pos x="T0" y="T1"/>
                </a:cxn>
                <a:cxn ang="T7">
                  <a:pos x="T2" y="T3"/>
                </a:cxn>
                <a:cxn ang="T8">
                  <a:pos x="T4" y="T5"/>
                </a:cxn>
              </a:cxnLst>
              <a:rect l="T9" t="T10" r="T11" b="T12"/>
              <a:pathLst>
                <a:path w="21600" h="23569" fill="none" extrusionOk="0">
                  <a:moveTo>
                    <a:pt x="-1" y="0"/>
                  </a:moveTo>
                  <a:cubicBezTo>
                    <a:pt x="11929" y="0"/>
                    <a:pt x="21600" y="9670"/>
                    <a:pt x="21600" y="21600"/>
                  </a:cubicBezTo>
                  <a:cubicBezTo>
                    <a:pt x="21600" y="22257"/>
                    <a:pt x="21569" y="22914"/>
                    <a:pt x="21510" y="23569"/>
                  </a:cubicBezTo>
                </a:path>
                <a:path w="21600" h="23569" stroke="0" extrusionOk="0">
                  <a:moveTo>
                    <a:pt x="-1" y="0"/>
                  </a:moveTo>
                  <a:cubicBezTo>
                    <a:pt x="11929" y="0"/>
                    <a:pt x="21600" y="9670"/>
                    <a:pt x="21600" y="21600"/>
                  </a:cubicBezTo>
                  <a:cubicBezTo>
                    <a:pt x="21600" y="22257"/>
                    <a:pt x="21569" y="22914"/>
                    <a:pt x="21510" y="23569"/>
                  </a:cubicBezTo>
                  <a:lnTo>
                    <a:pt x="0" y="21600"/>
                  </a:lnTo>
                  <a:lnTo>
                    <a:pt x="-1" y="0"/>
                  </a:lnTo>
                  <a:close/>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3" name="Group 7">
            <a:extLst>
              <a:ext uri="{FF2B5EF4-FFF2-40B4-BE49-F238E27FC236}">
                <a16:creationId xmlns:a16="http://schemas.microsoft.com/office/drawing/2014/main" id="{E9167617-7181-40EB-B3D1-227828748CAD}"/>
              </a:ext>
            </a:extLst>
          </p:cNvPr>
          <p:cNvGrpSpPr>
            <a:grpSpLocks/>
          </p:cNvGrpSpPr>
          <p:nvPr/>
        </p:nvGrpSpPr>
        <p:grpSpPr bwMode="auto">
          <a:xfrm>
            <a:off x="6019800" y="809625"/>
            <a:ext cx="1524000" cy="2014538"/>
            <a:chOff x="3792" y="925"/>
            <a:chExt cx="960" cy="1269"/>
          </a:xfrm>
        </p:grpSpPr>
        <p:sp>
          <p:nvSpPr>
            <p:cNvPr id="88072" name="Line 8">
              <a:extLst>
                <a:ext uri="{FF2B5EF4-FFF2-40B4-BE49-F238E27FC236}">
                  <a16:creationId xmlns:a16="http://schemas.microsoft.com/office/drawing/2014/main" id="{2C791ADB-08AF-44C9-BED8-A48B3F5A3643}"/>
                </a:ext>
              </a:extLst>
            </p:cNvPr>
            <p:cNvSpPr>
              <a:spLocks noChangeShapeType="1"/>
            </p:cNvSpPr>
            <p:nvPr/>
          </p:nvSpPr>
          <p:spPr bwMode="auto">
            <a:xfrm>
              <a:off x="4416" y="1248"/>
              <a:ext cx="0" cy="776"/>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8073" name="Line 9">
              <a:extLst>
                <a:ext uri="{FF2B5EF4-FFF2-40B4-BE49-F238E27FC236}">
                  <a16:creationId xmlns:a16="http://schemas.microsoft.com/office/drawing/2014/main" id="{86BF2567-08B7-4737-8105-921D66A178CE}"/>
                </a:ext>
              </a:extLst>
            </p:cNvPr>
            <p:cNvSpPr>
              <a:spLocks noChangeShapeType="1"/>
            </p:cNvSpPr>
            <p:nvPr/>
          </p:nvSpPr>
          <p:spPr bwMode="auto">
            <a:xfrm flipH="1">
              <a:off x="4032" y="1248"/>
              <a:ext cx="389"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8074" name="Line 10">
              <a:extLst>
                <a:ext uri="{FF2B5EF4-FFF2-40B4-BE49-F238E27FC236}">
                  <a16:creationId xmlns:a16="http://schemas.microsoft.com/office/drawing/2014/main" id="{64C65495-D733-4F67-B668-5C7DD8A09871}"/>
                </a:ext>
              </a:extLst>
            </p:cNvPr>
            <p:cNvSpPr>
              <a:spLocks noChangeShapeType="1"/>
            </p:cNvSpPr>
            <p:nvPr/>
          </p:nvSpPr>
          <p:spPr bwMode="auto">
            <a:xfrm flipH="1">
              <a:off x="4032" y="1872"/>
              <a:ext cx="389"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8075" name="Text Box 11">
              <a:extLst>
                <a:ext uri="{FF2B5EF4-FFF2-40B4-BE49-F238E27FC236}">
                  <a16:creationId xmlns:a16="http://schemas.microsoft.com/office/drawing/2014/main" id="{69E039F9-4F87-4BB3-9CD2-D86200BE2425}"/>
                </a:ext>
              </a:extLst>
            </p:cNvPr>
            <p:cNvSpPr txBox="1">
              <a:spLocks noChangeArrowheads="1"/>
            </p:cNvSpPr>
            <p:nvPr/>
          </p:nvSpPr>
          <p:spPr bwMode="auto">
            <a:xfrm>
              <a:off x="3792" y="1056"/>
              <a:ext cx="306" cy="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i="1"/>
                <a:t>y</a:t>
              </a:r>
              <a:r>
                <a:rPr lang="en-US" altLang="zh-CN" baseline="-25000"/>
                <a:t>2</a:t>
              </a:r>
            </a:p>
          </p:txBody>
        </p:sp>
        <p:sp>
          <p:nvSpPr>
            <p:cNvPr id="88076" name="Text Box 12">
              <a:extLst>
                <a:ext uri="{FF2B5EF4-FFF2-40B4-BE49-F238E27FC236}">
                  <a16:creationId xmlns:a16="http://schemas.microsoft.com/office/drawing/2014/main" id="{2C3BC4D0-E29E-475C-88EE-607E87E84443}"/>
                </a:ext>
              </a:extLst>
            </p:cNvPr>
            <p:cNvSpPr txBox="1">
              <a:spLocks noChangeArrowheads="1"/>
            </p:cNvSpPr>
            <p:nvPr/>
          </p:nvSpPr>
          <p:spPr bwMode="auto">
            <a:xfrm>
              <a:off x="3792" y="1728"/>
              <a:ext cx="317"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i="1"/>
                <a:t>y</a:t>
              </a:r>
              <a:r>
                <a:rPr lang="en-US" altLang="zh-CN" baseline="-25000"/>
                <a:t>1</a:t>
              </a:r>
            </a:p>
          </p:txBody>
        </p:sp>
        <p:sp>
          <p:nvSpPr>
            <p:cNvPr id="88077" name="Text Box 13">
              <a:extLst>
                <a:ext uri="{FF2B5EF4-FFF2-40B4-BE49-F238E27FC236}">
                  <a16:creationId xmlns:a16="http://schemas.microsoft.com/office/drawing/2014/main" id="{E3E804E1-111B-4D29-8847-6804F3A6A2F7}"/>
                </a:ext>
              </a:extLst>
            </p:cNvPr>
            <p:cNvSpPr txBox="1">
              <a:spLocks noChangeArrowheads="1"/>
            </p:cNvSpPr>
            <p:nvPr/>
          </p:nvSpPr>
          <p:spPr bwMode="auto">
            <a:xfrm>
              <a:off x="4320" y="1968"/>
              <a:ext cx="226"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i="1"/>
                <a:t>x</a:t>
              </a:r>
            </a:p>
          </p:txBody>
        </p:sp>
        <p:sp>
          <p:nvSpPr>
            <p:cNvPr id="88078" name="Text Box 14">
              <a:extLst>
                <a:ext uri="{FF2B5EF4-FFF2-40B4-BE49-F238E27FC236}">
                  <a16:creationId xmlns:a16="http://schemas.microsoft.com/office/drawing/2014/main" id="{A76CDD41-DC6D-435B-BB42-5AE86ED64BB8}"/>
                </a:ext>
              </a:extLst>
            </p:cNvPr>
            <p:cNvSpPr txBox="1">
              <a:spLocks noChangeArrowheads="1"/>
            </p:cNvSpPr>
            <p:nvPr/>
          </p:nvSpPr>
          <p:spPr bwMode="auto">
            <a:xfrm>
              <a:off x="4415" y="1776"/>
              <a:ext cx="337"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i="1"/>
                <a:t>Q</a:t>
              </a:r>
              <a:r>
                <a:rPr lang="en-US" altLang="zh-CN" baseline="-25000"/>
                <a:t>3</a:t>
              </a:r>
            </a:p>
          </p:txBody>
        </p:sp>
        <p:sp>
          <p:nvSpPr>
            <p:cNvPr id="88079" name="Text Box 15">
              <a:extLst>
                <a:ext uri="{FF2B5EF4-FFF2-40B4-BE49-F238E27FC236}">
                  <a16:creationId xmlns:a16="http://schemas.microsoft.com/office/drawing/2014/main" id="{7BEC114E-4E1F-4264-A595-BD9F5F418767}"/>
                </a:ext>
              </a:extLst>
            </p:cNvPr>
            <p:cNvSpPr txBox="1">
              <a:spLocks noChangeArrowheads="1"/>
            </p:cNvSpPr>
            <p:nvPr/>
          </p:nvSpPr>
          <p:spPr bwMode="auto">
            <a:xfrm>
              <a:off x="4320" y="925"/>
              <a:ext cx="337"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i="1"/>
                <a:t>Q</a:t>
              </a:r>
              <a:r>
                <a:rPr lang="en-US" altLang="zh-CN" baseline="-25000"/>
                <a:t>4</a:t>
              </a:r>
            </a:p>
          </p:txBody>
        </p:sp>
      </p:grpSp>
      <p:grpSp>
        <p:nvGrpSpPr>
          <p:cNvPr id="4" name="Group 16">
            <a:extLst>
              <a:ext uri="{FF2B5EF4-FFF2-40B4-BE49-F238E27FC236}">
                <a16:creationId xmlns:a16="http://schemas.microsoft.com/office/drawing/2014/main" id="{4E14975E-553D-43ED-9C2D-70F52F274BC8}"/>
              </a:ext>
            </a:extLst>
          </p:cNvPr>
          <p:cNvGrpSpPr>
            <a:grpSpLocks/>
          </p:cNvGrpSpPr>
          <p:nvPr/>
        </p:nvGrpSpPr>
        <p:grpSpPr bwMode="auto">
          <a:xfrm>
            <a:off x="3200400" y="1724025"/>
            <a:ext cx="2187575" cy="1066800"/>
            <a:chOff x="2016" y="1488"/>
            <a:chExt cx="1378" cy="672"/>
          </a:xfrm>
        </p:grpSpPr>
        <p:sp>
          <p:nvSpPr>
            <p:cNvPr id="88081" name="Line 17">
              <a:extLst>
                <a:ext uri="{FF2B5EF4-FFF2-40B4-BE49-F238E27FC236}">
                  <a16:creationId xmlns:a16="http://schemas.microsoft.com/office/drawing/2014/main" id="{E97C5095-EB1E-45F6-83D9-B62040B8B73D}"/>
                </a:ext>
              </a:extLst>
            </p:cNvPr>
            <p:cNvSpPr>
              <a:spLocks noChangeShapeType="1"/>
            </p:cNvSpPr>
            <p:nvPr/>
          </p:nvSpPr>
          <p:spPr bwMode="auto">
            <a:xfrm flipH="1">
              <a:off x="2208" y="1680"/>
              <a:ext cx="963"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8082" name="Line 18">
              <a:extLst>
                <a:ext uri="{FF2B5EF4-FFF2-40B4-BE49-F238E27FC236}">
                  <a16:creationId xmlns:a16="http://schemas.microsoft.com/office/drawing/2014/main" id="{E2177415-9FB8-46D7-A2B9-702601F49701}"/>
                </a:ext>
              </a:extLst>
            </p:cNvPr>
            <p:cNvSpPr>
              <a:spLocks noChangeShapeType="1"/>
            </p:cNvSpPr>
            <p:nvPr/>
          </p:nvSpPr>
          <p:spPr bwMode="auto">
            <a:xfrm>
              <a:off x="3168" y="1680"/>
              <a:ext cx="0" cy="336"/>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8083" name="Line 19">
              <a:extLst>
                <a:ext uri="{FF2B5EF4-FFF2-40B4-BE49-F238E27FC236}">
                  <a16:creationId xmlns:a16="http://schemas.microsoft.com/office/drawing/2014/main" id="{B18A6500-5240-4DCD-B203-BC2BF27B5219}"/>
                </a:ext>
              </a:extLst>
            </p:cNvPr>
            <p:cNvSpPr>
              <a:spLocks noChangeShapeType="1"/>
            </p:cNvSpPr>
            <p:nvPr/>
          </p:nvSpPr>
          <p:spPr bwMode="auto">
            <a:xfrm>
              <a:off x="2496" y="1680"/>
              <a:ext cx="0" cy="326"/>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8084" name="Text Box 20">
              <a:extLst>
                <a:ext uri="{FF2B5EF4-FFF2-40B4-BE49-F238E27FC236}">
                  <a16:creationId xmlns:a16="http://schemas.microsoft.com/office/drawing/2014/main" id="{AB870B54-DD94-477C-A9E5-DB50909D57B6}"/>
                </a:ext>
              </a:extLst>
            </p:cNvPr>
            <p:cNvSpPr txBox="1">
              <a:spLocks noChangeArrowheads="1"/>
            </p:cNvSpPr>
            <p:nvPr/>
          </p:nvSpPr>
          <p:spPr bwMode="auto">
            <a:xfrm>
              <a:off x="2016" y="1488"/>
              <a:ext cx="336" cy="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i="1"/>
                <a:t>q</a:t>
              </a:r>
            </a:p>
          </p:txBody>
        </p:sp>
        <p:sp>
          <p:nvSpPr>
            <p:cNvPr id="88085" name="Text Box 21">
              <a:extLst>
                <a:ext uri="{FF2B5EF4-FFF2-40B4-BE49-F238E27FC236}">
                  <a16:creationId xmlns:a16="http://schemas.microsoft.com/office/drawing/2014/main" id="{86FBEE7C-A7AF-4591-800C-CC993B335FD2}"/>
                </a:ext>
              </a:extLst>
            </p:cNvPr>
            <p:cNvSpPr txBox="1">
              <a:spLocks noChangeArrowheads="1"/>
            </p:cNvSpPr>
            <p:nvPr/>
          </p:nvSpPr>
          <p:spPr bwMode="auto">
            <a:xfrm>
              <a:off x="2364" y="1920"/>
              <a:ext cx="324"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i="1"/>
                <a:t>y</a:t>
              </a:r>
              <a:r>
                <a:rPr lang="en-US" altLang="zh-CN" baseline="-25000"/>
                <a:t>1</a:t>
              </a:r>
            </a:p>
          </p:txBody>
        </p:sp>
        <p:sp>
          <p:nvSpPr>
            <p:cNvPr id="88086" name="Text Box 22">
              <a:extLst>
                <a:ext uri="{FF2B5EF4-FFF2-40B4-BE49-F238E27FC236}">
                  <a16:creationId xmlns:a16="http://schemas.microsoft.com/office/drawing/2014/main" id="{4046CCD1-0CA4-40D4-B104-2987ECE87E3D}"/>
                </a:ext>
              </a:extLst>
            </p:cNvPr>
            <p:cNvSpPr txBox="1">
              <a:spLocks noChangeArrowheads="1"/>
            </p:cNvSpPr>
            <p:nvPr/>
          </p:nvSpPr>
          <p:spPr bwMode="auto">
            <a:xfrm>
              <a:off x="3024" y="1920"/>
              <a:ext cx="370"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i="1"/>
                <a:t>y</a:t>
              </a:r>
              <a:r>
                <a:rPr lang="en-US" altLang="zh-CN" baseline="-25000"/>
                <a:t>2</a:t>
              </a:r>
            </a:p>
          </p:txBody>
        </p:sp>
      </p:grpSp>
      <p:grpSp>
        <p:nvGrpSpPr>
          <p:cNvPr id="5" name="Group 23">
            <a:extLst>
              <a:ext uri="{FF2B5EF4-FFF2-40B4-BE49-F238E27FC236}">
                <a16:creationId xmlns:a16="http://schemas.microsoft.com/office/drawing/2014/main" id="{DFF7A5E1-FA5D-4B49-879B-9CC192E2D512}"/>
              </a:ext>
            </a:extLst>
          </p:cNvPr>
          <p:cNvGrpSpPr>
            <a:grpSpLocks/>
          </p:cNvGrpSpPr>
          <p:nvPr/>
        </p:nvGrpSpPr>
        <p:grpSpPr bwMode="auto">
          <a:xfrm>
            <a:off x="228600" y="1647825"/>
            <a:ext cx="2208213" cy="1295400"/>
            <a:chOff x="144" y="1440"/>
            <a:chExt cx="1391" cy="816"/>
          </a:xfrm>
        </p:grpSpPr>
        <p:sp>
          <p:nvSpPr>
            <p:cNvPr id="88088" name="Line 24">
              <a:extLst>
                <a:ext uri="{FF2B5EF4-FFF2-40B4-BE49-F238E27FC236}">
                  <a16:creationId xmlns:a16="http://schemas.microsoft.com/office/drawing/2014/main" id="{FE5EA4BF-13B4-45C4-871D-945C248AEEB3}"/>
                </a:ext>
              </a:extLst>
            </p:cNvPr>
            <p:cNvSpPr>
              <a:spLocks noChangeShapeType="1"/>
            </p:cNvSpPr>
            <p:nvPr/>
          </p:nvSpPr>
          <p:spPr bwMode="auto">
            <a:xfrm flipH="1">
              <a:off x="336" y="1584"/>
              <a:ext cx="922"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8089" name="Line 25">
              <a:extLst>
                <a:ext uri="{FF2B5EF4-FFF2-40B4-BE49-F238E27FC236}">
                  <a16:creationId xmlns:a16="http://schemas.microsoft.com/office/drawing/2014/main" id="{4E975F17-912F-4840-B132-005449B6292F}"/>
                </a:ext>
              </a:extLst>
            </p:cNvPr>
            <p:cNvSpPr>
              <a:spLocks noChangeShapeType="1"/>
            </p:cNvSpPr>
            <p:nvPr/>
          </p:nvSpPr>
          <p:spPr bwMode="auto">
            <a:xfrm>
              <a:off x="672" y="1584"/>
              <a:ext cx="0" cy="445"/>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8090" name="Line 26">
              <a:extLst>
                <a:ext uri="{FF2B5EF4-FFF2-40B4-BE49-F238E27FC236}">
                  <a16:creationId xmlns:a16="http://schemas.microsoft.com/office/drawing/2014/main" id="{3E0DAE7E-0290-4B33-9E80-175BBCD389AF}"/>
                </a:ext>
              </a:extLst>
            </p:cNvPr>
            <p:cNvSpPr>
              <a:spLocks noChangeShapeType="1"/>
            </p:cNvSpPr>
            <p:nvPr/>
          </p:nvSpPr>
          <p:spPr bwMode="auto">
            <a:xfrm>
              <a:off x="1296" y="1584"/>
              <a:ext cx="0" cy="432"/>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8091" name="Text Box 27">
              <a:extLst>
                <a:ext uri="{FF2B5EF4-FFF2-40B4-BE49-F238E27FC236}">
                  <a16:creationId xmlns:a16="http://schemas.microsoft.com/office/drawing/2014/main" id="{48B48021-2F7C-4C75-9D2F-746A933E9BF8}"/>
                </a:ext>
              </a:extLst>
            </p:cNvPr>
            <p:cNvSpPr txBox="1">
              <a:spLocks noChangeArrowheads="1"/>
            </p:cNvSpPr>
            <p:nvPr/>
          </p:nvSpPr>
          <p:spPr bwMode="auto">
            <a:xfrm>
              <a:off x="562" y="1947"/>
              <a:ext cx="446"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i="1"/>
                <a:t>x</a:t>
              </a:r>
              <a:r>
                <a:rPr lang="en-US" altLang="zh-CN" baseline="-25000"/>
                <a:t>1</a:t>
              </a:r>
            </a:p>
          </p:txBody>
        </p:sp>
        <p:sp>
          <p:nvSpPr>
            <p:cNvPr id="88092" name="Text Box 28">
              <a:extLst>
                <a:ext uri="{FF2B5EF4-FFF2-40B4-BE49-F238E27FC236}">
                  <a16:creationId xmlns:a16="http://schemas.microsoft.com/office/drawing/2014/main" id="{15155524-B16F-4CA9-92F2-3B979D9D96A7}"/>
                </a:ext>
              </a:extLst>
            </p:cNvPr>
            <p:cNvSpPr txBox="1">
              <a:spLocks noChangeArrowheads="1"/>
            </p:cNvSpPr>
            <p:nvPr/>
          </p:nvSpPr>
          <p:spPr bwMode="auto">
            <a:xfrm>
              <a:off x="1200" y="1920"/>
              <a:ext cx="335" cy="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i="1"/>
                <a:t>x</a:t>
              </a:r>
              <a:r>
                <a:rPr lang="en-US" altLang="zh-CN" baseline="-25000"/>
                <a:t>2</a:t>
              </a:r>
            </a:p>
          </p:txBody>
        </p:sp>
        <p:sp>
          <p:nvSpPr>
            <p:cNvPr id="88093" name="Text Box 29">
              <a:extLst>
                <a:ext uri="{FF2B5EF4-FFF2-40B4-BE49-F238E27FC236}">
                  <a16:creationId xmlns:a16="http://schemas.microsoft.com/office/drawing/2014/main" id="{24C78D19-8D49-4ED0-8FB8-AB99E0511288}"/>
                </a:ext>
              </a:extLst>
            </p:cNvPr>
            <p:cNvSpPr txBox="1">
              <a:spLocks noChangeArrowheads="1"/>
            </p:cNvSpPr>
            <p:nvPr/>
          </p:nvSpPr>
          <p:spPr bwMode="auto">
            <a:xfrm>
              <a:off x="144" y="1440"/>
              <a:ext cx="335"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i="1"/>
                <a:t>p</a:t>
              </a:r>
            </a:p>
          </p:txBody>
        </p:sp>
      </p:grpSp>
      <p:grpSp>
        <p:nvGrpSpPr>
          <p:cNvPr id="6" name="Group 59">
            <a:extLst>
              <a:ext uri="{FF2B5EF4-FFF2-40B4-BE49-F238E27FC236}">
                <a16:creationId xmlns:a16="http://schemas.microsoft.com/office/drawing/2014/main" id="{7D5F9511-98F0-4661-A92A-305EFE6EC554}"/>
              </a:ext>
            </a:extLst>
          </p:cNvPr>
          <p:cNvGrpSpPr>
            <a:grpSpLocks/>
          </p:cNvGrpSpPr>
          <p:nvPr/>
        </p:nvGrpSpPr>
        <p:grpSpPr bwMode="auto">
          <a:xfrm>
            <a:off x="6019800" y="733425"/>
            <a:ext cx="2895600" cy="2209800"/>
            <a:chOff x="3792" y="864"/>
            <a:chExt cx="1824" cy="1392"/>
          </a:xfrm>
        </p:grpSpPr>
        <p:sp>
          <p:nvSpPr>
            <p:cNvPr id="88095" name="Text Box 60">
              <a:extLst>
                <a:ext uri="{FF2B5EF4-FFF2-40B4-BE49-F238E27FC236}">
                  <a16:creationId xmlns:a16="http://schemas.microsoft.com/office/drawing/2014/main" id="{DC0D7DE6-647D-45E9-8AA5-ED7C3794A50D}"/>
                </a:ext>
              </a:extLst>
            </p:cNvPr>
            <p:cNvSpPr txBox="1">
              <a:spLocks noChangeArrowheads="1"/>
            </p:cNvSpPr>
            <p:nvPr/>
          </p:nvSpPr>
          <p:spPr bwMode="auto">
            <a:xfrm>
              <a:off x="4033" y="864"/>
              <a:ext cx="334"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i="1"/>
                <a:t>y</a:t>
              </a:r>
            </a:p>
          </p:txBody>
        </p:sp>
        <p:sp>
          <p:nvSpPr>
            <p:cNvPr id="88096" name="Line 61">
              <a:extLst>
                <a:ext uri="{FF2B5EF4-FFF2-40B4-BE49-F238E27FC236}">
                  <a16:creationId xmlns:a16="http://schemas.microsoft.com/office/drawing/2014/main" id="{55EF9DD4-7A25-46E1-9D31-A60E9FDCD9FC}"/>
                </a:ext>
              </a:extLst>
            </p:cNvPr>
            <p:cNvSpPr>
              <a:spLocks noChangeShapeType="1"/>
            </p:cNvSpPr>
            <p:nvPr/>
          </p:nvSpPr>
          <p:spPr bwMode="auto">
            <a:xfrm>
              <a:off x="4033" y="2013"/>
              <a:ext cx="1450" cy="0"/>
            </a:xfrm>
            <a:prstGeom prst="line">
              <a:avLst/>
            </a:prstGeom>
            <a:noFill/>
            <a:ln w="9525">
              <a:solidFill>
                <a:srgbClr val="000000"/>
              </a:solidFill>
              <a:round/>
              <a:headEnd/>
              <a:tailEnd type="stealth" w="sm" len="lg"/>
            </a:ln>
            <a:extLst>
              <a:ext uri="{909E8E84-426E-40DD-AFC4-6F175D3DCCD1}">
                <a14:hiddenFill xmlns:a14="http://schemas.microsoft.com/office/drawing/2010/main">
                  <a:noFill/>
                </a14:hiddenFill>
              </a:ext>
            </a:extLst>
          </p:spPr>
          <p:txBody>
            <a:bodyPr/>
            <a:lstStyle/>
            <a:p>
              <a:endParaRPr lang="zh-CN" altLang="en-US"/>
            </a:p>
          </p:txBody>
        </p:sp>
        <p:sp>
          <p:nvSpPr>
            <p:cNvPr id="88097" name="Line 62">
              <a:extLst>
                <a:ext uri="{FF2B5EF4-FFF2-40B4-BE49-F238E27FC236}">
                  <a16:creationId xmlns:a16="http://schemas.microsoft.com/office/drawing/2014/main" id="{98BEFB3B-4482-4B1D-9343-553B163EA285}"/>
                </a:ext>
              </a:extLst>
            </p:cNvPr>
            <p:cNvSpPr>
              <a:spLocks noChangeShapeType="1"/>
            </p:cNvSpPr>
            <p:nvPr/>
          </p:nvSpPr>
          <p:spPr bwMode="auto">
            <a:xfrm flipV="1">
              <a:off x="4044" y="962"/>
              <a:ext cx="0" cy="1051"/>
            </a:xfrm>
            <a:prstGeom prst="line">
              <a:avLst/>
            </a:prstGeom>
            <a:noFill/>
            <a:ln w="9525">
              <a:solidFill>
                <a:srgbClr val="000000"/>
              </a:solidFill>
              <a:round/>
              <a:headEnd/>
              <a:tailEnd type="stealth" w="sm" len="lg"/>
            </a:ln>
            <a:extLst>
              <a:ext uri="{909E8E84-426E-40DD-AFC4-6F175D3DCCD1}">
                <a14:hiddenFill xmlns:a14="http://schemas.microsoft.com/office/drawing/2010/main">
                  <a:noFill/>
                </a14:hiddenFill>
              </a:ext>
            </a:extLst>
          </p:spPr>
          <p:txBody>
            <a:bodyPr/>
            <a:lstStyle/>
            <a:p>
              <a:endParaRPr lang="zh-CN" altLang="en-US"/>
            </a:p>
          </p:txBody>
        </p:sp>
        <p:sp>
          <p:nvSpPr>
            <p:cNvPr id="88098" name="Text Box 63">
              <a:extLst>
                <a:ext uri="{FF2B5EF4-FFF2-40B4-BE49-F238E27FC236}">
                  <a16:creationId xmlns:a16="http://schemas.microsoft.com/office/drawing/2014/main" id="{3A5B11CC-EAB2-4F84-9F9E-9E440E84140E}"/>
                </a:ext>
              </a:extLst>
            </p:cNvPr>
            <p:cNvSpPr txBox="1">
              <a:spLocks noChangeArrowheads="1"/>
            </p:cNvSpPr>
            <p:nvPr/>
          </p:nvSpPr>
          <p:spPr bwMode="auto">
            <a:xfrm>
              <a:off x="3792" y="1440"/>
              <a:ext cx="317"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i="1"/>
                <a:t>y</a:t>
              </a:r>
              <a:r>
                <a:rPr lang="en-US" altLang="zh-CN" baseline="-25000"/>
                <a:t>0</a:t>
              </a:r>
            </a:p>
          </p:txBody>
        </p:sp>
        <p:sp>
          <p:nvSpPr>
            <p:cNvPr id="88099" name="Text Box 64">
              <a:extLst>
                <a:ext uri="{FF2B5EF4-FFF2-40B4-BE49-F238E27FC236}">
                  <a16:creationId xmlns:a16="http://schemas.microsoft.com/office/drawing/2014/main" id="{E4224E8A-D2D7-442E-9149-59758F6C0D23}"/>
                </a:ext>
              </a:extLst>
            </p:cNvPr>
            <p:cNvSpPr txBox="1">
              <a:spLocks noChangeArrowheads="1"/>
            </p:cNvSpPr>
            <p:nvPr/>
          </p:nvSpPr>
          <p:spPr bwMode="auto">
            <a:xfrm>
              <a:off x="5361" y="1982"/>
              <a:ext cx="255"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i="1"/>
                <a:t>x</a:t>
              </a:r>
            </a:p>
          </p:txBody>
        </p:sp>
        <p:sp>
          <p:nvSpPr>
            <p:cNvPr id="88100" name="Line 65">
              <a:extLst>
                <a:ext uri="{FF2B5EF4-FFF2-40B4-BE49-F238E27FC236}">
                  <a16:creationId xmlns:a16="http://schemas.microsoft.com/office/drawing/2014/main" id="{AB581FC6-77D9-4CD5-9D61-0A38405D52E2}"/>
                </a:ext>
              </a:extLst>
            </p:cNvPr>
            <p:cNvSpPr>
              <a:spLocks noChangeShapeType="1"/>
            </p:cNvSpPr>
            <p:nvPr/>
          </p:nvSpPr>
          <p:spPr bwMode="auto">
            <a:xfrm>
              <a:off x="4708" y="1669"/>
              <a:ext cx="0" cy="344"/>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8101" name="Text Box 66">
              <a:extLst>
                <a:ext uri="{FF2B5EF4-FFF2-40B4-BE49-F238E27FC236}">
                  <a16:creationId xmlns:a16="http://schemas.microsoft.com/office/drawing/2014/main" id="{D08E92A9-C67E-487F-8F59-A6C1281CADEC}"/>
                </a:ext>
              </a:extLst>
            </p:cNvPr>
            <p:cNvSpPr txBox="1">
              <a:spLocks noChangeArrowheads="1"/>
            </p:cNvSpPr>
            <p:nvPr/>
          </p:nvSpPr>
          <p:spPr bwMode="auto">
            <a:xfrm>
              <a:off x="4585" y="1953"/>
              <a:ext cx="327"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i="1"/>
                <a:t>x</a:t>
              </a:r>
              <a:r>
                <a:rPr lang="en-US" altLang="zh-CN" baseline="-25000"/>
                <a:t>0</a:t>
              </a:r>
            </a:p>
          </p:txBody>
        </p:sp>
        <p:sp>
          <p:nvSpPr>
            <p:cNvPr id="88102" name="Text Box 67">
              <a:extLst>
                <a:ext uri="{FF2B5EF4-FFF2-40B4-BE49-F238E27FC236}">
                  <a16:creationId xmlns:a16="http://schemas.microsoft.com/office/drawing/2014/main" id="{0931AABC-3556-4FEB-A643-035010C7C8C3}"/>
                </a:ext>
              </a:extLst>
            </p:cNvPr>
            <p:cNvSpPr txBox="1">
              <a:spLocks noChangeArrowheads="1"/>
            </p:cNvSpPr>
            <p:nvPr/>
          </p:nvSpPr>
          <p:spPr bwMode="auto">
            <a:xfrm>
              <a:off x="4665" y="1440"/>
              <a:ext cx="296"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i="1"/>
                <a:t>P</a:t>
              </a:r>
            </a:p>
          </p:txBody>
        </p:sp>
        <p:sp>
          <p:nvSpPr>
            <p:cNvPr id="88103" name="Line 68">
              <a:extLst>
                <a:ext uri="{FF2B5EF4-FFF2-40B4-BE49-F238E27FC236}">
                  <a16:creationId xmlns:a16="http://schemas.microsoft.com/office/drawing/2014/main" id="{327D0706-8D9F-4EEB-B3CC-48A88BA290CA}"/>
                </a:ext>
              </a:extLst>
            </p:cNvPr>
            <p:cNvSpPr>
              <a:spLocks noChangeShapeType="1"/>
            </p:cNvSpPr>
            <p:nvPr/>
          </p:nvSpPr>
          <p:spPr bwMode="auto">
            <a:xfrm flipH="1">
              <a:off x="4032" y="1680"/>
              <a:ext cx="672"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8104" name="Text Box 69">
              <a:extLst>
                <a:ext uri="{FF2B5EF4-FFF2-40B4-BE49-F238E27FC236}">
                  <a16:creationId xmlns:a16="http://schemas.microsoft.com/office/drawing/2014/main" id="{66756879-DB10-42FF-A202-B8ED859D3E41}"/>
                </a:ext>
              </a:extLst>
            </p:cNvPr>
            <p:cNvSpPr txBox="1">
              <a:spLocks noChangeArrowheads="1"/>
            </p:cNvSpPr>
            <p:nvPr/>
          </p:nvSpPr>
          <p:spPr bwMode="auto">
            <a:xfrm>
              <a:off x="3936" y="1968"/>
              <a:ext cx="255"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2000" i="1"/>
                <a:t>O</a:t>
              </a:r>
            </a:p>
          </p:txBody>
        </p:sp>
      </p:grpSp>
      <p:grpSp>
        <p:nvGrpSpPr>
          <p:cNvPr id="7" name="Group 70">
            <a:extLst>
              <a:ext uri="{FF2B5EF4-FFF2-40B4-BE49-F238E27FC236}">
                <a16:creationId xmlns:a16="http://schemas.microsoft.com/office/drawing/2014/main" id="{2413857F-4C69-443E-A18E-B0E37C8368D1}"/>
              </a:ext>
            </a:extLst>
          </p:cNvPr>
          <p:cNvGrpSpPr>
            <a:grpSpLocks/>
          </p:cNvGrpSpPr>
          <p:nvPr/>
        </p:nvGrpSpPr>
        <p:grpSpPr bwMode="auto">
          <a:xfrm>
            <a:off x="6400800" y="1571625"/>
            <a:ext cx="2514600" cy="1524000"/>
            <a:chOff x="4032" y="1392"/>
            <a:chExt cx="1584" cy="960"/>
          </a:xfrm>
        </p:grpSpPr>
        <p:sp>
          <p:nvSpPr>
            <p:cNvPr id="88106" name="Line 71">
              <a:extLst>
                <a:ext uri="{FF2B5EF4-FFF2-40B4-BE49-F238E27FC236}">
                  <a16:creationId xmlns:a16="http://schemas.microsoft.com/office/drawing/2014/main" id="{56F37497-8F64-4CDC-8700-E1085E1E29F0}"/>
                </a:ext>
              </a:extLst>
            </p:cNvPr>
            <p:cNvSpPr>
              <a:spLocks noChangeShapeType="1"/>
            </p:cNvSpPr>
            <p:nvPr/>
          </p:nvSpPr>
          <p:spPr bwMode="auto">
            <a:xfrm>
              <a:off x="5232" y="1680"/>
              <a:ext cx="0" cy="344"/>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8107" name="Line 72">
              <a:extLst>
                <a:ext uri="{FF2B5EF4-FFF2-40B4-BE49-F238E27FC236}">
                  <a16:creationId xmlns:a16="http://schemas.microsoft.com/office/drawing/2014/main" id="{BADF5160-D1BB-483A-971B-F8CAF471531B}"/>
                </a:ext>
              </a:extLst>
            </p:cNvPr>
            <p:cNvSpPr>
              <a:spLocks noChangeShapeType="1"/>
            </p:cNvSpPr>
            <p:nvPr/>
          </p:nvSpPr>
          <p:spPr bwMode="auto">
            <a:xfrm>
              <a:off x="4272" y="1680"/>
              <a:ext cx="0" cy="354"/>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8108" name="Text Box 73">
              <a:extLst>
                <a:ext uri="{FF2B5EF4-FFF2-40B4-BE49-F238E27FC236}">
                  <a16:creationId xmlns:a16="http://schemas.microsoft.com/office/drawing/2014/main" id="{5341F2D2-609A-4FEF-AE7C-422820A6C271}"/>
                </a:ext>
              </a:extLst>
            </p:cNvPr>
            <p:cNvSpPr txBox="1">
              <a:spLocks noChangeArrowheads="1"/>
            </p:cNvSpPr>
            <p:nvPr/>
          </p:nvSpPr>
          <p:spPr bwMode="auto">
            <a:xfrm>
              <a:off x="4140" y="1968"/>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i="1"/>
                <a:t>x</a:t>
              </a:r>
              <a:r>
                <a:rPr lang="en-US" altLang="zh-CN" baseline="-25000"/>
                <a:t>1</a:t>
              </a:r>
            </a:p>
          </p:txBody>
        </p:sp>
        <p:sp>
          <p:nvSpPr>
            <p:cNvPr id="88109" name="Text Box 74">
              <a:extLst>
                <a:ext uri="{FF2B5EF4-FFF2-40B4-BE49-F238E27FC236}">
                  <a16:creationId xmlns:a16="http://schemas.microsoft.com/office/drawing/2014/main" id="{7EA8BC73-D5B9-4534-8F6F-23820C837522}"/>
                </a:ext>
              </a:extLst>
            </p:cNvPr>
            <p:cNvSpPr txBox="1">
              <a:spLocks noChangeArrowheads="1"/>
            </p:cNvSpPr>
            <p:nvPr/>
          </p:nvSpPr>
          <p:spPr bwMode="auto">
            <a:xfrm>
              <a:off x="5141" y="1968"/>
              <a:ext cx="28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i="1"/>
                <a:t>x</a:t>
              </a:r>
              <a:r>
                <a:rPr lang="en-US" altLang="zh-CN" baseline="-25000"/>
                <a:t>2</a:t>
              </a:r>
            </a:p>
          </p:txBody>
        </p:sp>
        <p:sp>
          <p:nvSpPr>
            <p:cNvPr id="88110" name="Text Box 75">
              <a:extLst>
                <a:ext uri="{FF2B5EF4-FFF2-40B4-BE49-F238E27FC236}">
                  <a16:creationId xmlns:a16="http://schemas.microsoft.com/office/drawing/2014/main" id="{11C0BE76-A47F-4E79-BAF9-B45F58CFBBDA}"/>
                </a:ext>
              </a:extLst>
            </p:cNvPr>
            <p:cNvSpPr txBox="1">
              <a:spLocks noChangeArrowheads="1"/>
            </p:cNvSpPr>
            <p:nvPr/>
          </p:nvSpPr>
          <p:spPr bwMode="auto">
            <a:xfrm>
              <a:off x="4032" y="1392"/>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i="1"/>
                <a:t>Q</a:t>
              </a:r>
              <a:r>
                <a:rPr lang="en-US" altLang="zh-CN" baseline="-25000"/>
                <a:t>1</a:t>
              </a:r>
            </a:p>
          </p:txBody>
        </p:sp>
        <p:sp>
          <p:nvSpPr>
            <p:cNvPr id="88111" name="Text Box 76">
              <a:extLst>
                <a:ext uri="{FF2B5EF4-FFF2-40B4-BE49-F238E27FC236}">
                  <a16:creationId xmlns:a16="http://schemas.microsoft.com/office/drawing/2014/main" id="{1AB62261-D8A7-4990-8DEA-88CEC4FC890D}"/>
                </a:ext>
              </a:extLst>
            </p:cNvPr>
            <p:cNvSpPr txBox="1">
              <a:spLocks noChangeArrowheads="1"/>
            </p:cNvSpPr>
            <p:nvPr/>
          </p:nvSpPr>
          <p:spPr bwMode="auto">
            <a:xfrm>
              <a:off x="5248" y="1536"/>
              <a:ext cx="3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i="1"/>
                <a:t>Q</a:t>
              </a:r>
              <a:r>
                <a:rPr lang="en-US" altLang="zh-CN" baseline="-25000"/>
                <a:t>2</a:t>
              </a:r>
            </a:p>
          </p:txBody>
        </p:sp>
        <p:sp>
          <p:nvSpPr>
            <p:cNvPr id="88112" name="Line 77">
              <a:extLst>
                <a:ext uri="{FF2B5EF4-FFF2-40B4-BE49-F238E27FC236}">
                  <a16:creationId xmlns:a16="http://schemas.microsoft.com/office/drawing/2014/main" id="{368C7D79-94D8-4F77-B6DC-5BB6085618F9}"/>
                </a:ext>
              </a:extLst>
            </p:cNvPr>
            <p:cNvSpPr>
              <a:spLocks noChangeShapeType="1"/>
            </p:cNvSpPr>
            <p:nvPr/>
          </p:nvSpPr>
          <p:spPr bwMode="auto">
            <a:xfrm>
              <a:off x="4704" y="1680"/>
              <a:ext cx="576"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8" name="Group 78">
            <a:extLst>
              <a:ext uri="{FF2B5EF4-FFF2-40B4-BE49-F238E27FC236}">
                <a16:creationId xmlns:a16="http://schemas.microsoft.com/office/drawing/2014/main" id="{A837F8C2-F20C-4057-B07E-358A767A321C}"/>
              </a:ext>
            </a:extLst>
          </p:cNvPr>
          <p:cNvGrpSpPr>
            <a:grpSpLocks/>
          </p:cNvGrpSpPr>
          <p:nvPr/>
        </p:nvGrpSpPr>
        <p:grpSpPr bwMode="auto">
          <a:xfrm>
            <a:off x="5486400" y="4238625"/>
            <a:ext cx="3505200" cy="533400"/>
            <a:chOff x="3456" y="2592"/>
            <a:chExt cx="2208" cy="336"/>
          </a:xfrm>
        </p:grpSpPr>
        <p:sp>
          <p:nvSpPr>
            <p:cNvPr id="88114" name="Text Box 79">
              <a:extLst>
                <a:ext uri="{FF2B5EF4-FFF2-40B4-BE49-F238E27FC236}">
                  <a16:creationId xmlns:a16="http://schemas.microsoft.com/office/drawing/2014/main" id="{604516F1-537E-4ACE-A9D0-B2A521F6B2D9}"/>
                </a:ext>
              </a:extLst>
            </p:cNvPr>
            <p:cNvSpPr txBox="1">
              <a:spLocks noChangeArrowheads="1"/>
            </p:cNvSpPr>
            <p:nvPr/>
          </p:nvSpPr>
          <p:spPr bwMode="auto">
            <a:xfrm>
              <a:off x="3840" y="2592"/>
              <a:ext cx="1824" cy="327"/>
            </a:xfrm>
            <a:prstGeom prst="rect">
              <a:avLst/>
            </a:prstGeom>
            <a:solidFill>
              <a:srgbClr val="66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r>
                <a:rPr lang="en-US" altLang="zh-CN" sz="2800" b="1" i="1"/>
                <a:t>Q</a:t>
              </a:r>
              <a:r>
                <a:rPr lang="en-US" altLang="zh-CN" sz="2800" b="1" baseline="-25000"/>
                <a:t>1</a:t>
              </a:r>
              <a:r>
                <a:rPr lang="en-US" altLang="zh-CN" sz="2800" b="1"/>
                <a:t>(</a:t>
              </a:r>
              <a:r>
                <a:rPr lang="en-US" altLang="zh-CN" sz="2800" b="1" i="1"/>
                <a:t>x</a:t>
              </a:r>
              <a:r>
                <a:rPr lang="en-US" altLang="zh-CN" sz="2800" b="1" baseline="-25000"/>
                <a:t>1</a:t>
              </a:r>
              <a:r>
                <a:rPr lang="en-US" altLang="zh-CN" sz="2800" b="1"/>
                <a:t>,</a:t>
              </a:r>
              <a:r>
                <a:rPr lang="en-US" altLang="zh-CN" sz="2800" b="1" i="1"/>
                <a:t>y</a:t>
              </a:r>
              <a:r>
                <a:rPr lang="en-US" altLang="zh-CN" sz="2800" b="1" baseline="-25000"/>
                <a:t>0</a:t>
              </a:r>
              <a:r>
                <a:rPr lang="en-US" altLang="zh-CN" sz="2800" b="1"/>
                <a:t>),</a:t>
              </a:r>
              <a:r>
                <a:rPr lang="en-US" altLang="zh-CN" sz="2800" b="1" i="1"/>
                <a:t>Q</a:t>
              </a:r>
              <a:r>
                <a:rPr lang="en-US" altLang="zh-CN" sz="2800" b="1" baseline="-25000"/>
                <a:t>2</a:t>
              </a:r>
              <a:r>
                <a:rPr lang="en-US" altLang="zh-CN" sz="2800" b="1"/>
                <a:t>(</a:t>
              </a:r>
              <a:r>
                <a:rPr lang="en-US" altLang="zh-CN" sz="2800" b="1" i="1"/>
                <a:t>x</a:t>
              </a:r>
              <a:r>
                <a:rPr lang="en-US" altLang="zh-CN" sz="2800" b="1" baseline="-25000"/>
                <a:t>2</a:t>
              </a:r>
              <a:r>
                <a:rPr lang="en-US" altLang="zh-CN" sz="2800" b="1"/>
                <a:t>,</a:t>
              </a:r>
              <a:r>
                <a:rPr lang="en-US" altLang="zh-CN" sz="2800" b="1" i="1"/>
                <a:t>y</a:t>
              </a:r>
              <a:r>
                <a:rPr lang="en-US" altLang="zh-CN" sz="2800" b="1" baseline="-25000"/>
                <a:t>0</a:t>
              </a:r>
              <a:r>
                <a:rPr lang="en-US" altLang="zh-CN" sz="2800" b="1"/>
                <a:t>)</a:t>
              </a:r>
            </a:p>
          </p:txBody>
        </p:sp>
        <p:sp>
          <p:nvSpPr>
            <p:cNvPr id="88115" name="AutoShape 80">
              <a:extLst>
                <a:ext uri="{FF2B5EF4-FFF2-40B4-BE49-F238E27FC236}">
                  <a16:creationId xmlns:a16="http://schemas.microsoft.com/office/drawing/2014/main" id="{F3C5CA80-5177-4300-B79C-D9408A846728}"/>
                </a:ext>
              </a:extLst>
            </p:cNvPr>
            <p:cNvSpPr>
              <a:spLocks noChangeArrowheads="1"/>
            </p:cNvSpPr>
            <p:nvPr/>
          </p:nvSpPr>
          <p:spPr bwMode="auto">
            <a:xfrm>
              <a:off x="3456" y="2640"/>
              <a:ext cx="144" cy="288"/>
            </a:xfrm>
            <a:prstGeom prst="rightArrow">
              <a:avLst>
                <a:gd name="adj1" fmla="val 50000"/>
                <a:gd name="adj2" fmla="val 25000"/>
              </a:avLst>
            </a:prstGeom>
            <a:solidFill>
              <a:srgbClr val="66FFFF"/>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9" name="Group 81">
            <a:extLst>
              <a:ext uri="{FF2B5EF4-FFF2-40B4-BE49-F238E27FC236}">
                <a16:creationId xmlns:a16="http://schemas.microsoft.com/office/drawing/2014/main" id="{151FA7B4-2E25-4C60-858F-F2FD69C13859}"/>
              </a:ext>
            </a:extLst>
          </p:cNvPr>
          <p:cNvGrpSpPr>
            <a:grpSpLocks/>
          </p:cNvGrpSpPr>
          <p:nvPr/>
        </p:nvGrpSpPr>
        <p:grpSpPr bwMode="auto">
          <a:xfrm>
            <a:off x="5562600" y="5457825"/>
            <a:ext cx="3429000" cy="533400"/>
            <a:chOff x="3504" y="3360"/>
            <a:chExt cx="2160" cy="336"/>
          </a:xfrm>
        </p:grpSpPr>
        <p:sp>
          <p:nvSpPr>
            <p:cNvPr id="88117" name="Text Box 82">
              <a:extLst>
                <a:ext uri="{FF2B5EF4-FFF2-40B4-BE49-F238E27FC236}">
                  <a16:creationId xmlns:a16="http://schemas.microsoft.com/office/drawing/2014/main" id="{2B1BAE64-0D33-48F6-8B2F-9F491AEDDFDF}"/>
                </a:ext>
              </a:extLst>
            </p:cNvPr>
            <p:cNvSpPr txBox="1">
              <a:spLocks noChangeArrowheads="1"/>
            </p:cNvSpPr>
            <p:nvPr/>
          </p:nvSpPr>
          <p:spPr bwMode="auto">
            <a:xfrm>
              <a:off x="3840" y="3369"/>
              <a:ext cx="1824" cy="327"/>
            </a:xfrm>
            <a:prstGeom prst="rect">
              <a:avLst/>
            </a:prstGeom>
            <a:solidFill>
              <a:srgbClr val="99FF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r>
                <a:rPr lang="en-US" altLang="zh-CN" sz="2800" b="1" i="1"/>
                <a:t>Q</a:t>
              </a:r>
              <a:r>
                <a:rPr lang="en-US" altLang="zh-CN" sz="2800" b="1" baseline="-25000"/>
                <a:t>3</a:t>
              </a:r>
              <a:r>
                <a:rPr lang="en-US" altLang="zh-CN" sz="2800" b="1"/>
                <a:t>(</a:t>
              </a:r>
              <a:r>
                <a:rPr lang="en-US" altLang="zh-CN" sz="2800" b="1" i="1"/>
                <a:t>x,y</a:t>
              </a:r>
              <a:r>
                <a:rPr lang="en-US" altLang="zh-CN" sz="2800" b="1" baseline="-25000"/>
                <a:t>1</a:t>
              </a:r>
              <a:r>
                <a:rPr lang="en-US" altLang="zh-CN" sz="2800" b="1"/>
                <a:t>), </a:t>
              </a:r>
              <a:r>
                <a:rPr lang="en-US" altLang="zh-CN" sz="2800" b="1" i="1"/>
                <a:t>Q</a:t>
              </a:r>
              <a:r>
                <a:rPr lang="en-US" altLang="zh-CN" sz="2800" b="1" baseline="-25000"/>
                <a:t>4</a:t>
              </a:r>
              <a:r>
                <a:rPr lang="en-US" altLang="zh-CN" sz="2800" b="1"/>
                <a:t>(</a:t>
              </a:r>
              <a:r>
                <a:rPr lang="en-US" altLang="zh-CN" sz="2800" b="1" i="1"/>
                <a:t>x,y</a:t>
              </a:r>
              <a:r>
                <a:rPr lang="en-US" altLang="zh-CN" sz="2800" b="1" i="1" baseline="-25000"/>
                <a:t>2</a:t>
              </a:r>
              <a:r>
                <a:rPr lang="en-US" altLang="zh-CN" sz="2800" b="1"/>
                <a:t>)</a:t>
              </a:r>
            </a:p>
          </p:txBody>
        </p:sp>
        <p:sp>
          <p:nvSpPr>
            <p:cNvPr id="88118" name="AutoShape 83">
              <a:extLst>
                <a:ext uri="{FF2B5EF4-FFF2-40B4-BE49-F238E27FC236}">
                  <a16:creationId xmlns:a16="http://schemas.microsoft.com/office/drawing/2014/main" id="{9EAE17C7-756B-4CA8-9648-FF0F8283E05B}"/>
                </a:ext>
              </a:extLst>
            </p:cNvPr>
            <p:cNvSpPr>
              <a:spLocks noChangeArrowheads="1"/>
            </p:cNvSpPr>
            <p:nvPr/>
          </p:nvSpPr>
          <p:spPr bwMode="auto">
            <a:xfrm>
              <a:off x="3504" y="3360"/>
              <a:ext cx="144" cy="288"/>
            </a:xfrm>
            <a:prstGeom prst="rightArrow">
              <a:avLst>
                <a:gd name="adj1" fmla="val 50000"/>
                <a:gd name="adj2" fmla="val 25000"/>
              </a:avLst>
            </a:prstGeom>
            <a:solidFill>
              <a:srgbClr val="99FF66"/>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aphicFrame>
        <p:nvGraphicFramePr>
          <p:cNvPr id="114692" name="Object 4">
            <a:extLst>
              <a:ext uri="{FF2B5EF4-FFF2-40B4-BE49-F238E27FC236}">
                <a16:creationId xmlns:a16="http://schemas.microsoft.com/office/drawing/2014/main" id="{F37A8E81-F3C8-45E8-97DF-A10451E744CC}"/>
              </a:ext>
            </a:extLst>
          </p:cNvPr>
          <p:cNvGraphicFramePr>
            <a:graphicFrameLocks noChangeAspect="1"/>
          </p:cNvGraphicFramePr>
          <p:nvPr/>
        </p:nvGraphicFramePr>
        <p:xfrm>
          <a:off x="158750" y="2997200"/>
          <a:ext cx="1524000" cy="584200"/>
        </p:xfrm>
        <a:graphic>
          <a:graphicData uri="http://schemas.openxmlformats.org/presentationml/2006/ole">
            <mc:AlternateContent xmlns:mc="http://schemas.openxmlformats.org/markup-compatibility/2006">
              <mc:Choice xmlns:v="urn:schemas-microsoft-com:vml" Requires="v">
                <p:oleObj spid="_x0000_s88213" name="公式" r:id="rId3" imgW="583947" imgH="228501" progId="Equation.3">
                  <p:embed/>
                </p:oleObj>
              </mc:Choice>
              <mc:Fallback>
                <p:oleObj name="公式" r:id="rId3" imgW="583947" imgH="228501"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50" y="2997200"/>
                        <a:ext cx="1524000" cy="584200"/>
                      </a:xfrm>
                      <a:prstGeom prst="rect">
                        <a:avLst/>
                      </a:prstGeom>
                      <a:solidFill>
                        <a:srgbClr val="66FF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0" name="Group 85">
            <a:extLst>
              <a:ext uri="{FF2B5EF4-FFF2-40B4-BE49-F238E27FC236}">
                <a16:creationId xmlns:a16="http://schemas.microsoft.com/office/drawing/2014/main" id="{E5024202-2730-4D7A-ADE4-9A611A02640E}"/>
              </a:ext>
            </a:extLst>
          </p:cNvPr>
          <p:cNvGrpSpPr>
            <a:grpSpLocks/>
          </p:cNvGrpSpPr>
          <p:nvPr/>
        </p:nvGrpSpPr>
        <p:grpSpPr bwMode="auto">
          <a:xfrm>
            <a:off x="1835150" y="2997200"/>
            <a:ext cx="2133600" cy="547688"/>
            <a:chOff x="1200" y="1776"/>
            <a:chExt cx="1344" cy="345"/>
          </a:xfrm>
        </p:grpSpPr>
        <p:sp>
          <p:nvSpPr>
            <p:cNvPr id="88121" name="AutoShape 86">
              <a:extLst>
                <a:ext uri="{FF2B5EF4-FFF2-40B4-BE49-F238E27FC236}">
                  <a16:creationId xmlns:a16="http://schemas.microsoft.com/office/drawing/2014/main" id="{C45786E7-D1B4-44FC-A514-6121408B9935}"/>
                </a:ext>
              </a:extLst>
            </p:cNvPr>
            <p:cNvSpPr>
              <a:spLocks noChangeArrowheads="1"/>
            </p:cNvSpPr>
            <p:nvPr/>
          </p:nvSpPr>
          <p:spPr bwMode="auto">
            <a:xfrm>
              <a:off x="1200" y="1824"/>
              <a:ext cx="144" cy="288"/>
            </a:xfrm>
            <a:prstGeom prst="rightArrow">
              <a:avLst>
                <a:gd name="adj1" fmla="val 50000"/>
                <a:gd name="adj2" fmla="val 25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88122" name="Object 15">
              <a:extLst>
                <a:ext uri="{FF2B5EF4-FFF2-40B4-BE49-F238E27FC236}">
                  <a16:creationId xmlns:a16="http://schemas.microsoft.com/office/drawing/2014/main" id="{8B5D8A20-5AB9-4B40-BC49-0A170663F608}"/>
                </a:ext>
              </a:extLst>
            </p:cNvPr>
            <p:cNvGraphicFramePr>
              <a:graphicFrameLocks noChangeAspect="1"/>
            </p:cNvGraphicFramePr>
            <p:nvPr/>
          </p:nvGraphicFramePr>
          <p:xfrm>
            <a:off x="1488" y="1776"/>
            <a:ext cx="1056" cy="345"/>
          </p:xfrm>
          <a:graphic>
            <a:graphicData uri="http://schemas.openxmlformats.org/presentationml/2006/ole">
              <mc:AlternateContent xmlns:mc="http://schemas.openxmlformats.org/markup-compatibility/2006">
                <mc:Choice xmlns:v="urn:schemas-microsoft-com:vml" Requires="v">
                  <p:oleObj spid="_x0000_s88214" name="公式" r:id="rId5" imgW="838200" imgH="228600" progId="Equation.3">
                    <p:embed/>
                  </p:oleObj>
                </mc:Choice>
                <mc:Fallback>
                  <p:oleObj name="公式" r:id="rId5" imgW="838200" imgH="228600" progId="Equation.3">
                    <p:embed/>
                    <p:pic>
                      <p:nvPicPr>
                        <p:cNvPr id="0" name="Object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88" y="1776"/>
                          <a:ext cx="1056" cy="345"/>
                        </a:xfrm>
                        <a:prstGeom prst="rect">
                          <a:avLst/>
                        </a:prstGeom>
                        <a:solidFill>
                          <a:srgbClr val="66FF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1" name="Group 88">
            <a:extLst>
              <a:ext uri="{FF2B5EF4-FFF2-40B4-BE49-F238E27FC236}">
                <a16:creationId xmlns:a16="http://schemas.microsoft.com/office/drawing/2014/main" id="{0BE83AE8-834B-48CA-9DCD-443E5C6B7930}"/>
              </a:ext>
            </a:extLst>
          </p:cNvPr>
          <p:cNvGrpSpPr>
            <a:grpSpLocks/>
          </p:cNvGrpSpPr>
          <p:nvPr/>
        </p:nvGrpSpPr>
        <p:grpSpPr bwMode="auto">
          <a:xfrm>
            <a:off x="4211638" y="2997200"/>
            <a:ext cx="3529012" cy="533400"/>
            <a:chOff x="2688" y="1776"/>
            <a:chExt cx="2736" cy="336"/>
          </a:xfrm>
        </p:grpSpPr>
        <p:sp>
          <p:nvSpPr>
            <p:cNvPr id="88124" name="Text Box 89">
              <a:extLst>
                <a:ext uri="{FF2B5EF4-FFF2-40B4-BE49-F238E27FC236}">
                  <a16:creationId xmlns:a16="http://schemas.microsoft.com/office/drawing/2014/main" id="{E3CA504B-E5D7-4E70-B527-7B9629729A7B}"/>
                </a:ext>
              </a:extLst>
            </p:cNvPr>
            <p:cNvSpPr txBox="1">
              <a:spLocks noChangeArrowheads="1"/>
            </p:cNvSpPr>
            <p:nvPr/>
          </p:nvSpPr>
          <p:spPr bwMode="auto">
            <a:xfrm>
              <a:off x="3024" y="1776"/>
              <a:ext cx="2400" cy="327"/>
            </a:xfrm>
            <a:prstGeom prst="rect">
              <a:avLst/>
            </a:prstGeom>
            <a:solidFill>
              <a:srgbClr val="66FF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相轨线</a:t>
              </a:r>
              <a:r>
                <a:rPr lang="zh-CN" altLang="zh-CN" sz="2800" b="1"/>
                <a:t>退化为</a:t>
              </a:r>
              <a:r>
                <a:rPr lang="en-US" altLang="zh-CN" sz="2800" b="1" i="1"/>
                <a:t>P</a:t>
              </a:r>
              <a:r>
                <a:rPr lang="zh-CN" altLang="zh-CN" sz="2800" b="1"/>
                <a:t>点</a:t>
              </a:r>
              <a:endParaRPr lang="zh-CN" altLang="en-US" sz="2800" b="1"/>
            </a:p>
          </p:txBody>
        </p:sp>
        <p:sp>
          <p:nvSpPr>
            <p:cNvPr id="88125" name="AutoShape 90">
              <a:extLst>
                <a:ext uri="{FF2B5EF4-FFF2-40B4-BE49-F238E27FC236}">
                  <a16:creationId xmlns:a16="http://schemas.microsoft.com/office/drawing/2014/main" id="{D32F98C4-618C-47AB-B50F-0B43483165A2}"/>
                </a:ext>
              </a:extLst>
            </p:cNvPr>
            <p:cNvSpPr>
              <a:spLocks noChangeArrowheads="1"/>
            </p:cNvSpPr>
            <p:nvPr/>
          </p:nvSpPr>
          <p:spPr bwMode="auto">
            <a:xfrm>
              <a:off x="2688" y="1824"/>
              <a:ext cx="144" cy="288"/>
            </a:xfrm>
            <a:prstGeom prst="rightArrow">
              <a:avLst>
                <a:gd name="adj1" fmla="val 50000"/>
                <a:gd name="adj2" fmla="val 25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aphicFrame>
        <p:nvGraphicFramePr>
          <p:cNvPr id="114693" name="Object 5">
            <a:extLst>
              <a:ext uri="{FF2B5EF4-FFF2-40B4-BE49-F238E27FC236}">
                <a16:creationId xmlns:a16="http://schemas.microsoft.com/office/drawing/2014/main" id="{132C61B3-4A7C-4785-B836-ED344638DB48}"/>
              </a:ext>
            </a:extLst>
          </p:cNvPr>
          <p:cNvGraphicFramePr>
            <a:graphicFrameLocks noChangeAspect="1"/>
          </p:cNvGraphicFramePr>
          <p:nvPr/>
        </p:nvGraphicFramePr>
        <p:xfrm>
          <a:off x="228600" y="3629025"/>
          <a:ext cx="1447800" cy="555625"/>
        </p:xfrm>
        <a:graphic>
          <a:graphicData uri="http://schemas.openxmlformats.org/presentationml/2006/ole">
            <mc:AlternateContent xmlns:mc="http://schemas.openxmlformats.org/markup-compatibility/2006">
              <mc:Choice xmlns:v="urn:schemas-microsoft-com:vml" Requires="v">
                <p:oleObj spid="_x0000_s88215" name="公式" r:id="rId7" imgW="583947" imgH="228501" progId="Equation.3">
                  <p:embed/>
                </p:oleObj>
              </mc:Choice>
              <mc:Fallback>
                <p:oleObj name="公式" r:id="rId7" imgW="583947" imgH="228501"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8600" y="3629025"/>
                        <a:ext cx="1447800" cy="555625"/>
                      </a:xfrm>
                      <a:prstGeom prst="rect">
                        <a:avLst/>
                      </a:prstGeom>
                      <a:solidFill>
                        <a:srgbClr val="66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4694" name="Object 6">
            <a:extLst>
              <a:ext uri="{FF2B5EF4-FFF2-40B4-BE49-F238E27FC236}">
                <a16:creationId xmlns:a16="http://schemas.microsoft.com/office/drawing/2014/main" id="{73283D50-E79A-42ED-9E1D-0E41BB51CD00}"/>
              </a:ext>
            </a:extLst>
          </p:cNvPr>
          <p:cNvGraphicFramePr>
            <a:graphicFrameLocks noChangeAspect="1"/>
          </p:cNvGraphicFramePr>
          <p:nvPr/>
        </p:nvGraphicFramePr>
        <p:xfrm>
          <a:off x="3886200" y="3629025"/>
          <a:ext cx="1143000" cy="544513"/>
        </p:xfrm>
        <a:graphic>
          <a:graphicData uri="http://schemas.openxmlformats.org/presentationml/2006/ole">
            <mc:AlternateContent xmlns:mc="http://schemas.openxmlformats.org/markup-compatibility/2006">
              <mc:Choice xmlns:v="urn:schemas-microsoft-com:vml" Requires="v">
                <p:oleObj spid="_x0000_s88216" name="公式" r:id="rId9" imgW="545863" imgH="228501" progId="Equation.3">
                  <p:embed/>
                </p:oleObj>
              </mc:Choice>
              <mc:Fallback>
                <p:oleObj name="公式" r:id="rId9" imgW="545863" imgH="228501" progId="Equation.3">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86200" y="3629025"/>
                        <a:ext cx="1143000" cy="544513"/>
                      </a:xfrm>
                      <a:prstGeom prst="rect">
                        <a:avLst/>
                      </a:prstGeom>
                      <a:noFill/>
                      <a:ln>
                        <a:noFill/>
                      </a:ln>
                      <a:effectLst/>
                      <a:extLst>
                        <a:ext uri="{909E8E84-426E-40DD-AFC4-6F175D3DCCD1}">
                          <a14:hiddenFill xmlns:a14="http://schemas.microsoft.com/office/drawing/2010/main">
                            <a:solidFill>
                              <a:srgbClr val="66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4695" name="Object 7">
            <a:extLst>
              <a:ext uri="{FF2B5EF4-FFF2-40B4-BE49-F238E27FC236}">
                <a16:creationId xmlns:a16="http://schemas.microsoft.com/office/drawing/2014/main" id="{EF7E0E76-337B-4D2B-85F7-0C04E8F93561}"/>
              </a:ext>
            </a:extLst>
          </p:cNvPr>
          <p:cNvGraphicFramePr>
            <a:graphicFrameLocks noChangeAspect="1"/>
          </p:cNvGraphicFramePr>
          <p:nvPr/>
        </p:nvGraphicFramePr>
        <p:xfrm>
          <a:off x="7239000" y="3629025"/>
          <a:ext cx="1676400" cy="558800"/>
        </p:xfrm>
        <a:graphic>
          <a:graphicData uri="http://schemas.openxmlformats.org/presentationml/2006/ole">
            <mc:AlternateContent xmlns:mc="http://schemas.openxmlformats.org/markup-compatibility/2006">
              <mc:Choice xmlns:v="urn:schemas-microsoft-com:vml" Requires="v">
                <p:oleObj spid="_x0000_s88217" name="公式" r:id="rId11" imgW="889000" imgH="228600" progId="Equation.3">
                  <p:embed/>
                </p:oleObj>
              </mc:Choice>
              <mc:Fallback>
                <p:oleObj name="公式" r:id="rId11" imgW="889000" imgH="228600" progId="Equation.3">
                  <p:embed/>
                  <p:pic>
                    <p:nvPicPr>
                      <p:cNvPr id="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239000" y="3629025"/>
                        <a:ext cx="1676400" cy="558800"/>
                      </a:xfrm>
                      <a:prstGeom prst="rect">
                        <a:avLst/>
                      </a:prstGeom>
                      <a:noFill/>
                      <a:ln>
                        <a:noFill/>
                      </a:ln>
                      <a:effectLst/>
                      <a:extLst>
                        <a:ext uri="{909E8E84-426E-40DD-AFC4-6F175D3DCCD1}">
                          <a14:hiddenFill xmlns:a14="http://schemas.microsoft.com/office/drawing/2010/main">
                            <a:solidFill>
                              <a:srgbClr val="66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2" name="Group 94">
            <a:extLst>
              <a:ext uri="{FF2B5EF4-FFF2-40B4-BE49-F238E27FC236}">
                <a16:creationId xmlns:a16="http://schemas.microsoft.com/office/drawing/2014/main" id="{8661C49C-2225-4690-AB6D-0ECE267FB7BC}"/>
              </a:ext>
            </a:extLst>
          </p:cNvPr>
          <p:cNvGrpSpPr>
            <a:grpSpLocks/>
          </p:cNvGrpSpPr>
          <p:nvPr/>
        </p:nvGrpSpPr>
        <p:grpSpPr bwMode="auto">
          <a:xfrm>
            <a:off x="1828800" y="3629025"/>
            <a:ext cx="1849438" cy="533400"/>
            <a:chOff x="1152" y="2208"/>
            <a:chExt cx="1165" cy="336"/>
          </a:xfrm>
        </p:grpSpPr>
        <p:graphicFrame>
          <p:nvGraphicFramePr>
            <p:cNvPr id="88130" name="Object 14">
              <a:extLst>
                <a:ext uri="{FF2B5EF4-FFF2-40B4-BE49-F238E27FC236}">
                  <a16:creationId xmlns:a16="http://schemas.microsoft.com/office/drawing/2014/main" id="{0817CC4A-933F-46F3-9249-98023059DE84}"/>
                </a:ext>
              </a:extLst>
            </p:cNvPr>
            <p:cNvGraphicFramePr>
              <a:graphicFrameLocks noChangeAspect="1"/>
            </p:cNvGraphicFramePr>
            <p:nvPr/>
          </p:nvGraphicFramePr>
          <p:xfrm>
            <a:off x="1392" y="2208"/>
            <a:ext cx="925" cy="336"/>
          </p:xfrm>
          <a:graphic>
            <a:graphicData uri="http://schemas.openxmlformats.org/presentationml/2006/ole">
              <mc:AlternateContent xmlns:mc="http://schemas.openxmlformats.org/markup-compatibility/2006">
                <mc:Choice xmlns:v="urn:schemas-microsoft-com:vml" Requires="v">
                  <p:oleObj spid="_x0000_s88218" name="公式" r:id="rId13" imgW="660400" imgH="228600" progId="Equation.3">
                    <p:embed/>
                  </p:oleObj>
                </mc:Choice>
                <mc:Fallback>
                  <p:oleObj name="公式" r:id="rId13" imgW="660400" imgH="228600" progId="Equation.3">
                    <p:embed/>
                    <p:pic>
                      <p:nvPicPr>
                        <p:cNvPr id="0" name="Object 1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392" y="2208"/>
                          <a:ext cx="925" cy="336"/>
                        </a:xfrm>
                        <a:prstGeom prst="rect">
                          <a:avLst/>
                        </a:prstGeom>
                        <a:noFill/>
                        <a:ln>
                          <a:noFill/>
                        </a:ln>
                        <a:effectLst/>
                        <a:extLst>
                          <a:ext uri="{909E8E84-426E-40DD-AFC4-6F175D3DCCD1}">
                            <a14:hiddenFill xmlns:a14="http://schemas.microsoft.com/office/drawing/2010/main">
                              <a:solidFill>
                                <a:srgbClr val="66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8131" name="AutoShape 96">
              <a:extLst>
                <a:ext uri="{FF2B5EF4-FFF2-40B4-BE49-F238E27FC236}">
                  <a16:creationId xmlns:a16="http://schemas.microsoft.com/office/drawing/2014/main" id="{53990A3B-0D49-4CB3-B37E-3B60DBC379B1}"/>
                </a:ext>
              </a:extLst>
            </p:cNvPr>
            <p:cNvSpPr>
              <a:spLocks noChangeArrowheads="1"/>
            </p:cNvSpPr>
            <p:nvPr/>
          </p:nvSpPr>
          <p:spPr bwMode="auto">
            <a:xfrm>
              <a:off x="1152" y="2256"/>
              <a:ext cx="144" cy="288"/>
            </a:xfrm>
            <a:prstGeom prst="rightArrow">
              <a:avLst>
                <a:gd name="adj1" fmla="val 50000"/>
                <a:gd name="adj2" fmla="val 25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13" name="Group 97">
            <a:extLst>
              <a:ext uri="{FF2B5EF4-FFF2-40B4-BE49-F238E27FC236}">
                <a16:creationId xmlns:a16="http://schemas.microsoft.com/office/drawing/2014/main" id="{54564C61-DD96-4F28-954A-CC3316214870}"/>
              </a:ext>
            </a:extLst>
          </p:cNvPr>
          <p:cNvGrpSpPr>
            <a:grpSpLocks/>
          </p:cNvGrpSpPr>
          <p:nvPr/>
        </p:nvGrpSpPr>
        <p:grpSpPr bwMode="auto">
          <a:xfrm>
            <a:off x="228600" y="4238625"/>
            <a:ext cx="5105400" cy="533400"/>
            <a:chOff x="144" y="2592"/>
            <a:chExt cx="3216" cy="336"/>
          </a:xfrm>
        </p:grpSpPr>
        <p:sp>
          <p:nvSpPr>
            <p:cNvPr id="88133" name="Text Box 98">
              <a:extLst>
                <a:ext uri="{FF2B5EF4-FFF2-40B4-BE49-F238E27FC236}">
                  <a16:creationId xmlns:a16="http://schemas.microsoft.com/office/drawing/2014/main" id="{D827D9CB-343D-4CF4-8695-46DF1A8CA4AF}"/>
                </a:ext>
              </a:extLst>
            </p:cNvPr>
            <p:cNvSpPr txBox="1">
              <a:spLocks noChangeArrowheads="1"/>
            </p:cNvSpPr>
            <p:nvPr/>
          </p:nvSpPr>
          <p:spPr bwMode="auto">
            <a:xfrm>
              <a:off x="384" y="2592"/>
              <a:ext cx="297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r>
                <a:rPr lang="en-US" altLang="zh-CN" sz="2800"/>
                <a:t> </a:t>
              </a:r>
              <a:r>
                <a:rPr lang="zh-CN" altLang="zh-CN" sz="2800"/>
                <a:t>存在</a:t>
              </a:r>
              <a:r>
                <a:rPr lang="en-US" altLang="zh-CN" sz="2800" i="1"/>
                <a:t>x</a:t>
              </a:r>
              <a:r>
                <a:rPr lang="en-US" altLang="zh-CN" sz="2800" baseline="-25000"/>
                <a:t>1</a:t>
              </a:r>
              <a:r>
                <a:rPr lang="en-US" altLang="zh-CN" sz="2800"/>
                <a:t>&lt;</a:t>
              </a:r>
              <a:r>
                <a:rPr lang="en-US" altLang="zh-CN" sz="2800" i="1"/>
                <a:t>x</a:t>
              </a:r>
              <a:r>
                <a:rPr lang="en-US" altLang="zh-CN" sz="2800" baseline="-25000"/>
                <a:t>0</a:t>
              </a:r>
              <a:r>
                <a:rPr lang="en-US" altLang="zh-CN" sz="2800"/>
                <a:t>&lt;</a:t>
              </a:r>
              <a:r>
                <a:rPr lang="en-US" altLang="zh-CN" sz="2800" i="1"/>
                <a:t>x</a:t>
              </a:r>
              <a:r>
                <a:rPr lang="en-US" altLang="zh-CN" sz="2800" baseline="-25000"/>
                <a:t>2</a:t>
              </a:r>
              <a:r>
                <a:rPr lang="en-US" altLang="zh-CN" sz="2800"/>
                <a:t>, </a:t>
              </a:r>
              <a:r>
                <a:rPr lang="zh-CN" altLang="zh-CN" sz="2800"/>
                <a:t>使</a:t>
              </a:r>
              <a:r>
                <a:rPr lang="en-US" altLang="zh-CN" sz="2800" i="1"/>
                <a:t>f</a:t>
              </a:r>
              <a:r>
                <a:rPr lang="en-US" altLang="zh-CN" sz="2800"/>
                <a:t>(</a:t>
              </a:r>
              <a:r>
                <a:rPr lang="en-US" altLang="zh-CN" sz="2800" i="1"/>
                <a:t>x</a:t>
              </a:r>
              <a:r>
                <a:rPr lang="en-US" altLang="zh-CN" sz="2800" baseline="-25000"/>
                <a:t>1</a:t>
              </a:r>
              <a:r>
                <a:rPr lang="en-US" altLang="zh-CN" sz="2800"/>
                <a:t>)=</a:t>
              </a:r>
              <a:r>
                <a:rPr lang="en-US" altLang="zh-CN" sz="2800" i="1"/>
                <a:t>f</a:t>
              </a:r>
              <a:r>
                <a:rPr lang="en-US" altLang="zh-CN" sz="2800"/>
                <a:t>(</a:t>
              </a:r>
              <a:r>
                <a:rPr lang="en-US" altLang="zh-CN" sz="2800" i="1"/>
                <a:t>x</a:t>
              </a:r>
              <a:r>
                <a:rPr lang="en-US" altLang="zh-CN" sz="2800" baseline="-25000"/>
                <a:t>2</a:t>
              </a:r>
              <a:r>
                <a:rPr lang="en-US" altLang="zh-CN" sz="2800"/>
                <a:t>)=</a:t>
              </a:r>
              <a:r>
                <a:rPr lang="en-US" altLang="zh-CN" sz="2800" i="1"/>
                <a:t>p</a:t>
              </a:r>
              <a:endParaRPr lang="en-US" altLang="zh-CN" sz="2800"/>
            </a:p>
          </p:txBody>
        </p:sp>
        <p:sp>
          <p:nvSpPr>
            <p:cNvPr id="88134" name="AutoShape 99">
              <a:extLst>
                <a:ext uri="{FF2B5EF4-FFF2-40B4-BE49-F238E27FC236}">
                  <a16:creationId xmlns:a16="http://schemas.microsoft.com/office/drawing/2014/main" id="{9D3F0F20-E1B1-42DB-8C5B-794F1ADB63A8}"/>
                </a:ext>
              </a:extLst>
            </p:cNvPr>
            <p:cNvSpPr>
              <a:spLocks noChangeArrowheads="1"/>
            </p:cNvSpPr>
            <p:nvPr/>
          </p:nvSpPr>
          <p:spPr bwMode="auto">
            <a:xfrm>
              <a:off x="144" y="2640"/>
              <a:ext cx="144" cy="288"/>
            </a:xfrm>
            <a:prstGeom prst="rightArrow">
              <a:avLst>
                <a:gd name="adj1" fmla="val 50000"/>
                <a:gd name="adj2" fmla="val 25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14" name="Group 100">
            <a:extLst>
              <a:ext uri="{FF2B5EF4-FFF2-40B4-BE49-F238E27FC236}">
                <a16:creationId xmlns:a16="http://schemas.microsoft.com/office/drawing/2014/main" id="{683F022B-4A46-4442-AF99-1AA11D6785AC}"/>
              </a:ext>
            </a:extLst>
          </p:cNvPr>
          <p:cNvGrpSpPr>
            <a:grpSpLocks/>
          </p:cNvGrpSpPr>
          <p:nvPr/>
        </p:nvGrpSpPr>
        <p:grpSpPr bwMode="auto">
          <a:xfrm>
            <a:off x="5105400" y="3629025"/>
            <a:ext cx="1966913" cy="533400"/>
            <a:chOff x="3216" y="2208"/>
            <a:chExt cx="1239" cy="336"/>
          </a:xfrm>
        </p:grpSpPr>
        <p:sp>
          <p:nvSpPr>
            <p:cNvPr id="88136" name="AutoShape 101">
              <a:extLst>
                <a:ext uri="{FF2B5EF4-FFF2-40B4-BE49-F238E27FC236}">
                  <a16:creationId xmlns:a16="http://schemas.microsoft.com/office/drawing/2014/main" id="{F7D47750-E4AA-4CD3-90CE-EC00C0DE7F3E}"/>
                </a:ext>
              </a:extLst>
            </p:cNvPr>
            <p:cNvSpPr>
              <a:spLocks noChangeArrowheads="1"/>
            </p:cNvSpPr>
            <p:nvPr/>
          </p:nvSpPr>
          <p:spPr bwMode="auto">
            <a:xfrm>
              <a:off x="3216" y="2256"/>
              <a:ext cx="144" cy="288"/>
            </a:xfrm>
            <a:prstGeom prst="rightArrow">
              <a:avLst>
                <a:gd name="adj1" fmla="val 50000"/>
                <a:gd name="adj2" fmla="val 25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88137" name="Object 13">
              <a:extLst>
                <a:ext uri="{FF2B5EF4-FFF2-40B4-BE49-F238E27FC236}">
                  <a16:creationId xmlns:a16="http://schemas.microsoft.com/office/drawing/2014/main" id="{549AEB25-FDBB-4ADF-B855-D4F867C2B870}"/>
                </a:ext>
              </a:extLst>
            </p:cNvPr>
            <p:cNvGraphicFramePr>
              <a:graphicFrameLocks noChangeAspect="1"/>
            </p:cNvGraphicFramePr>
            <p:nvPr/>
          </p:nvGraphicFramePr>
          <p:xfrm>
            <a:off x="3408" y="2208"/>
            <a:ext cx="1047" cy="336"/>
          </p:xfrm>
          <a:graphic>
            <a:graphicData uri="http://schemas.openxmlformats.org/presentationml/2006/ole">
              <mc:AlternateContent xmlns:mc="http://schemas.openxmlformats.org/markup-compatibility/2006">
                <mc:Choice xmlns:v="urn:schemas-microsoft-com:vml" Requires="v">
                  <p:oleObj spid="_x0000_s88219" name="公式" r:id="rId15" imgW="647700" imgH="228600" progId="Equation.3">
                    <p:embed/>
                  </p:oleObj>
                </mc:Choice>
                <mc:Fallback>
                  <p:oleObj name="公式" r:id="rId15" imgW="647700" imgH="228600" progId="Equation.3">
                    <p:embed/>
                    <p:pic>
                      <p:nvPicPr>
                        <p:cNvPr id="0" name="Object 1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408" y="2208"/>
                          <a:ext cx="1047" cy="336"/>
                        </a:xfrm>
                        <a:prstGeom prst="rect">
                          <a:avLst/>
                        </a:prstGeom>
                        <a:noFill/>
                        <a:ln>
                          <a:noFill/>
                        </a:ln>
                        <a:effectLst/>
                        <a:extLst>
                          <a:ext uri="{909E8E84-426E-40DD-AFC4-6F175D3DCCD1}">
                            <a14:hiddenFill xmlns:a14="http://schemas.microsoft.com/office/drawing/2010/main">
                              <a:solidFill>
                                <a:srgbClr val="66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114696" name="Object 8">
            <a:extLst>
              <a:ext uri="{FF2B5EF4-FFF2-40B4-BE49-F238E27FC236}">
                <a16:creationId xmlns:a16="http://schemas.microsoft.com/office/drawing/2014/main" id="{9F3EC768-0950-4233-ACDD-F0EEC860E86F}"/>
              </a:ext>
            </a:extLst>
          </p:cNvPr>
          <p:cNvGraphicFramePr>
            <a:graphicFrameLocks noChangeAspect="1"/>
          </p:cNvGraphicFramePr>
          <p:nvPr/>
        </p:nvGraphicFramePr>
        <p:xfrm>
          <a:off x="101600" y="4908550"/>
          <a:ext cx="2184400" cy="473075"/>
        </p:xfrm>
        <a:graphic>
          <a:graphicData uri="http://schemas.openxmlformats.org/presentationml/2006/ole">
            <mc:AlternateContent xmlns:mc="http://schemas.openxmlformats.org/markup-compatibility/2006">
              <mc:Choice xmlns:v="urn:schemas-microsoft-com:vml" Requires="v">
                <p:oleObj spid="_x0000_s88220" name="公式" r:id="rId17" imgW="964781" imgH="215806" progId="Equation.3">
                  <p:embed/>
                </p:oleObj>
              </mc:Choice>
              <mc:Fallback>
                <p:oleObj name="公式" r:id="rId17" imgW="964781" imgH="215806" progId="Equation.3">
                  <p:embed/>
                  <p:pic>
                    <p:nvPicPr>
                      <p:cNvPr id="0" name="Object 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01600" y="4908550"/>
                        <a:ext cx="2184400" cy="473075"/>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4697" name="Object 9">
            <a:extLst>
              <a:ext uri="{FF2B5EF4-FFF2-40B4-BE49-F238E27FC236}">
                <a16:creationId xmlns:a16="http://schemas.microsoft.com/office/drawing/2014/main" id="{5A89B34B-6071-42B4-A37A-6EC793892894}"/>
              </a:ext>
            </a:extLst>
          </p:cNvPr>
          <p:cNvGraphicFramePr>
            <a:graphicFrameLocks noChangeAspect="1"/>
          </p:cNvGraphicFramePr>
          <p:nvPr/>
        </p:nvGraphicFramePr>
        <p:xfrm>
          <a:off x="5199063" y="4924425"/>
          <a:ext cx="1125537" cy="492125"/>
        </p:xfrm>
        <a:graphic>
          <a:graphicData uri="http://schemas.openxmlformats.org/presentationml/2006/ole">
            <mc:AlternateContent xmlns:mc="http://schemas.openxmlformats.org/markup-compatibility/2006">
              <mc:Choice xmlns:v="urn:schemas-microsoft-com:vml" Requires="v">
                <p:oleObj spid="_x0000_s88221" name="公式" r:id="rId19" imgW="596641" imgH="203112" progId="Equation.3">
                  <p:embed/>
                </p:oleObj>
              </mc:Choice>
              <mc:Fallback>
                <p:oleObj name="公式" r:id="rId19" imgW="596641" imgH="203112" progId="Equation.3">
                  <p:embed/>
                  <p:pic>
                    <p:nvPicPr>
                      <p:cNvPr id="0" name="Object 9"/>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199063" y="4924425"/>
                        <a:ext cx="1125537" cy="492125"/>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5" name="Group 105">
            <a:extLst>
              <a:ext uri="{FF2B5EF4-FFF2-40B4-BE49-F238E27FC236}">
                <a16:creationId xmlns:a16="http://schemas.microsoft.com/office/drawing/2014/main" id="{E3D9DD47-FB51-4F96-802B-A41D9AA0892D}"/>
              </a:ext>
            </a:extLst>
          </p:cNvPr>
          <p:cNvGrpSpPr>
            <a:grpSpLocks/>
          </p:cNvGrpSpPr>
          <p:nvPr/>
        </p:nvGrpSpPr>
        <p:grpSpPr bwMode="auto">
          <a:xfrm>
            <a:off x="685800" y="5457825"/>
            <a:ext cx="5029200" cy="533400"/>
            <a:chOff x="192" y="3360"/>
            <a:chExt cx="3168" cy="336"/>
          </a:xfrm>
        </p:grpSpPr>
        <p:sp>
          <p:nvSpPr>
            <p:cNvPr id="88141" name="Text Box 106">
              <a:extLst>
                <a:ext uri="{FF2B5EF4-FFF2-40B4-BE49-F238E27FC236}">
                  <a16:creationId xmlns:a16="http://schemas.microsoft.com/office/drawing/2014/main" id="{B0D700CA-2618-4CC4-91E5-7D5073FD4873}"/>
                </a:ext>
              </a:extLst>
            </p:cNvPr>
            <p:cNvSpPr txBox="1">
              <a:spLocks noChangeArrowheads="1"/>
            </p:cNvSpPr>
            <p:nvPr/>
          </p:nvSpPr>
          <p:spPr bwMode="auto">
            <a:xfrm>
              <a:off x="432" y="3369"/>
              <a:ext cx="29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r>
                <a:rPr lang="zh-CN" altLang="zh-CN" sz="2800"/>
                <a:t>存在</a:t>
              </a:r>
              <a:r>
                <a:rPr lang="en-US" altLang="zh-CN" sz="2800" i="1"/>
                <a:t>y</a:t>
              </a:r>
              <a:r>
                <a:rPr lang="en-US" altLang="zh-CN" sz="2800" baseline="-25000"/>
                <a:t>1</a:t>
              </a:r>
              <a:r>
                <a:rPr lang="en-US" altLang="zh-CN" sz="2800"/>
                <a:t>&lt;</a:t>
              </a:r>
              <a:r>
                <a:rPr lang="en-US" altLang="zh-CN" sz="2800" i="1"/>
                <a:t>y</a:t>
              </a:r>
              <a:r>
                <a:rPr lang="en-US" altLang="zh-CN" sz="2800" baseline="-25000"/>
                <a:t>0</a:t>
              </a:r>
              <a:r>
                <a:rPr lang="en-US" altLang="zh-CN" sz="2800"/>
                <a:t>&lt;</a:t>
              </a:r>
              <a:r>
                <a:rPr lang="en-US" altLang="zh-CN" sz="2800" i="1"/>
                <a:t>y</a:t>
              </a:r>
              <a:r>
                <a:rPr lang="en-US" altLang="zh-CN" sz="2800" baseline="-25000"/>
                <a:t>2</a:t>
              </a:r>
              <a:r>
                <a:rPr lang="en-US" altLang="zh-CN" sz="2800"/>
                <a:t>,</a:t>
              </a:r>
              <a:r>
                <a:rPr lang="zh-CN" altLang="zh-CN" sz="2800"/>
                <a:t>使</a:t>
              </a:r>
              <a:r>
                <a:rPr lang="en-US" altLang="zh-CN" sz="2800" i="1"/>
                <a:t>g</a:t>
              </a:r>
              <a:r>
                <a:rPr lang="en-US" altLang="zh-CN" sz="2800"/>
                <a:t>(</a:t>
              </a:r>
              <a:r>
                <a:rPr lang="en-US" altLang="zh-CN" sz="2800" i="1"/>
                <a:t>y</a:t>
              </a:r>
              <a:r>
                <a:rPr lang="en-US" altLang="zh-CN" sz="2800" baseline="-25000"/>
                <a:t>1</a:t>
              </a:r>
              <a:r>
                <a:rPr lang="en-US" altLang="zh-CN" sz="2800"/>
                <a:t>)=</a:t>
              </a:r>
              <a:r>
                <a:rPr lang="en-US" altLang="zh-CN" sz="2800" i="1"/>
                <a:t>g</a:t>
              </a:r>
              <a:r>
                <a:rPr lang="en-US" altLang="zh-CN" sz="2800"/>
                <a:t>(</a:t>
              </a:r>
              <a:r>
                <a:rPr lang="en-US" altLang="zh-CN" sz="2800" i="1"/>
                <a:t>y</a:t>
              </a:r>
              <a:r>
                <a:rPr lang="en-US" altLang="zh-CN" sz="2800" baseline="-25000"/>
                <a:t>2</a:t>
              </a:r>
              <a:r>
                <a:rPr lang="en-US" altLang="zh-CN" sz="2800"/>
                <a:t>)=</a:t>
              </a:r>
              <a:r>
                <a:rPr lang="en-US" altLang="zh-CN" sz="2800" i="1"/>
                <a:t>q</a:t>
              </a:r>
              <a:endParaRPr lang="en-US" altLang="zh-CN" sz="2800"/>
            </a:p>
          </p:txBody>
        </p:sp>
        <p:sp>
          <p:nvSpPr>
            <p:cNvPr id="88142" name="AutoShape 107">
              <a:extLst>
                <a:ext uri="{FF2B5EF4-FFF2-40B4-BE49-F238E27FC236}">
                  <a16:creationId xmlns:a16="http://schemas.microsoft.com/office/drawing/2014/main" id="{0F0FE2D3-C78E-44F4-BD92-C415F3914A9E}"/>
                </a:ext>
              </a:extLst>
            </p:cNvPr>
            <p:cNvSpPr>
              <a:spLocks noChangeArrowheads="1"/>
            </p:cNvSpPr>
            <p:nvPr/>
          </p:nvSpPr>
          <p:spPr bwMode="auto">
            <a:xfrm>
              <a:off x="192" y="3360"/>
              <a:ext cx="144" cy="288"/>
            </a:xfrm>
            <a:prstGeom prst="rightArrow">
              <a:avLst>
                <a:gd name="adj1" fmla="val 50000"/>
                <a:gd name="adj2" fmla="val 25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16" name="Group 108">
            <a:extLst>
              <a:ext uri="{FF2B5EF4-FFF2-40B4-BE49-F238E27FC236}">
                <a16:creationId xmlns:a16="http://schemas.microsoft.com/office/drawing/2014/main" id="{E06E21A1-A245-48DD-BAD9-54DF81D1D8D6}"/>
              </a:ext>
            </a:extLst>
          </p:cNvPr>
          <p:cNvGrpSpPr>
            <a:grpSpLocks/>
          </p:cNvGrpSpPr>
          <p:nvPr/>
        </p:nvGrpSpPr>
        <p:grpSpPr bwMode="auto">
          <a:xfrm>
            <a:off x="2362200" y="4848225"/>
            <a:ext cx="2743200" cy="533400"/>
            <a:chOff x="1488" y="2976"/>
            <a:chExt cx="1728" cy="336"/>
          </a:xfrm>
        </p:grpSpPr>
        <p:sp>
          <p:nvSpPr>
            <p:cNvPr id="88144" name="AutoShape 109">
              <a:extLst>
                <a:ext uri="{FF2B5EF4-FFF2-40B4-BE49-F238E27FC236}">
                  <a16:creationId xmlns:a16="http://schemas.microsoft.com/office/drawing/2014/main" id="{08CD2D5C-8BDD-4851-91C9-5CB41C37339D}"/>
                </a:ext>
              </a:extLst>
            </p:cNvPr>
            <p:cNvSpPr>
              <a:spLocks noChangeArrowheads="1"/>
            </p:cNvSpPr>
            <p:nvPr/>
          </p:nvSpPr>
          <p:spPr bwMode="auto">
            <a:xfrm>
              <a:off x="1488" y="3024"/>
              <a:ext cx="144" cy="288"/>
            </a:xfrm>
            <a:prstGeom prst="rightArrow">
              <a:avLst>
                <a:gd name="adj1" fmla="val 50000"/>
                <a:gd name="adj2" fmla="val 25000"/>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88145" name="Object 12">
              <a:extLst>
                <a:ext uri="{FF2B5EF4-FFF2-40B4-BE49-F238E27FC236}">
                  <a16:creationId xmlns:a16="http://schemas.microsoft.com/office/drawing/2014/main" id="{F3A3D432-7406-491E-B8AE-7195A1EDEC9D}"/>
                </a:ext>
              </a:extLst>
            </p:cNvPr>
            <p:cNvGraphicFramePr>
              <a:graphicFrameLocks noChangeAspect="1"/>
            </p:cNvGraphicFramePr>
            <p:nvPr/>
          </p:nvGraphicFramePr>
          <p:xfrm>
            <a:off x="1728" y="2976"/>
            <a:ext cx="1488" cy="336"/>
          </p:xfrm>
          <a:graphic>
            <a:graphicData uri="http://schemas.openxmlformats.org/presentationml/2006/ole">
              <mc:AlternateContent xmlns:mc="http://schemas.openxmlformats.org/markup-compatibility/2006">
                <mc:Choice xmlns:v="urn:schemas-microsoft-com:vml" Requires="v">
                  <p:oleObj spid="_x0000_s88222" name="公式" r:id="rId21" imgW="1028700" imgH="228600" progId="Equation.3">
                    <p:embed/>
                  </p:oleObj>
                </mc:Choice>
                <mc:Fallback>
                  <p:oleObj name="公式" r:id="rId21" imgW="1028700" imgH="228600" progId="Equation.3">
                    <p:embed/>
                    <p:pic>
                      <p:nvPicPr>
                        <p:cNvPr id="0" name="Object 1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728" y="2976"/>
                          <a:ext cx="1488" cy="336"/>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7" name="Group 111">
            <a:extLst>
              <a:ext uri="{FF2B5EF4-FFF2-40B4-BE49-F238E27FC236}">
                <a16:creationId xmlns:a16="http://schemas.microsoft.com/office/drawing/2014/main" id="{F5D2BF6D-C547-4FEC-B0A7-40588AA80798}"/>
              </a:ext>
            </a:extLst>
          </p:cNvPr>
          <p:cNvGrpSpPr>
            <a:grpSpLocks/>
          </p:cNvGrpSpPr>
          <p:nvPr/>
        </p:nvGrpSpPr>
        <p:grpSpPr bwMode="auto">
          <a:xfrm>
            <a:off x="6324600" y="4848225"/>
            <a:ext cx="2590800" cy="533400"/>
            <a:chOff x="4080" y="2976"/>
            <a:chExt cx="1536" cy="336"/>
          </a:xfrm>
        </p:grpSpPr>
        <p:graphicFrame>
          <p:nvGraphicFramePr>
            <p:cNvPr id="88147" name="Object 11">
              <a:extLst>
                <a:ext uri="{FF2B5EF4-FFF2-40B4-BE49-F238E27FC236}">
                  <a16:creationId xmlns:a16="http://schemas.microsoft.com/office/drawing/2014/main" id="{FBE9C91A-061B-4006-AE3E-63EFF50CC384}"/>
                </a:ext>
              </a:extLst>
            </p:cNvPr>
            <p:cNvGraphicFramePr>
              <a:graphicFrameLocks noChangeAspect="1"/>
            </p:cNvGraphicFramePr>
            <p:nvPr/>
          </p:nvGraphicFramePr>
          <p:xfrm>
            <a:off x="4344" y="2976"/>
            <a:ext cx="1272" cy="336"/>
          </p:xfrm>
          <a:graphic>
            <a:graphicData uri="http://schemas.openxmlformats.org/presentationml/2006/ole">
              <mc:AlternateContent xmlns:mc="http://schemas.openxmlformats.org/markup-compatibility/2006">
                <mc:Choice xmlns:v="urn:schemas-microsoft-com:vml" Requires="v">
                  <p:oleObj spid="_x0000_s88223" name="公式" r:id="rId23" imgW="876300" imgH="228600" progId="Equation.3">
                    <p:embed/>
                  </p:oleObj>
                </mc:Choice>
                <mc:Fallback>
                  <p:oleObj name="公式" r:id="rId23" imgW="876300" imgH="228600" progId="Equation.3">
                    <p:embed/>
                    <p:pic>
                      <p:nvPicPr>
                        <p:cNvPr id="0" name="Object 11"/>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344" y="2976"/>
                          <a:ext cx="1272" cy="336"/>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8148" name="AutoShape 113">
              <a:extLst>
                <a:ext uri="{FF2B5EF4-FFF2-40B4-BE49-F238E27FC236}">
                  <a16:creationId xmlns:a16="http://schemas.microsoft.com/office/drawing/2014/main" id="{682ED394-A27E-4E69-B634-206BEBC0C57B}"/>
                </a:ext>
              </a:extLst>
            </p:cNvPr>
            <p:cNvSpPr>
              <a:spLocks noChangeArrowheads="1"/>
            </p:cNvSpPr>
            <p:nvPr/>
          </p:nvSpPr>
          <p:spPr bwMode="auto">
            <a:xfrm>
              <a:off x="4080" y="3024"/>
              <a:ext cx="144" cy="288"/>
            </a:xfrm>
            <a:prstGeom prst="rightArrow">
              <a:avLst>
                <a:gd name="adj1" fmla="val 50000"/>
                <a:gd name="adj2" fmla="val 25000"/>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18" name="Group 115">
            <a:extLst>
              <a:ext uri="{FF2B5EF4-FFF2-40B4-BE49-F238E27FC236}">
                <a16:creationId xmlns:a16="http://schemas.microsoft.com/office/drawing/2014/main" id="{923D5F7C-78EA-4A51-B16A-0D5635F0EACC}"/>
              </a:ext>
            </a:extLst>
          </p:cNvPr>
          <p:cNvGrpSpPr>
            <a:grpSpLocks/>
          </p:cNvGrpSpPr>
          <p:nvPr/>
        </p:nvGrpSpPr>
        <p:grpSpPr bwMode="auto">
          <a:xfrm>
            <a:off x="4419600" y="6019800"/>
            <a:ext cx="4038600" cy="561975"/>
            <a:chOff x="2160" y="3744"/>
            <a:chExt cx="3072" cy="354"/>
          </a:xfrm>
        </p:grpSpPr>
        <p:sp>
          <p:nvSpPr>
            <p:cNvPr id="88150" name="Text Box 116">
              <a:extLst>
                <a:ext uri="{FF2B5EF4-FFF2-40B4-BE49-F238E27FC236}">
                  <a16:creationId xmlns:a16="http://schemas.microsoft.com/office/drawing/2014/main" id="{75489865-21C5-4AEF-A4AB-A7A094EA1204}"/>
                </a:ext>
              </a:extLst>
            </p:cNvPr>
            <p:cNvSpPr txBox="1">
              <a:spLocks noChangeArrowheads="1"/>
            </p:cNvSpPr>
            <p:nvPr/>
          </p:nvSpPr>
          <p:spPr bwMode="auto">
            <a:xfrm>
              <a:off x="2400" y="3744"/>
              <a:ext cx="2832" cy="327"/>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ea typeface="楷体_GB2312" pitchFamily="49" charset="-122"/>
                </a:rPr>
                <a:t>相轨线是封闭曲线族</a:t>
              </a:r>
            </a:p>
          </p:txBody>
        </p:sp>
        <p:sp>
          <p:nvSpPr>
            <p:cNvPr id="88151" name="AutoShape 117">
              <a:extLst>
                <a:ext uri="{FF2B5EF4-FFF2-40B4-BE49-F238E27FC236}">
                  <a16:creationId xmlns:a16="http://schemas.microsoft.com/office/drawing/2014/main" id="{47015513-DC9E-441E-8067-FFBEAFFF9CD9}"/>
                </a:ext>
              </a:extLst>
            </p:cNvPr>
            <p:cNvSpPr>
              <a:spLocks noChangeArrowheads="1"/>
            </p:cNvSpPr>
            <p:nvPr/>
          </p:nvSpPr>
          <p:spPr bwMode="auto">
            <a:xfrm>
              <a:off x="2160" y="3792"/>
              <a:ext cx="144" cy="306"/>
            </a:xfrm>
            <a:prstGeom prst="rightArrow">
              <a:avLst>
                <a:gd name="adj1" fmla="val 50000"/>
                <a:gd name="adj2" fmla="val 25000"/>
              </a:avLst>
            </a:prstGeom>
            <a:solidFill>
              <a:srgbClr val="FFFF00"/>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19" name="Group 132">
            <a:extLst>
              <a:ext uri="{FF2B5EF4-FFF2-40B4-BE49-F238E27FC236}">
                <a16:creationId xmlns:a16="http://schemas.microsoft.com/office/drawing/2014/main" id="{88A1BB6E-D0D5-4F32-B8EB-27A39C8A3F2D}"/>
              </a:ext>
            </a:extLst>
          </p:cNvPr>
          <p:cNvGrpSpPr>
            <a:grpSpLocks/>
          </p:cNvGrpSpPr>
          <p:nvPr/>
        </p:nvGrpSpPr>
        <p:grpSpPr bwMode="auto">
          <a:xfrm>
            <a:off x="7696200" y="733425"/>
            <a:ext cx="685800" cy="2014538"/>
            <a:chOff x="3360" y="432"/>
            <a:chExt cx="432" cy="1269"/>
          </a:xfrm>
        </p:grpSpPr>
        <p:sp>
          <p:nvSpPr>
            <p:cNvPr id="88153" name="Text Box 127">
              <a:extLst>
                <a:ext uri="{FF2B5EF4-FFF2-40B4-BE49-F238E27FC236}">
                  <a16:creationId xmlns:a16="http://schemas.microsoft.com/office/drawing/2014/main" id="{A2464E6B-0EDF-43CE-AC2E-0EF7F80293B6}"/>
                </a:ext>
              </a:extLst>
            </p:cNvPr>
            <p:cNvSpPr txBox="1">
              <a:spLocks noChangeArrowheads="1"/>
            </p:cNvSpPr>
            <p:nvPr/>
          </p:nvSpPr>
          <p:spPr bwMode="auto">
            <a:xfrm>
              <a:off x="3360" y="1475"/>
              <a:ext cx="226"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i="1"/>
                <a:t>x</a:t>
              </a:r>
            </a:p>
          </p:txBody>
        </p:sp>
        <p:sp>
          <p:nvSpPr>
            <p:cNvPr id="88154" name="Text Box 128">
              <a:extLst>
                <a:ext uri="{FF2B5EF4-FFF2-40B4-BE49-F238E27FC236}">
                  <a16:creationId xmlns:a16="http://schemas.microsoft.com/office/drawing/2014/main" id="{CF7B6CE3-73BF-4925-B829-6A620458A203}"/>
                </a:ext>
              </a:extLst>
            </p:cNvPr>
            <p:cNvSpPr txBox="1">
              <a:spLocks noChangeArrowheads="1"/>
            </p:cNvSpPr>
            <p:nvPr/>
          </p:nvSpPr>
          <p:spPr bwMode="auto">
            <a:xfrm>
              <a:off x="3455" y="1283"/>
              <a:ext cx="337"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i="1"/>
                <a:t>Q</a:t>
              </a:r>
              <a:r>
                <a:rPr lang="en-US" altLang="zh-CN" baseline="-25000"/>
                <a:t>3</a:t>
              </a:r>
            </a:p>
          </p:txBody>
        </p:sp>
        <p:sp>
          <p:nvSpPr>
            <p:cNvPr id="88155" name="Text Box 129">
              <a:extLst>
                <a:ext uri="{FF2B5EF4-FFF2-40B4-BE49-F238E27FC236}">
                  <a16:creationId xmlns:a16="http://schemas.microsoft.com/office/drawing/2014/main" id="{7848388D-88BF-426E-94E5-542EB120A58D}"/>
                </a:ext>
              </a:extLst>
            </p:cNvPr>
            <p:cNvSpPr txBox="1">
              <a:spLocks noChangeArrowheads="1"/>
            </p:cNvSpPr>
            <p:nvPr/>
          </p:nvSpPr>
          <p:spPr bwMode="auto">
            <a:xfrm>
              <a:off x="3360" y="432"/>
              <a:ext cx="337"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i="1"/>
                <a:t>Q</a:t>
              </a:r>
              <a:r>
                <a:rPr lang="en-US" altLang="zh-CN" baseline="-25000"/>
                <a:t>4</a:t>
              </a:r>
            </a:p>
          </p:txBody>
        </p:sp>
        <p:sp>
          <p:nvSpPr>
            <p:cNvPr id="88156" name="Line 131">
              <a:extLst>
                <a:ext uri="{FF2B5EF4-FFF2-40B4-BE49-F238E27FC236}">
                  <a16:creationId xmlns:a16="http://schemas.microsoft.com/office/drawing/2014/main" id="{FFB95FC9-46E6-4842-915B-A67550C53665}"/>
                </a:ext>
              </a:extLst>
            </p:cNvPr>
            <p:cNvSpPr>
              <a:spLocks noChangeShapeType="1"/>
            </p:cNvSpPr>
            <p:nvPr/>
          </p:nvSpPr>
          <p:spPr bwMode="auto">
            <a:xfrm flipV="1">
              <a:off x="3456" y="768"/>
              <a:ext cx="0" cy="768"/>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0" name="Group 133">
            <a:extLst>
              <a:ext uri="{FF2B5EF4-FFF2-40B4-BE49-F238E27FC236}">
                <a16:creationId xmlns:a16="http://schemas.microsoft.com/office/drawing/2014/main" id="{4C677DB7-9991-4677-9B9D-95A869F30AE7}"/>
              </a:ext>
            </a:extLst>
          </p:cNvPr>
          <p:cNvGrpSpPr>
            <a:grpSpLocks/>
          </p:cNvGrpSpPr>
          <p:nvPr/>
        </p:nvGrpSpPr>
        <p:grpSpPr bwMode="auto">
          <a:xfrm>
            <a:off x="152400" y="733425"/>
            <a:ext cx="3200400" cy="2166938"/>
            <a:chOff x="3840" y="720"/>
            <a:chExt cx="2016" cy="1365"/>
          </a:xfrm>
        </p:grpSpPr>
        <p:sp>
          <p:nvSpPr>
            <p:cNvPr id="88158" name="Arc 134">
              <a:extLst>
                <a:ext uri="{FF2B5EF4-FFF2-40B4-BE49-F238E27FC236}">
                  <a16:creationId xmlns:a16="http://schemas.microsoft.com/office/drawing/2014/main" id="{E678B14B-0C9D-4276-9BC7-AD5C0A0E2153}"/>
                </a:ext>
              </a:extLst>
            </p:cNvPr>
            <p:cNvSpPr>
              <a:spLocks/>
            </p:cNvSpPr>
            <p:nvPr/>
          </p:nvSpPr>
          <p:spPr bwMode="auto">
            <a:xfrm flipV="1">
              <a:off x="4069" y="1453"/>
              <a:ext cx="363" cy="40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8159" name="Arc 135">
              <a:extLst>
                <a:ext uri="{FF2B5EF4-FFF2-40B4-BE49-F238E27FC236}">
                  <a16:creationId xmlns:a16="http://schemas.microsoft.com/office/drawing/2014/main" id="{81265B7E-C6AA-4A7D-9A2A-699AE8B426D1}"/>
                </a:ext>
              </a:extLst>
            </p:cNvPr>
            <p:cNvSpPr>
              <a:spLocks/>
            </p:cNvSpPr>
            <p:nvPr/>
          </p:nvSpPr>
          <p:spPr bwMode="auto">
            <a:xfrm flipH="1">
              <a:off x="4432" y="1119"/>
              <a:ext cx="335" cy="347"/>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8160" name="Arc 136">
              <a:extLst>
                <a:ext uri="{FF2B5EF4-FFF2-40B4-BE49-F238E27FC236}">
                  <a16:creationId xmlns:a16="http://schemas.microsoft.com/office/drawing/2014/main" id="{42825A3C-2ECD-4711-BFFC-07C8AA1FD6C2}"/>
                </a:ext>
              </a:extLst>
            </p:cNvPr>
            <p:cNvSpPr>
              <a:spLocks/>
            </p:cNvSpPr>
            <p:nvPr/>
          </p:nvSpPr>
          <p:spPr bwMode="auto">
            <a:xfrm>
              <a:off x="4753" y="1120"/>
              <a:ext cx="293" cy="482"/>
            </a:xfrm>
            <a:custGeom>
              <a:avLst/>
              <a:gdLst>
                <a:gd name="T0" fmla="*/ 0 w 21555"/>
                <a:gd name="T1" fmla="*/ 0 h 21600"/>
                <a:gd name="T2" fmla="*/ 0 w 21555"/>
                <a:gd name="T3" fmla="*/ 0 h 21600"/>
                <a:gd name="T4" fmla="*/ 0 w 21555"/>
                <a:gd name="T5" fmla="*/ 0 h 21600"/>
                <a:gd name="T6" fmla="*/ 0 60000 65536"/>
                <a:gd name="T7" fmla="*/ 0 60000 65536"/>
                <a:gd name="T8" fmla="*/ 0 60000 65536"/>
                <a:gd name="T9" fmla="*/ 0 w 21555"/>
                <a:gd name="T10" fmla="*/ 0 h 21600"/>
                <a:gd name="T11" fmla="*/ 21555 w 21555"/>
                <a:gd name="T12" fmla="*/ 21600 h 21600"/>
              </a:gdLst>
              <a:ahLst/>
              <a:cxnLst>
                <a:cxn ang="T6">
                  <a:pos x="T0" y="T1"/>
                </a:cxn>
                <a:cxn ang="T7">
                  <a:pos x="T2" y="T3"/>
                </a:cxn>
                <a:cxn ang="T8">
                  <a:pos x="T4" y="T5"/>
                </a:cxn>
              </a:cxnLst>
              <a:rect l="T9" t="T10" r="T11" b="T12"/>
              <a:pathLst>
                <a:path w="21555" h="21600" fill="none" extrusionOk="0">
                  <a:moveTo>
                    <a:pt x="-1" y="0"/>
                  </a:moveTo>
                  <a:cubicBezTo>
                    <a:pt x="11390" y="0"/>
                    <a:pt x="20823" y="8845"/>
                    <a:pt x="21555" y="20211"/>
                  </a:cubicBezTo>
                </a:path>
                <a:path w="21555" h="21600" stroke="0" extrusionOk="0">
                  <a:moveTo>
                    <a:pt x="-1" y="0"/>
                  </a:moveTo>
                  <a:cubicBezTo>
                    <a:pt x="11390" y="0"/>
                    <a:pt x="20823" y="8845"/>
                    <a:pt x="21555" y="20211"/>
                  </a:cubicBezTo>
                  <a:lnTo>
                    <a:pt x="0" y="21600"/>
                  </a:lnTo>
                  <a:lnTo>
                    <a:pt x="-1" y="0"/>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8161" name="Line 137">
              <a:extLst>
                <a:ext uri="{FF2B5EF4-FFF2-40B4-BE49-F238E27FC236}">
                  <a16:creationId xmlns:a16="http://schemas.microsoft.com/office/drawing/2014/main" id="{F2FBE0EA-C079-479F-9311-CDB9731E826A}"/>
                </a:ext>
              </a:extLst>
            </p:cNvPr>
            <p:cNvSpPr>
              <a:spLocks noChangeShapeType="1"/>
            </p:cNvSpPr>
            <p:nvPr/>
          </p:nvSpPr>
          <p:spPr bwMode="auto">
            <a:xfrm>
              <a:off x="4069" y="1861"/>
              <a:ext cx="1661" cy="0"/>
            </a:xfrm>
            <a:prstGeom prst="line">
              <a:avLst/>
            </a:prstGeom>
            <a:noFill/>
            <a:ln w="9525">
              <a:solidFill>
                <a:srgbClr val="000000"/>
              </a:solidFill>
              <a:round/>
              <a:headEnd/>
              <a:tailEnd type="stealth" w="sm" len="lg"/>
            </a:ln>
            <a:extLst>
              <a:ext uri="{909E8E84-426E-40DD-AFC4-6F175D3DCCD1}">
                <a14:hiddenFill xmlns:a14="http://schemas.microsoft.com/office/drawing/2010/main">
                  <a:noFill/>
                </a14:hiddenFill>
              </a:ext>
            </a:extLst>
          </p:spPr>
          <p:txBody>
            <a:bodyPr/>
            <a:lstStyle/>
            <a:p>
              <a:endParaRPr lang="zh-CN" altLang="en-US"/>
            </a:p>
          </p:txBody>
        </p:sp>
        <p:sp>
          <p:nvSpPr>
            <p:cNvPr id="88162" name="Arc 138">
              <a:extLst>
                <a:ext uri="{FF2B5EF4-FFF2-40B4-BE49-F238E27FC236}">
                  <a16:creationId xmlns:a16="http://schemas.microsoft.com/office/drawing/2014/main" id="{1AA96CD4-775E-4436-9774-F29B35A9FE43}"/>
                </a:ext>
              </a:extLst>
            </p:cNvPr>
            <p:cNvSpPr>
              <a:spLocks/>
            </p:cNvSpPr>
            <p:nvPr/>
          </p:nvSpPr>
          <p:spPr bwMode="auto">
            <a:xfrm flipH="1" flipV="1">
              <a:off x="5055" y="1536"/>
              <a:ext cx="338" cy="222"/>
            </a:xfrm>
            <a:custGeom>
              <a:avLst/>
              <a:gdLst>
                <a:gd name="T0" fmla="*/ 0 w 26463"/>
                <a:gd name="T1" fmla="*/ 0 h 21600"/>
                <a:gd name="T2" fmla="*/ 0 w 26463"/>
                <a:gd name="T3" fmla="*/ 0 h 21600"/>
                <a:gd name="T4" fmla="*/ 0 w 26463"/>
                <a:gd name="T5" fmla="*/ 0 h 21600"/>
                <a:gd name="T6" fmla="*/ 0 60000 65536"/>
                <a:gd name="T7" fmla="*/ 0 60000 65536"/>
                <a:gd name="T8" fmla="*/ 0 60000 65536"/>
                <a:gd name="T9" fmla="*/ 0 w 26463"/>
                <a:gd name="T10" fmla="*/ 0 h 21600"/>
                <a:gd name="T11" fmla="*/ 26463 w 26463"/>
                <a:gd name="T12" fmla="*/ 21600 h 21600"/>
              </a:gdLst>
              <a:ahLst/>
              <a:cxnLst>
                <a:cxn ang="T6">
                  <a:pos x="T0" y="T1"/>
                </a:cxn>
                <a:cxn ang="T7">
                  <a:pos x="T2" y="T3"/>
                </a:cxn>
                <a:cxn ang="T8">
                  <a:pos x="T4" y="T5"/>
                </a:cxn>
              </a:cxnLst>
              <a:rect l="T9" t="T10" r="T11" b="T12"/>
              <a:pathLst>
                <a:path w="26463" h="21600" fill="none" extrusionOk="0">
                  <a:moveTo>
                    <a:pt x="0" y="571"/>
                  </a:moveTo>
                  <a:cubicBezTo>
                    <a:pt x="1617" y="191"/>
                    <a:pt x="3273" y="-1"/>
                    <a:pt x="4935" y="0"/>
                  </a:cubicBezTo>
                  <a:cubicBezTo>
                    <a:pt x="16181" y="0"/>
                    <a:pt x="25546" y="8630"/>
                    <a:pt x="26463" y="19839"/>
                  </a:cubicBezTo>
                </a:path>
                <a:path w="26463" h="21600" stroke="0" extrusionOk="0">
                  <a:moveTo>
                    <a:pt x="0" y="571"/>
                  </a:moveTo>
                  <a:cubicBezTo>
                    <a:pt x="1617" y="191"/>
                    <a:pt x="3273" y="-1"/>
                    <a:pt x="4935" y="0"/>
                  </a:cubicBezTo>
                  <a:cubicBezTo>
                    <a:pt x="16181" y="0"/>
                    <a:pt x="25546" y="8630"/>
                    <a:pt x="26463" y="19839"/>
                  </a:cubicBezTo>
                  <a:lnTo>
                    <a:pt x="4935" y="21600"/>
                  </a:lnTo>
                  <a:lnTo>
                    <a:pt x="0" y="571"/>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8163" name="Line 139">
              <a:extLst>
                <a:ext uri="{FF2B5EF4-FFF2-40B4-BE49-F238E27FC236}">
                  <a16:creationId xmlns:a16="http://schemas.microsoft.com/office/drawing/2014/main" id="{F1558FD4-5B43-467D-9280-3C560D68EFB2}"/>
                </a:ext>
              </a:extLst>
            </p:cNvPr>
            <p:cNvSpPr>
              <a:spLocks noChangeShapeType="1"/>
            </p:cNvSpPr>
            <p:nvPr/>
          </p:nvSpPr>
          <p:spPr bwMode="auto">
            <a:xfrm flipH="1" flipV="1">
              <a:off x="4080" y="789"/>
              <a:ext cx="0" cy="1056"/>
            </a:xfrm>
            <a:prstGeom prst="line">
              <a:avLst/>
            </a:prstGeom>
            <a:noFill/>
            <a:ln w="9525">
              <a:solidFill>
                <a:srgbClr val="000000"/>
              </a:solidFill>
              <a:round/>
              <a:headEnd/>
              <a:tailEnd type="stealth" w="sm" len="lg"/>
            </a:ln>
            <a:extLst>
              <a:ext uri="{909E8E84-426E-40DD-AFC4-6F175D3DCCD1}">
                <a14:hiddenFill xmlns:a14="http://schemas.microsoft.com/office/drawing/2010/main">
                  <a:noFill/>
                </a14:hiddenFill>
              </a:ext>
            </a:extLst>
          </p:spPr>
          <p:txBody>
            <a:bodyPr/>
            <a:lstStyle/>
            <a:p>
              <a:endParaRPr lang="zh-CN" altLang="en-US"/>
            </a:p>
          </p:txBody>
        </p:sp>
        <p:sp>
          <p:nvSpPr>
            <p:cNvPr id="88164" name="Line 140">
              <a:extLst>
                <a:ext uri="{FF2B5EF4-FFF2-40B4-BE49-F238E27FC236}">
                  <a16:creationId xmlns:a16="http://schemas.microsoft.com/office/drawing/2014/main" id="{9FE21902-73A8-41D9-9601-B7BB5A4A1B2A}"/>
                </a:ext>
              </a:extLst>
            </p:cNvPr>
            <p:cNvSpPr>
              <a:spLocks noChangeShapeType="1"/>
            </p:cNvSpPr>
            <p:nvPr/>
          </p:nvSpPr>
          <p:spPr bwMode="auto">
            <a:xfrm flipH="1">
              <a:off x="4097" y="1125"/>
              <a:ext cx="656"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8165" name="Line 141">
              <a:extLst>
                <a:ext uri="{FF2B5EF4-FFF2-40B4-BE49-F238E27FC236}">
                  <a16:creationId xmlns:a16="http://schemas.microsoft.com/office/drawing/2014/main" id="{BD2FEF8E-53B2-4864-9B89-ABFB41904E28}"/>
                </a:ext>
              </a:extLst>
            </p:cNvPr>
            <p:cNvSpPr>
              <a:spLocks noChangeShapeType="1"/>
            </p:cNvSpPr>
            <p:nvPr/>
          </p:nvSpPr>
          <p:spPr bwMode="auto">
            <a:xfrm>
              <a:off x="4753" y="1132"/>
              <a:ext cx="0" cy="729"/>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8166" name="Text Box 142">
              <a:extLst>
                <a:ext uri="{FF2B5EF4-FFF2-40B4-BE49-F238E27FC236}">
                  <a16:creationId xmlns:a16="http://schemas.microsoft.com/office/drawing/2014/main" id="{3AD5106E-FFFD-4457-8403-F65836A899C7}"/>
                </a:ext>
              </a:extLst>
            </p:cNvPr>
            <p:cNvSpPr txBox="1">
              <a:spLocks noChangeArrowheads="1"/>
            </p:cNvSpPr>
            <p:nvPr/>
          </p:nvSpPr>
          <p:spPr bwMode="auto">
            <a:xfrm>
              <a:off x="4117" y="720"/>
              <a:ext cx="491"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i="1"/>
                <a:t>f</a:t>
              </a:r>
              <a:r>
                <a:rPr lang="en-US" altLang="zh-CN"/>
                <a:t>(</a:t>
              </a:r>
              <a:r>
                <a:rPr lang="en-US" altLang="zh-CN" i="1"/>
                <a:t>x</a:t>
              </a:r>
              <a:r>
                <a:rPr lang="en-US" altLang="zh-CN"/>
                <a:t>)</a:t>
              </a:r>
            </a:p>
          </p:txBody>
        </p:sp>
        <p:sp>
          <p:nvSpPr>
            <p:cNvPr id="88167" name="Text Box 143">
              <a:extLst>
                <a:ext uri="{FF2B5EF4-FFF2-40B4-BE49-F238E27FC236}">
                  <a16:creationId xmlns:a16="http://schemas.microsoft.com/office/drawing/2014/main" id="{0D94F04A-3D58-4526-BE92-54107DC5FBBB}"/>
                </a:ext>
              </a:extLst>
            </p:cNvPr>
            <p:cNvSpPr txBox="1">
              <a:spLocks noChangeArrowheads="1"/>
            </p:cNvSpPr>
            <p:nvPr/>
          </p:nvSpPr>
          <p:spPr bwMode="auto">
            <a:xfrm>
              <a:off x="5493" y="1797"/>
              <a:ext cx="363"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i="1"/>
                <a:t>x</a:t>
              </a:r>
            </a:p>
          </p:txBody>
        </p:sp>
        <p:sp>
          <p:nvSpPr>
            <p:cNvPr id="88168" name="Text Box 144">
              <a:extLst>
                <a:ext uri="{FF2B5EF4-FFF2-40B4-BE49-F238E27FC236}">
                  <a16:creationId xmlns:a16="http://schemas.microsoft.com/office/drawing/2014/main" id="{1A373EE5-5D3F-43DD-B276-7513C26854F2}"/>
                </a:ext>
              </a:extLst>
            </p:cNvPr>
            <p:cNvSpPr txBox="1">
              <a:spLocks noChangeArrowheads="1"/>
            </p:cNvSpPr>
            <p:nvPr/>
          </p:nvSpPr>
          <p:spPr bwMode="auto">
            <a:xfrm>
              <a:off x="4572" y="1787"/>
              <a:ext cx="276"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i="1"/>
                <a:t>x</a:t>
              </a:r>
              <a:r>
                <a:rPr lang="en-US" altLang="zh-CN" baseline="-25000"/>
                <a:t>0</a:t>
              </a:r>
            </a:p>
          </p:txBody>
        </p:sp>
        <p:sp>
          <p:nvSpPr>
            <p:cNvPr id="88169" name="Text Box 145">
              <a:extLst>
                <a:ext uri="{FF2B5EF4-FFF2-40B4-BE49-F238E27FC236}">
                  <a16:creationId xmlns:a16="http://schemas.microsoft.com/office/drawing/2014/main" id="{8CBFD9A4-ED34-4906-A293-F2A27FBF8BA3}"/>
                </a:ext>
              </a:extLst>
            </p:cNvPr>
            <p:cNvSpPr txBox="1">
              <a:spLocks noChangeArrowheads="1"/>
            </p:cNvSpPr>
            <p:nvPr/>
          </p:nvSpPr>
          <p:spPr bwMode="auto">
            <a:xfrm>
              <a:off x="3840" y="981"/>
              <a:ext cx="336"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i="1"/>
                <a:t>f</a:t>
              </a:r>
              <a:r>
                <a:rPr lang="en-US" altLang="zh-CN" i="1" baseline="-25000"/>
                <a:t>m</a:t>
              </a:r>
            </a:p>
          </p:txBody>
        </p:sp>
        <p:sp>
          <p:nvSpPr>
            <p:cNvPr id="88170" name="Text Box 146">
              <a:extLst>
                <a:ext uri="{FF2B5EF4-FFF2-40B4-BE49-F238E27FC236}">
                  <a16:creationId xmlns:a16="http://schemas.microsoft.com/office/drawing/2014/main" id="{F893CF59-425B-4686-938F-D9354D133641}"/>
                </a:ext>
              </a:extLst>
            </p:cNvPr>
            <p:cNvSpPr txBox="1">
              <a:spLocks noChangeArrowheads="1"/>
            </p:cNvSpPr>
            <p:nvPr/>
          </p:nvSpPr>
          <p:spPr bwMode="auto">
            <a:xfrm>
              <a:off x="4005" y="1841"/>
              <a:ext cx="363"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2000" i="1"/>
                <a:t>O</a:t>
              </a:r>
            </a:p>
          </p:txBody>
        </p:sp>
      </p:grpSp>
      <p:grpSp>
        <p:nvGrpSpPr>
          <p:cNvPr id="21" name="Group 147">
            <a:extLst>
              <a:ext uri="{FF2B5EF4-FFF2-40B4-BE49-F238E27FC236}">
                <a16:creationId xmlns:a16="http://schemas.microsoft.com/office/drawing/2014/main" id="{02139477-5BE0-41E9-8BAE-B723CAFE9E72}"/>
              </a:ext>
            </a:extLst>
          </p:cNvPr>
          <p:cNvGrpSpPr>
            <a:grpSpLocks/>
          </p:cNvGrpSpPr>
          <p:nvPr/>
        </p:nvGrpSpPr>
        <p:grpSpPr bwMode="auto">
          <a:xfrm>
            <a:off x="3048000" y="809625"/>
            <a:ext cx="3200400" cy="2133600"/>
            <a:chOff x="3600" y="2976"/>
            <a:chExt cx="2016" cy="1344"/>
          </a:xfrm>
        </p:grpSpPr>
        <p:sp>
          <p:nvSpPr>
            <p:cNvPr id="88172" name="Arc 148">
              <a:extLst>
                <a:ext uri="{FF2B5EF4-FFF2-40B4-BE49-F238E27FC236}">
                  <a16:creationId xmlns:a16="http://schemas.microsoft.com/office/drawing/2014/main" id="{86648284-847A-479F-83E6-3E8CF6E61C6B}"/>
                </a:ext>
              </a:extLst>
            </p:cNvPr>
            <p:cNvSpPr>
              <a:spLocks/>
            </p:cNvSpPr>
            <p:nvPr/>
          </p:nvSpPr>
          <p:spPr bwMode="auto">
            <a:xfrm flipV="1">
              <a:off x="3899" y="3686"/>
              <a:ext cx="291" cy="38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8173" name="Arc 149">
              <a:extLst>
                <a:ext uri="{FF2B5EF4-FFF2-40B4-BE49-F238E27FC236}">
                  <a16:creationId xmlns:a16="http://schemas.microsoft.com/office/drawing/2014/main" id="{64967045-616D-478C-B639-3538B020802B}"/>
                </a:ext>
              </a:extLst>
            </p:cNvPr>
            <p:cNvSpPr>
              <a:spLocks/>
            </p:cNvSpPr>
            <p:nvPr/>
          </p:nvSpPr>
          <p:spPr bwMode="auto">
            <a:xfrm flipH="1">
              <a:off x="4190" y="3379"/>
              <a:ext cx="336" cy="307"/>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8174" name="Arc 150">
              <a:extLst>
                <a:ext uri="{FF2B5EF4-FFF2-40B4-BE49-F238E27FC236}">
                  <a16:creationId xmlns:a16="http://schemas.microsoft.com/office/drawing/2014/main" id="{1A38FAD5-AD32-4F29-85D8-52E09ABFBEDC}"/>
                </a:ext>
              </a:extLst>
            </p:cNvPr>
            <p:cNvSpPr>
              <a:spLocks/>
            </p:cNvSpPr>
            <p:nvPr/>
          </p:nvSpPr>
          <p:spPr bwMode="auto">
            <a:xfrm>
              <a:off x="4526" y="3379"/>
              <a:ext cx="303" cy="259"/>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8175" name="Arc 151">
              <a:extLst>
                <a:ext uri="{FF2B5EF4-FFF2-40B4-BE49-F238E27FC236}">
                  <a16:creationId xmlns:a16="http://schemas.microsoft.com/office/drawing/2014/main" id="{20ACDEC7-46B3-44D6-9ACF-69EEAC506A58}"/>
                </a:ext>
              </a:extLst>
            </p:cNvPr>
            <p:cNvSpPr>
              <a:spLocks/>
            </p:cNvSpPr>
            <p:nvPr/>
          </p:nvSpPr>
          <p:spPr bwMode="auto">
            <a:xfrm flipH="1" flipV="1">
              <a:off x="4829" y="3648"/>
              <a:ext cx="369" cy="25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8176" name="Line 152">
              <a:extLst>
                <a:ext uri="{FF2B5EF4-FFF2-40B4-BE49-F238E27FC236}">
                  <a16:creationId xmlns:a16="http://schemas.microsoft.com/office/drawing/2014/main" id="{5F3E6C9C-6412-48A7-A65E-74481495A6FD}"/>
                </a:ext>
              </a:extLst>
            </p:cNvPr>
            <p:cNvSpPr>
              <a:spLocks noChangeShapeType="1"/>
            </p:cNvSpPr>
            <p:nvPr/>
          </p:nvSpPr>
          <p:spPr bwMode="auto">
            <a:xfrm>
              <a:off x="3922" y="4080"/>
              <a:ext cx="1500" cy="0"/>
            </a:xfrm>
            <a:prstGeom prst="line">
              <a:avLst/>
            </a:prstGeom>
            <a:noFill/>
            <a:ln w="9525">
              <a:solidFill>
                <a:srgbClr val="000000"/>
              </a:solidFill>
              <a:round/>
              <a:headEnd/>
              <a:tailEnd type="stealth" w="sm" len="lg"/>
            </a:ln>
            <a:extLst>
              <a:ext uri="{909E8E84-426E-40DD-AFC4-6F175D3DCCD1}">
                <a14:hiddenFill xmlns:a14="http://schemas.microsoft.com/office/drawing/2010/main">
                  <a:noFill/>
                </a14:hiddenFill>
              </a:ext>
            </a:extLst>
          </p:spPr>
          <p:txBody>
            <a:bodyPr/>
            <a:lstStyle/>
            <a:p>
              <a:endParaRPr lang="zh-CN" altLang="en-US"/>
            </a:p>
          </p:txBody>
        </p:sp>
        <p:sp>
          <p:nvSpPr>
            <p:cNvPr id="88177" name="Line 153">
              <a:extLst>
                <a:ext uri="{FF2B5EF4-FFF2-40B4-BE49-F238E27FC236}">
                  <a16:creationId xmlns:a16="http://schemas.microsoft.com/office/drawing/2014/main" id="{60F731A0-BDC0-43C4-A1A0-724BD3AC1412}"/>
                </a:ext>
              </a:extLst>
            </p:cNvPr>
            <p:cNvSpPr>
              <a:spLocks noChangeShapeType="1"/>
            </p:cNvSpPr>
            <p:nvPr/>
          </p:nvSpPr>
          <p:spPr bwMode="auto">
            <a:xfrm flipV="1">
              <a:off x="3899" y="3062"/>
              <a:ext cx="0" cy="1018"/>
            </a:xfrm>
            <a:prstGeom prst="line">
              <a:avLst/>
            </a:prstGeom>
            <a:noFill/>
            <a:ln w="9525">
              <a:solidFill>
                <a:srgbClr val="000000"/>
              </a:solidFill>
              <a:round/>
              <a:headEnd/>
              <a:tailEnd type="stealth" w="sm" len="lg"/>
            </a:ln>
            <a:extLst>
              <a:ext uri="{909E8E84-426E-40DD-AFC4-6F175D3DCCD1}">
                <a14:hiddenFill xmlns:a14="http://schemas.microsoft.com/office/drawing/2010/main">
                  <a:noFill/>
                </a14:hiddenFill>
              </a:ext>
            </a:extLst>
          </p:spPr>
          <p:txBody>
            <a:bodyPr/>
            <a:lstStyle/>
            <a:p>
              <a:endParaRPr lang="zh-CN" altLang="en-US"/>
            </a:p>
          </p:txBody>
        </p:sp>
        <p:sp>
          <p:nvSpPr>
            <p:cNvPr id="88178" name="Line 154">
              <a:extLst>
                <a:ext uri="{FF2B5EF4-FFF2-40B4-BE49-F238E27FC236}">
                  <a16:creationId xmlns:a16="http://schemas.microsoft.com/office/drawing/2014/main" id="{7FF6496D-8766-44EB-A10E-B791CB051E16}"/>
                </a:ext>
              </a:extLst>
            </p:cNvPr>
            <p:cNvSpPr>
              <a:spLocks noChangeShapeType="1"/>
            </p:cNvSpPr>
            <p:nvPr/>
          </p:nvSpPr>
          <p:spPr bwMode="auto">
            <a:xfrm flipH="1">
              <a:off x="3899" y="3379"/>
              <a:ext cx="616"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8179" name="Line 155">
              <a:extLst>
                <a:ext uri="{FF2B5EF4-FFF2-40B4-BE49-F238E27FC236}">
                  <a16:creationId xmlns:a16="http://schemas.microsoft.com/office/drawing/2014/main" id="{58B2C55C-E33E-4EF7-BE03-1A7086EE8D17}"/>
                </a:ext>
              </a:extLst>
            </p:cNvPr>
            <p:cNvSpPr>
              <a:spLocks noChangeShapeType="1"/>
            </p:cNvSpPr>
            <p:nvPr/>
          </p:nvSpPr>
          <p:spPr bwMode="auto">
            <a:xfrm>
              <a:off x="4515" y="3389"/>
              <a:ext cx="0" cy="691"/>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8180" name="Text Box 156">
              <a:extLst>
                <a:ext uri="{FF2B5EF4-FFF2-40B4-BE49-F238E27FC236}">
                  <a16:creationId xmlns:a16="http://schemas.microsoft.com/office/drawing/2014/main" id="{A3DEB555-A738-4DB2-B8CD-EF15817FD2CC}"/>
                </a:ext>
              </a:extLst>
            </p:cNvPr>
            <p:cNvSpPr txBox="1">
              <a:spLocks noChangeArrowheads="1"/>
            </p:cNvSpPr>
            <p:nvPr/>
          </p:nvSpPr>
          <p:spPr bwMode="auto">
            <a:xfrm>
              <a:off x="3888" y="2976"/>
              <a:ext cx="459"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i="1"/>
                <a:t>g</a:t>
              </a:r>
              <a:r>
                <a:rPr lang="en-US" altLang="zh-CN"/>
                <a:t>(</a:t>
              </a:r>
              <a:r>
                <a:rPr lang="en-US" altLang="zh-CN" i="1"/>
                <a:t>y</a:t>
              </a:r>
              <a:r>
                <a:rPr lang="en-US" altLang="zh-CN"/>
                <a:t>)</a:t>
              </a:r>
            </a:p>
          </p:txBody>
        </p:sp>
        <p:sp>
          <p:nvSpPr>
            <p:cNvPr id="88181" name="Text Box 157">
              <a:extLst>
                <a:ext uri="{FF2B5EF4-FFF2-40B4-BE49-F238E27FC236}">
                  <a16:creationId xmlns:a16="http://schemas.microsoft.com/office/drawing/2014/main" id="{A77AF23B-AF1D-4924-813D-87B05AF1D197}"/>
                </a:ext>
              </a:extLst>
            </p:cNvPr>
            <p:cNvSpPr txBox="1">
              <a:spLocks noChangeArrowheads="1"/>
            </p:cNvSpPr>
            <p:nvPr/>
          </p:nvSpPr>
          <p:spPr bwMode="auto">
            <a:xfrm>
              <a:off x="3600" y="3275"/>
              <a:ext cx="325"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i="1"/>
                <a:t>g</a:t>
              </a:r>
              <a:r>
                <a:rPr lang="en-US" altLang="zh-CN" i="1" baseline="-25000"/>
                <a:t>m</a:t>
              </a:r>
            </a:p>
          </p:txBody>
        </p:sp>
        <p:sp>
          <p:nvSpPr>
            <p:cNvPr id="88182" name="Text Box 158">
              <a:extLst>
                <a:ext uri="{FF2B5EF4-FFF2-40B4-BE49-F238E27FC236}">
                  <a16:creationId xmlns:a16="http://schemas.microsoft.com/office/drawing/2014/main" id="{F6865F78-77C7-4972-9D51-ECF034DC4EFC}"/>
                </a:ext>
              </a:extLst>
            </p:cNvPr>
            <p:cNvSpPr txBox="1">
              <a:spLocks noChangeArrowheads="1"/>
            </p:cNvSpPr>
            <p:nvPr/>
          </p:nvSpPr>
          <p:spPr bwMode="auto">
            <a:xfrm>
              <a:off x="4381" y="3984"/>
              <a:ext cx="3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i="1"/>
                <a:t>y</a:t>
              </a:r>
              <a:r>
                <a:rPr lang="en-US" altLang="zh-CN" baseline="-25000"/>
                <a:t>0</a:t>
              </a:r>
            </a:p>
          </p:txBody>
        </p:sp>
        <p:sp>
          <p:nvSpPr>
            <p:cNvPr id="88183" name="Text Box 159">
              <a:extLst>
                <a:ext uri="{FF2B5EF4-FFF2-40B4-BE49-F238E27FC236}">
                  <a16:creationId xmlns:a16="http://schemas.microsoft.com/office/drawing/2014/main" id="{5372EBC6-D77E-4169-8B57-35B62F13A8B1}"/>
                </a:ext>
              </a:extLst>
            </p:cNvPr>
            <p:cNvSpPr txBox="1">
              <a:spLocks noChangeArrowheads="1"/>
            </p:cNvSpPr>
            <p:nvPr/>
          </p:nvSpPr>
          <p:spPr bwMode="auto">
            <a:xfrm>
              <a:off x="5280" y="4023"/>
              <a:ext cx="336" cy="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i="1"/>
                <a:t>y</a:t>
              </a:r>
            </a:p>
          </p:txBody>
        </p:sp>
        <p:sp>
          <p:nvSpPr>
            <p:cNvPr id="88184" name="Text Box 160">
              <a:extLst>
                <a:ext uri="{FF2B5EF4-FFF2-40B4-BE49-F238E27FC236}">
                  <a16:creationId xmlns:a16="http://schemas.microsoft.com/office/drawing/2014/main" id="{D9D825C0-D24E-40E5-B227-74E3C2931F4B}"/>
                </a:ext>
              </a:extLst>
            </p:cNvPr>
            <p:cNvSpPr txBox="1">
              <a:spLocks noChangeArrowheads="1"/>
            </p:cNvSpPr>
            <p:nvPr/>
          </p:nvSpPr>
          <p:spPr bwMode="auto">
            <a:xfrm>
              <a:off x="3744" y="4032"/>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800" i="1"/>
                <a:t>O</a:t>
              </a:r>
            </a:p>
          </p:txBody>
        </p:sp>
      </p:grpSp>
      <p:graphicFrame>
        <p:nvGraphicFramePr>
          <p:cNvPr id="88185" name="Object 10">
            <a:extLst>
              <a:ext uri="{FF2B5EF4-FFF2-40B4-BE49-F238E27FC236}">
                <a16:creationId xmlns:a16="http://schemas.microsoft.com/office/drawing/2014/main" id="{1AB9F8DE-F830-4C41-92FC-2F5C63A8C16A}"/>
              </a:ext>
            </a:extLst>
          </p:cNvPr>
          <p:cNvGraphicFramePr>
            <a:graphicFrameLocks noChangeAspect="1"/>
          </p:cNvGraphicFramePr>
          <p:nvPr/>
        </p:nvGraphicFramePr>
        <p:xfrm>
          <a:off x="2476500" y="301625"/>
          <a:ext cx="2816225" cy="442913"/>
        </p:xfrm>
        <a:graphic>
          <a:graphicData uri="http://schemas.openxmlformats.org/presentationml/2006/ole">
            <mc:AlternateContent xmlns:mc="http://schemas.openxmlformats.org/markup-compatibility/2006">
              <mc:Choice xmlns:v="urn:schemas-microsoft-com:vml" Requires="v">
                <p:oleObj spid="_x0000_s88224" name="Equation" r:id="rId25" imgW="901309" imgH="203112" progId="Equation.3">
                  <p:embed/>
                </p:oleObj>
              </mc:Choice>
              <mc:Fallback>
                <p:oleObj name="Equation" r:id="rId25" imgW="901309" imgH="203112" progId="Equation.3">
                  <p:embed/>
                  <p:pic>
                    <p:nvPicPr>
                      <p:cNvPr id="0" name="Object 10"/>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2476500" y="301625"/>
                        <a:ext cx="2816225" cy="442913"/>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8186" name="Text Box 163">
            <a:extLst>
              <a:ext uri="{FF2B5EF4-FFF2-40B4-BE49-F238E27FC236}">
                <a16:creationId xmlns:a16="http://schemas.microsoft.com/office/drawing/2014/main" id="{2D259459-E1AC-409D-972D-CF8A9B28661D}"/>
              </a:ext>
            </a:extLst>
          </p:cNvPr>
          <p:cNvSpPr txBox="1">
            <a:spLocks noChangeArrowheads="1"/>
          </p:cNvSpPr>
          <p:nvPr/>
        </p:nvSpPr>
        <p:spPr bwMode="auto">
          <a:xfrm>
            <a:off x="1187450" y="225425"/>
            <a:ext cx="1371600" cy="519113"/>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ea typeface="楷体_GB2312" pitchFamily="49" charset="-122"/>
              </a:rPr>
              <a:t>相轨线</a:t>
            </a:r>
            <a:endParaRPr lang="zh-CN" altLang="en-US" sz="2800" b="1" i="1">
              <a:ea typeface="楷体_GB2312" pitchFamily="49" charset="-122"/>
            </a:endParaRPr>
          </a:p>
        </p:txBody>
      </p:sp>
      <p:sp>
        <p:nvSpPr>
          <p:cNvPr id="114690" name="Text Box 2">
            <a:extLst>
              <a:ext uri="{FF2B5EF4-FFF2-40B4-BE49-F238E27FC236}">
                <a16:creationId xmlns:a16="http://schemas.microsoft.com/office/drawing/2014/main" id="{C0D5CAF8-6139-45A7-879B-B32AA57617DC}"/>
              </a:ext>
            </a:extLst>
          </p:cNvPr>
          <p:cNvSpPr txBox="1">
            <a:spLocks noChangeArrowheads="1"/>
          </p:cNvSpPr>
          <p:nvPr/>
        </p:nvSpPr>
        <p:spPr bwMode="auto">
          <a:xfrm>
            <a:off x="7596188" y="2981325"/>
            <a:ext cx="1368425" cy="519113"/>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t>P~</a:t>
            </a:r>
            <a:r>
              <a:rPr lang="zh-CN" altLang="zh-CN" sz="2800" b="1"/>
              <a:t>中心</a:t>
            </a:r>
            <a:endParaRPr lang="zh-CN" altLang="en-US" sz="2800" b="1"/>
          </a:p>
        </p:txBody>
      </p:sp>
      <p:sp>
        <p:nvSpPr>
          <p:cNvPr id="114691" name="Text Box 3">
            <a:extLst>
              <a:ext uri="{FF2B5EF4-FFF2-40B4-BE49-F238E27FC236}">
                <a16:creationId xmlns:a16="http://schemas.microsoft.com/office/drawing/2014/main" id="{F3587529-E3CF-42DA-9DEB-B0C6BF4B0008}"/>
              </a:ext>
            </a:extLst>
          </p:cNvPr>
          <p:cNvSpPr txBox="1">
            <a:spLocks noChangeArrowheads="1"/>
          </p:cNvSpPr>
          <p:nvPr/>
        </p:nvSpPr>
        <p:spPr bwMode="auto">
          <a:xfrm>
            <a:off x="755650" y="6021388"/>
            <a:ext cx="32400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t>x</a:t>
            </a:r>
            <a:r>
              <a:rPr lang="zh-CN" altLang="en-US" sz="2800" b="1"/>
              <a:t>是</a:t>
            </a:r>
            <a:r>
              <a:rPr lang="en-US" altLang="zh-CN" sz="2800" b="1"/>
              <a:t>[</a:t>
            </a:r>
            <a:r>
              <a:rPr lang="en-US" altLang="zh-CN" sz="2800" b="1" i="1"/>
              <a:t>x</a:t>
            </a:r>
            <a:r>
              <a:rPr lang="en-US" altLang="zh-CN" sz="2800" b="1" baseline="-25000"/>
              <a:t>1</a:t>
            </a:r>
            <a:r>
              <a:rPr lang="en-US" altLang="zh-CN" sz="2800" b="1" i="1"/>
              <a:t>, x</a:t>
            </a:r>
            <a:r>
              <a:rPr lang="en-US" altLang="zh-CN" sz="2800" b="1" baseline="-25000"/>
              <a:t>2</a:t>
            </a:r>
            <a:r>
              <a:rPr lang="en-US" altLang="zh-CN" sz="2800" b="1"/>
              <a:t>]</a:t>
            </a:r>
            <a:r>
              <a:rPr lang="zh-CN" altLang="en-US" sz="2800" b="1"/>
              <a:t>内任意点</a:t>
            </a:r>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dissolve">
                                      <p:cBhvr>
                                        <p:cTn id="7" dur="1000"/>
                                        <p:tgtEl>
                                          <p:spTgt spid="2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blinds(horizontal)">
                                      <p:cBhvr>
                                        <p:cTn id="12" dur="1000"/>
                                        <p:tgtEl>
                                          <p:spTgt spid="2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114692"/>
                                        </p:tgtEl>
                                        <p:attrNameLst>
                                          <p:attrName>style.visibility</p:attrName>
                                        </p:attrNameLst>
                                      </p:cBhvr>
                                      <p:to>
                                        <p:strVal val="visible"/>
                                      </p:to>
                                    </p:set>
                                    <p:animEffect transition="in" filter="checkerboard(across)">
                                      <p:cBhvr>
                                        <p:cTn id="17" dur="1000"/>
                                        <p:tgtEl>
                                          <p:spTgt spid="11469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blinds(horizontal)">
                                      <p:cBhvr>
                                        <p:cTn id="22" dur="1000"/>
                                        <p:tgtEl>
                                          <p:spTgt spid="1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32"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box(out)">
                                      <p:cBhvr>
                                        <p:cTn id="27" dur="1000"/>
                                        <p:tgtEl>
                                          <p:spTgt spid="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box(in)">
                                      <p:cBhvr>
                                        <p:cTn id="32" dur="1000"/>
                                        <p:tgtEl>
                                          <p:spTgt spid="1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nodeType="clickEffect">
                                  <p:stCondLst>
                                    <p:cond delay="0"/>
                                  </p:stCondLst>
                                  <p:childTnLst>
                                    <p:set>
                                      <p:cBhvr>
                                        <p:cTn id="36" dur="1" fill="hold">
                                          <p:stCondLst>
                                            <p:cond delay="0"/>
                                          </p:stCondLst>
                                        </p:cTn>
                                        <p:tgtEl>
                                          <p:spTgt spid="114693"/>
                                        </p:tgtEl>
                                        <p:attrNameLst>
                                          <p:attrName>style.visibility</p:attrName>
                                        </p:attrNameLst>
                                      </p:cBhvr>
                                      <p:to>
                                        <p:strVal val="visible"/>
                                      </p:to>
                                    </p:set>
                                    <p:animEffect transition="in" filter="box(in)">
                                      <p:cBhvr>
                                        <p:cTn id="37" dur="1000"/>
                                        <p:tgtEl>
                                          <p:spTgt spid="114693"/>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5" fill="hold"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blinds(vertical)">
                                      <p:cBhvr>
                                        <p:cTn id="42" dur="1000"/>
                                        <p:tgtEl>
                                          <p:spTgt spid="1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6" presetClass="entr" presetSubtype="42" fill="hold" nodeType="clickEffect">
                                  <p:stCondLst>
                                    <p:cond delay="0"/>
                                  </p:stCondLst>
                                  <p:childTnLst>
                                    <p:set>
                                      <p:cBhvr>
                                        <p:cTn id="46" dur="1" fill="hold">
                                          <p:stCondLst>
                                            <p:cond delay="0"/>
                                          </p:stCondLst>
                                        </p:cTn>
                                        <p:tgtEl>
                                          <p:spTgt spid="114694"/>
                                        </p:tgtEl>
                                        <p:attrNameLst>
                                          <p:attrName>style.visibility</p:attrName>
                                        </p:attrNameLst>
                                      </p:cBhvr>
                                      <p:to>
                                        <p:strVal val="visible"/>
                                      </p:to>
                                    </p:set>
                                    <p:animEffect transition="in" filter="barn(outHorizontal)">
                                      <p:cBhvr>
                                        <p:cTn id="47" dur="1000"/>
                                        <p:tgtEl>
                                          <p:spTgt spid="114694"/>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6" presetClass="entr" presetSubtype="42" fill="hold" nodeType="click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barn(outHorizontal)">
                                      <p:cBhvr>
                                        <p:cTn id="52" dur="1000"/>
                                        <p:tgtEl>
                                          <p:spTgt spid="14"/>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6" presetClass="entr" presetSubtype="26" fill="hold" nodeType="clickEffect">
                                  <p:stCondLst>
                                    <p:cond delay="0"/>
                                  </p:stCondLst>
                                  <p:childTnLst>
                                    <p:set>
                                      <p:cBhvr>
                                        <p:cTn id="56" dur="1" fill="hold">
                                          <p:stCondLst>
                                            <p:cond delay="0"/>
                                          </p:stCondLst>
                                        </p:cTn>
                                        <p:tgtEl>
                                          <p:spTgt spid="114695"/>
                                        </p:tgtEl>
                                        <p:attrNameLst>
                                          <p:attrName>style.visibility</p:attrName>
                                        </p:attrNameLst>
                                      </p:cBhvr>
                                      <p:to>
                                        <p:strVal val="visible"/>
                                      </p:to>
                                    </p:set>
                                    <p:animEffect transition="in" filter="barn(inHorizontal)">
                                      <p:cBhvr>
                                        <p:cTn id="57" dur="1000"/>
                                        <p:tgtEl>
                                          <p:spTgt spid="114695"/>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7" presetClass="entr" presetSubtype="8" fill="hold" nodeType="clickEffect">
                                  <p:stCondLst>
                                    <p:cond delay="0"/>
                                  </p:stCondLst>
                                  <p:childTnLst>
                                    <p:set>
                                      <p:cBhvr>
                                        <p:cTn id="61" dur="1" fill="hold">
                                          <p:stCondLst>
                                            <p:cond delay="0"/>
                                          </p:stCondLst>
                                        </p:cTn>
                                        <p:tgtEl>
                                          <p:spTgt spid="5"/>
                                        </p:tgtEl>
                                        <p:attrNameLst>
                                          <p:attrName>style.visibility</p:attrName>
                                        </p:attrNameLst>
                                      </p:cBhvr>
                                      <p:to>
                                        <p:strVal val="visible"/>
                                      </p:to>
                                    </p:set>
                                    <p:anim calcmode="lin" valueType="num">
                                      <p:cBhvr additive="base">
                                        <p:cTn id="62" dur="1000" fill="hold"/>
                                        <p:tgtEl>
                                          <p:spTgt spid="5"/>
                                        </p:tgtEl>
                                        <p:attrNameLst>
                                          <p:attrName>ppt_x</p:attrName>
                                        </p:attrNameLst>
                                      </p:cBhvr>
                                      <p:tavLst>
                                        <p:tav tm="0">
                                          <p:val>
                                            <p:strVal val="0-#ppt_w/2"/>
                                          </p:val>
                                        </p:tav>
                                        <p:tav tm="100000">
                                          <p:val>
                                            <p:strVal val="#ppt_x"/>
                                          </p:val>
                                        </p:tav>
                                      </p:tavLst>
                                    </p:anim>
                                    <p:anim calcmode="lin" valueType="num">
                                      <p:cBhvr additive="base">
                                        <p:cTn id="63" dur="10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64" fill="hold" nodeType="clickPar">
                      <p:stCondLst>
                        <p:cond delay="indefinite"/>
                      </p:stCondLst>
                      <p:childTnLst>
                        <p:par>
                          <p:cTn id="65" fill="hold" nodeType="withGroup">
                            <p:stCondLst>
                              <p:cond delay="0"/>
                            </p:stCondLst>
                            <p:childTnLst>
                              <p:par>
                                <p:cTn id="66" presetID="5" presetClass="entr" presetSubtype="10" fill="hold" nodeType="clickEffect">
                                  <p:stCondLst>
                                    <p:cond delay="0"/>
                                  </p:stCondLst>
                                  <p:childTnLst>
                                    <p:set>
                                      <p:cBhvr>
                                        <p:cTn id="67" dur="1" fill="hold">
                                          <p:stCondLst>
                                            <p:cond delay="0"/>
                                          </p:stCondLst>
                                        </p:cTn>
                                        <p:tgtEl>
                                          <p:spTgt spid="13"/>
                                        </p:tgtEl>
                                        <p:attrNameLst>
                                          <p:attrName>style.visibility</p:attrName>
                                        </p:attrNameLst>
                                      </p:cBhvr>
                                      <p:to>
                                        <p:strVal val="visible"/>
                                      </p:to>
                                    </p:set>
                                    <p:animEffect transition="in" filter="checkerboard(across)">
                                      <p:cBhvr>
                                        <p:cTn id="68" dur="1000"/>
                                        <p:tgtEl>
                                          <p:spTgt spid="13"/>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7" presetClass="entr" presetSubtype="2" fill="hold" nodeType="clickEffect">
                                  <p:stCondLst>
                                    <p:cond delay="0"/>
                                  </p:stCondLst>
                                  <p:childTnLst>
                                    <p:set>
                                      <p:cBhvr>
                                        <p:cTn id="72" dur="1" fill="hold">
                                          <p:stCondLst>
                                            <p:cond delay="0"/>
                                          </p:stCondLst>
                                        </p:cTn>
                                        <p:tgtEl>
                                          <p:spTgt spid="7"/>
                                        </p:tgtEl>
                                        <p:attrNameLst>
                                          <p:attrName>style.visibility</p:attrName>
                                        </p:attrNameLst>
                                      </p:cBhvr>
                                      <p:to>
                                        <p:strVal val="visible"/>
                                      </p:to>
                                    </p:set>
                                    <p:anim calcmode="lin" valueType="num">
                                      <p:cBhvr additive="base">
                                        <p:cTn id="73" dur="1000" fill="hold"/>
                                        <p:tgtEl>
                                          <p:spTgt spid="7"/>
                                        </p:tgtEl>
                                        <p:attrNameLst>
                                          <p:attrName>ppt_x</p:attrName>
                                        </p:attrNameLst>
                                      </p:cBhvr>
                                      <p:tavLst>
                                        <p:tav tm="0">
                                          <p:val>
                                            <p:strVal val="1+#ppt_w/2"/>
                                          </p:val>
                                        </p:tav>
                                        <p:tav tm="100000">
                                          <p:val>
                                            <p:strVal val="#ppt_x"/>
                                          </p:val>
                                        </p:tav>
                                      </p:tavLst>
                                    </p:anim>
                                    <p:anim calcmode="lin" valueType="num">
                                      <p:cBhvr additive="base">
                                        <p:cTn id="74" dur="10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75" fill="hold" nodeType="clickPar">
                      <p:stCondLst>
                        <p:cond delay="indefinite"/>
                      </p:stCondLst>
                      <p:childTnLst>
                        <p:par>
                          <p:cTn id="76" fill="hold" nodeType="withGroup">
                            <p:stCondLst>
                              <p:cond delay="0"/>
                            </p:stCondLst>
                            <p:childTnLst>
                              <p:par>
                                <p:cTn id="77" presetID="18" presetClass="entr" presetSubtype="12" fill="hold" nodeType="clickEffect">
                                  <p:stCondLst>
                                    <p:cond delay="0"/>
                                  </p:stCondLst>
                                  <p:childTnLst>
                                    <p:set>
                                      <p:cBhvr>
                                        <p:cTn id="78" dur="1" fill="hold">
                                          <p:stCondLst>
                                            <p:cond delay="0"/>
                                          </p:stCondLst>
                                        </p:cTn>
                                        <p:tgtEl>
                                          <p:spTgt spid="8"/>
                                        </p:tgtEl>
                                        <p:attrNameLst>
                                          <p:attrName>style.visibility</p:attrName>
                                        </p:attrNameLst>
                                      </p:cBhvr>
                                      <p:to>
                                        <p:strVal val="visible"/>
                                      </p:to>
                                    </p:set>
                                    <p:animEffect transition="in" filter="strips(downLeft)">
                                      <p:cBhvr>
                                        <p:cTn id="79" dur="1000"/>
                                        <p:tgtEl>
                                          <p:spTgt spid="8"/>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16" presetClass="entr" presetSubtype="42" fill="hold" nodeType="clickEffect">
                                  <p:stCondLst>
                                    <p:cond delay="0"/>
                                  </p:stCondLst>
                                  <p:childTnLst>
                                    <p:set>
                                      <p:cBhvr>
                                        <p:cTn id="83" dur="1" fill="hold">
                                          <p:stCondLst>
                                            <p:cond delay="0"/>
                                          </p:stCondLst>
                                        </p:cTn>
                                        <p:tgtEl>
                                          <p:spTgt spid="114696"/>
                                        </p:tgtEl>
                                        <p:attrNameLst>
                                          <p:attrName>style.visibility</p:attrName>
                                        </p:attrNameLst>
                                      </p:cBhvr>
                                      <p:to>
                                        <p:strVal val="visible"/>
                                      </p:to>
                                    </p:set>
                                    <p:animEffect transition="in" filter="barn(outHorizontal)">
                                      <p:cBhvr>
                                        <p:cTn id="84" dur="1000"/>
                                        <p:tgtEl>
                                          <p:spTgt spid="114696"/>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4" presetClass="entr" presetSubtype="16" fill="hold" nodeType="clickEffect">
                                  <p:stCondLst>
                                    <p:cond delay="0"/>
                                  </p:stCondLst>
                                  <p:childTnLst>
                                    <p:set>
                                      <p:cBhvr>
                                        <p:cTn id="88" dur="1" fill="hold">
                                          <p:stCondLst>
                                            <p:cond delay="0"/>
                                          </p:stCondLst>
                                        </p:cTn>
                                        <p:tgtEl>
                                          <p:spTgt spid="16"/>
                                        </p:tgtEl>
                                        <p:attrNameLst>
                                          <p:attrName>style.visibility</p:attrName>
                                        </p:attrNameLst>
                                      </p:cBhvr>
                                      <p:to>
                                        <p:strVal val="visible"/>
                                      </p:to>
                                    </p:set>
                                    <p:animEffect transition="in" filter="box(in)">
                                      <p:cBhvr>
                                        <p:cTn id="89" dur="1000"/>
                                        <p:tgtEl>
                                          <p:spTgt spid="16"/>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16" presetClass="entr" presetSubtype="26" fill="hold" nodeType="clickEffect">
                                  <p:stCondLst>
                                    <p:cond delay="0"/>
                                  </p:stCondLst>
                                  <p:childTnLst>
                                    <p:set>
                                      <p:cBhvr>
                                        <p:cTn id="93" dur="1" fill="hold">
                                          <p:stCondLst>
                                            <p:cond delay="0"/>
                                          </p:stCondLst>
                                        </p:cTn>
                                        <p:tgtEl>
                                          <p:spTgt spid="114697"/>
                                        </p:tgtEl>
                                        <p:attrNameLst>
                                          <p:attrName>style.visibility</p:attrName>
                                        </p:attrNameLst>
                                      </p:cBhvr>
                                      <p:to>
                                        <p:strVal val="visible"/>
                                      </p:to>
                                    </p:set>
                                    <p:animEffect transition="in" filter="barn(inHorizontal)">
                                      <p:cBhvr>
                                        <p:cTn id="94" dur="1000"/>
                                        <p:tgtEl>
                                          <p:spTgt spid="114697"/>
                                        </p:tgtEl>
                                      </p:cBhvr>
                                    </p:animEffect>
                                  </p:childTnLst>
                                </p:cTn>
                              </p:par>
                            </p:childTnLst>
                          </p:cTn>
                        </p:par>
                      </p:childTnLst>
                    </p:cTn>
                  </p:par>
                  <p:par>
                    <p:cTn id="95" fill="hold" nodeType="clickPar">
                      <p:stCondLst>
                        <p:cond delay="indefinite"/>
                      </p:stCondLst>
                      <p:childTnLst>
                        <p:par>
                          <p:cTn id="96" fill="hold" nodeType="withGroup">
                            <p:stCondLst>
                              <p:cond delay="0"/>
                            </p:stCondLst>
                            <p:childTnLst>
                              <p:par>
                                <p:cTn id="97" presetID="4" presetClass="entr" presetSubtype="16" fill="hold" nodeType="clickEffect">
                                  <p:stCondLst>
                                    <p:cond delay="0"/>
                                  </p:stCondLst>
                                  <p:childTnLst>
                                    <p:set>
                                      <p:cBhvr>
                                        <p:cTn id="98" dur="1" fill="hold">
                                          <p:stCondLst>
                                            <p:cond delay="0"/>
                                          </p:stCondLst>
                                        </p:cTn>
                                        <p:tgtEl>
                                          <p:spTgt spid="17"/>
                                        </p:tgtEl>
                                        <p:attrNameLst>
                                          <p:attrName>style.visibility</p:attrName>
                                        </p:attrNameLst>
                                      </p:cBhvr>
                                      <p:to>
                                        <p:strVal val="visible"/>
                                      </p:to>
                                    </p:set>
                                    <p:animEffect transition="in" filter="box(in)">
                                      <p:cBhvr>
                                        <p:cTn id="99" dur="1000"/>
                                        <p:tgtEl>
                                          <p:spTgt spid="17"/>
                                        </p:tgtEl>
                                      </p:cBhvr>
                                    </p:animEffect>
                                  </p:childTnLst>
                                </p:cTn>
                              </p:par>
                            </p:childTnLst>
                          </p:cTn>
                        </p:par>
                      </p:childTnLst>
                    </p:cTn>
                  </p:par>
                  <p:par>
                    <p:cTn id="100" fill="hold" nodeType="clickPar">
                      <p:stCondLst>
                        <p:cond delay="indefinite"/>
                      </p:stCondLst>
                      <p:childTnLst>
                        <p:par>
                          <p:cTn id="101" fill="hold" nodeType="withGroup">
                            <p:stCondLst>
                              <p:cond delay="0"/>
                            </p:stCondLst>
                            <p:childTnLst>
                              <p:par>
                                <p:cTn id="102" presetID="7" presetClass="entr" presetSubtype="1" fill="hold" nodeType="clickEffect">
                                  <p:stCondLst>
                                    <p:cond delay="0"/>
                                  </p:stCondLst>
                                  <p:childTnLst>
                                    <p:set>
                                      <p:cBhvr>
                                        <p:cTn id="103" dur="1" fill="hold">
                                          <p:stCondLst>
                                            <p:cond delay="0"/>
                                          </p:stCondLst>
                                        </p:cTn>
                                        <p:tgtEl>
                                          <p:spTgt spid="4"/>
                                        </p:tgtEl>
                                        <p:attrNameLst>
                                          <p:attrName>style.visibility</p:attrName>
                                        </p:attrNameLst>
                                      </p:cBhvr>
                                      <p:to>
                                        <p:strVal val="visible"/>
                                      </p:to>
                                    </p:set>
                                    <p:anim calcmode="lin" valueType="num">
                                      <p:cBhvr additive="base">
                                        <p:cTn id="104" dur="1000" fill="hold"/>
                                        <p:tgtEl>
                                          <p:spTgt spid="4"/>
                                        </p:tgtEl>
                                        <p:attrNameLst>
                                          <p:attrName>ppt_x</p:attrName>
                                        </p:attrNameLst>
                                      </p:cBhvr>
                                      <p:tavLst>
                                        <p:tav tm="0">
                                          <p:val>
                                            <p:strVal val="#ppt_x"/>
                                          </p:val>
                                        </p:tav>
                                        <p:tav tm="100000">
                                          <p:val>
                                            <p:strVal val="#ppt_x"/>
                                          </p:val>
                                        </p:tav>
                                      </p:tavLst>
                                    </p:anim>
                                    <p:anim calcmode="lin" valueType="num">
                                      <p:cBhvr additive="base">
                                        <p:cTn id="105" dur="1000" fill="hold"/>
                                        <p:tgtEl>
                                          <p:spTgt spid="4"/>
                                        </p:tgtEl>
                                        <p:attrNameLst>
                                          <p:attrName>ppt_y</p:attrName>
                                        </p:attrNameLst>
                                      </p:cBhvr>
                                      <p:tavLst>
                                        <p:tav tm="0">
                                          <p:val>
                                            <p:strVal val="0-#ppt_h/2"/>
                                          </p:val>
                                        </p:tav>
                                        <p:tav tm="100000">
                                          <p:val>
                                            <p:strVal val="#ppt_y"/>
                                          </p:val>
                                        </p:tav>
                                      </p:tavLst>
                                    </p:anim>
                                  </p:childTnLst>
                                </p:cTn>
                              </p:par>
                            </p:childTnLst>
                          </p:cTn>
                        </p:par>
                      </p:childTnLst>
                    </p:cTn>
                  </p:par>
                  <p:par>
                    <p:cTn id="106" fill="hold" nodeType="clickPar">
                      <p:stCondLst>
                        <p:cond delay="indefinite"/>
                      </p:stCondLst>
                      <p:childTnLst>
                        <p:par>
                          <p:cTn id="107" fill="hold" nodeType="withGroup">
                            <p:stCondLst>
                              <p:cond delay="0"/>
                            </p:stCondLst>
                            <p:childTnLst>
                              <p:par>
                                <p:cTn id="108" presetID="3" presetClass="entr" presetSubtype="5" fill="hold" nodeType="clickEffect">
                                  <p:stCondLst>
                                    <p:cond delay="0"/>
                                  </p:stCondLst>
                                  <p:childTnLst>
                                    <p:set>
                                      <p:cBhvr>
                                        <p:cTn id="109" dur="1" fill="hold">
                                          <p:stCondLst>
                                            <p:cond delay="0"/>
                                          </p:stCondLst>
                                        </p:cTn>
                                        <p:tgtEl>
                                          <p:spTgt spid="15"/>
                                        </p:tgtEl>
                                        <p:attrNameLst>
                                          <p:attrName>style.visibility</p:attrName>
                                        </p:attrNameLst>
                                      </p:cBhvr>
                                      <p:to>
                                        <p:strVal val="visible"/>
                                      </p:to>
                                    </p:set>
                                    <p:animEffect transition="in" filter="blinds(vertical)">
                                      <p:cBhvr>
                                        <p:cTn id="110" dur="1000"/>
                                        <p:tgtEl>
                                          <p:spTgt spid="15"/>
                                        </p:tgtEl>
                                      </p:cBhvr>
                                    </p:animEffect>
                                  </p:childTnLst>
                                </p:cTn>
                              </p:par>
                            </p:childTnLst>
                          </p:cTn>
                        </p:par>
                      </p:childTnLst>
                    </p:cTn>
                  </p:par>
                  <p:par>
                    <p:cTn id="111" fill="hold" nodeType="clickPar">
                      <p:stCondLst>
                        <p:cond delay="indefinite"/>
                      </p:stCondLst>
                      <p:childTnLst>
                        <p:par>
                          <p:cTn id="112" fill="hold" nodeType="withGroup">
                            <p:stCondLst>
                              <p:cond delay="0"/>
                            </p:stCondLst>
                            <p:childTnLst>
                              <p:par>
                                <p:cTn id="113" presetID="9" presetClass="entr" presetSubtype="0" fill="hold" nodeType="clickEffect">
                                  <p:stCondLst>
                                    <p:cond delay="0"/>
                                  </p:stCondLst>
                                  <p:childTnLst>
                                    <p:set>
                                      <p:cBhvr>
                                        <p:cTn id="114" dur="1" fill="hold">
                                          <p:stCondLst>
                                            <p:cond delay="0"/>
                                          </p:stCondLst>
                                        </p:cTn>
                                        <p:tgtEl>
                                          <p:spTgt spid="3"/>
                                        </p:tgtEl>
                                        <p:attrNameLst>
                                          <p:attrName>style.visibility</p:attrName>
                                        </p:attrNameLst>
                                      </p:cBhvr>
                                      <p:to>
                                        <p:strVal val="visible"/>
                                      </p:to>
                                    </p:set>
                                    <p:animEffect transition="in" filter="dissolve">
                                      <p:cBhvr>
                                        <p:cTn id="115" dur="1000"/>
                                        <p:tgtEl>
                                          <p:spTgt spid="3"/>
                                        </p:tgtEl>
                                      </p:cBhvr>
                                    </p:animEffect>
                                  </p:childTnLst>
                                </p:cTn>
                              </p:par>
                            </p:childTnLst>
                          </p:cTn>
                        </p:par>
                      </p:childTnLst>
                    </p:cTn>
                  </p:par>
                  <p:par>
                    <p:cTn id="116" fill="hold" nodeType="clickPar">
                      <p:stCondLst>
                        <p:cond delay="indefinite"/>
                      </p:stCondLst>
                      <p:childTnLst>
                        <p:par>
                          <p:cTn id="117" fill="hold" nodeType="withGroup">
                            <p:stCondLst>
                              <p:cond delay="0"/>
                            </p:stCondLst>
                            <p:childTnLst>
                              <p:par>
                                <p:cTn id="118" presetID="18" presetClass="entr" presetSubtype="12" fill="hold" nodeType="clickEffect">
                                  <p:stCondLst>
                                    <p:cond delay="0"/>
                                  </p:stCondLst>
                                  <p:childTnLst>
                                    <p:set>
                                      <p:cBhvr>
                                        <p:cTn id="119" dur="1" fill="hold">
                                          <p:stCondLst>
                                            <p:cond delay="0"/>
                                          </p:stCondLst>
                                        </p:cTn>
                                        <p:tgtEl>
                                          <p:spTgt spid="9"/>
                                        </p:tgtEl>
                                        <p:attrNameLst>
                                          <p:attrName>style.visibility</p:attrName>
                                        </p:attrNameLst>
                                      </p:cBhvr>
                                      <p:to>
                                        <p:strVal val="visible"/>
                                      </p:to>
                                    </p:set>
                                    <p:animEffect transition="in" filter="strips(downLeft)">
                                      <p:cBhvr>
                                        <p:cTn id="120" dur="1000"/>
                                        <p:tgtEl>
                                          <p:spTgt spid="9"/>
                                        </p:tgtEl>
                                      </p:cBhvr>
                                    </p:animEffect>
                                  </p:childTnLst>
                                </p:cTn>
                              </p:par>
                            </p:childTnLst>
                          </p:cTn>
                        </p:par>
                      </p:childTnLst>
                    </p:cTn>
                  </p:par>
                  <p:par>
                    <p:cTn id="121" fill="hold" nodeType="clickPar">
                      <p:stCondLst>
                        <p:cond delay="indefinite"/>
                      </p:stCondLst>
                      <p:childTnLst>
                        <p:par>
                          <p:cTn id="122" fill="hold" nodeType="withGroup">
                            <p:stCondLst>
                              <p:cond delay="0"/>
                            </p:stCondLst>
                            <p:childTnLst>
                              <p:par>
                                <p:cTn id="123" presetID="12" presetClass="entr" presetSubtype="4" fill="hold" grpId="0" nodeType="clickEffect">
                                  <p:stCondLst>
                                    <p:cond delay="0"/>
                                  </p:stCondLst>
                                  <p:childTnLst>
                                    <p:set>
                                      <p:cBhvr>
                                        <p:cTn id="124" dur="1" fill="hold">
                                          <p:stCondLst>
                                            <p:cond delay="0"/>
                                          </p:stCondLst>
                                        </p:cTn>
                                        <p:tgtEl>
                                          <p:spTgt spid="114691"/>
                                        </p:tgtEl>
                                        <p:attrNameLst>
                                          <p:attrName>style.visibility</p:attrName>
                                        </p:attrNameLst>
                                      </p:cBhvr>
                                      <p:to>
                                        <p:strVal val="visible"/>
                                      </p:to>
                                    </p:set>
                                    <p:animEffect transition="in" filter="slide(fromBottom)">
                                      <p:cBhvr>
                                        <p:cTn id="125" dur="1000"/>
                                        <p:tgtEl>
                                          <p:spTgt spid="114691"/>
                                        </p:tgtEl>
                                      </p:cBhvr>
                                    </p:animEffect>
                                  </p:childTnLst>
                                </p:cTn>
                              </p:par>
                            </p:childTnLst>
                          </p:cTn>
                        </p:par>
                      </p:childTnLst>
                    </p:cTn>
                  </p:par>
                  <p:par>
                    <p:cTn id="126" fill="hold" nodeType="clickPar">
                      <p:stCondLst>
                        <p:cond delay="indefinite"/>
                      </p:stCondLst>
                      <p:childTnLst>
                        <p:par>
                          <p:cTn id="127" fill="hold" nodeType="withGroup">
                            <p:stCondLst>
                              <p:cond delay="0"/>
                            </p:stCondLst>
                            <p:childTnLst>
                              <p:par>
                                <p:cTn id="128" presetID="5" presetClass="entr" presetSubtype="10" fill="hold" nodeType="clickEffect">
                                  <p:stCondLst>
                                    <p:cond delay="0"/>
                                  </p:stCondLst>
                                  <p:childTnLst>
                                    <p:set>
                                      <p:cBhvr>
                                        <p:cTn id="129" dur="1" fill="hold">
                                          <p:stCondLst>
                                            <p:cond delay="0"/>
                                          </p:stCondLst>
                                        </p:cTn>
                                        <p:tgtEl>
                                          <p:spTgt spid="19"/>
                                        </p:tgtEl>
                                        <p:attrNameLst>
                                          <p:attrName>style.visibility</p:attrName>
                                        </p:attrNameLst>
                                      </p:cBhvr>
                                      <p:to>
                                        <p:strVal val="visible"/>
                                      </p:to>
                                    </p:set>
                                    <p:animEffect transition="in" filter="checkerboard(across)">
                                      <p:cBhvr>
                                        <p:cTn id="130" dur="1000"/>
                                        <p:tgtEl>
                                          <p:spTgt spid="19"/>
                                        </p:tgtEl>
                                      </p:cBhvr>
                                    </p:animEffect>
                                  </p:childTnLst>
                                </p:cTn>
                              </p:par>
                            </p:childTnLst>
                          </p:cTn>
                        </p:par>
                      </p:childTnLst>
                    </p:cTn>
                  </p:par>
                  <p:par>
                    <p:cTn id="131" fill="hold" nodeType="clickPar">
                      <p:stCondLst>
                        <p:cond delay="indefinite"/>
                      </p:stCondLst>
                      <p:childTnLst>
                        <p:par>
                          <p:cTn id="132" fill="hold" nodeType="withGroup">
                            <p:stCondLst>
                              <p:cond delay="0"/>
                            </p:stCondLst>
                            <p:childTnLst>
                              <p:par>
                                <p:cTn id="133" presetID="23" presetClass="entr" presetSubtype="528" fill="hold" nodeType="clickEffect">
                                  <p:stCondLst>
                                    <p:cond delay="0"/>
                                  </p:stCondLst>
                                  <p:childTnLst>
                                    <p:set>
                                      <p:cBhvr>
                                        <p:cTn id="134" dur="1" fill="hold">
                                          <p:stCondLst>
                                            <p:cond delay="0"/>
                                          </p:stCondLst>
                                        </p:cTn>
                                        <p:tgtEl>
                                          <p:spTgt spid="2"/>
                                        </p:tgtEl>
                                        <p:attrNameLst>
                                          <p:attrName>style.visibility</p:attrName>
                                        </p:attrNameLst>
                                      </p:cBhvr>
                                      <p:to>
                                        <p:strVal val="visible"/>
                                      </p:to>
                                    </p:set>
                                    <p:anim calcmode="lin" valueType="num">
                                      <p:cBhvr>
                                        <p:cTn id="135" dur="1000" fill="hold"/>
                                        <p:tgtEl>
                                          <p:spTgt spid="2"/>
                                        </p:tgtEl>
                                        <p:attrNameLst>
                                          <p:attrName>ppt_w</p:attrName>
                                        </p:attrNameLst>
                                      </p:cBhvr>
                                      <p:tavLst>
                                        <p:tav tm="0">
                                          <p:val>
                                            <p:fltVal val="0"/>
                                          </p:val>
                                        </p:tav>
                                        <p:tav tm="100000">
                                          <p:val>
                                            <p:strVal val="#ppt_w"/>
                                          </p:val>
                                        </p:tav>
                                      </p:tavLst>
                                    </p:anim>
                                    <p:anim calcmode="lin" valueType="num">
                                      <p:cBhvr>
                                        <p:cTn id="136" dur="1000" fill="hold"/>
                                        <p:tgtEl>
                                          <p:spTgt spid="2"/>
                                        </p:tgtEl>
                                        <p:attrNameLst>
                                          <p:attrName>ppt_h</p:attrName>
                                        </p:attrNameLst>
                                      </p:cBhvr>
                                      <p:tavLst>
                                        <p:tav tm="0">
                                          <p:val>
                                            <p:fltVal val="0"/>
                                          </p:val>
                                        </p:tav>
                                        <p:tav tm="100000">
                                          <p:val>
                                            <p:strVal val="#ppt_h"/>
                                          </p:val>
                                        </p:tav>
                                      </p:tavLst>
                                    </p:anim>
                                    <p:anim calcmode="lin" valueType="num">
                                      <p:cBhvr>
                                        <p:cTn id="137" dur="1000" fill="hold"/>
                                        <p:tgtEl>
                                          <p:spTgt spid="2"/>
                                        </p:tgtEl>
                                        <p:attrNameLst>
                                          <p:attrName>ppt_x</p:attrName>
                                        </p:attrNameLst>
                                      </p:cBhvr>
                                      <p:tavLst>
                                        <p:tav tm="0">
                                          <p:val>
                                            <p:fltVal val="0.5"/>
                                          </p:val>
                                        </p:tav>
                                        <p:tav tm="100000">
                                          <p:val>
                                            <p:strVal val="#ppt_x"/>
                                          </p:val>
                                        </p:tav>
                                      </p:tavLst>
                                    </p:anim>
                                    <p:anim calcmode="lin" valueType="num">
                                      <p:cBhvr>
                                        <p:cTn id="138" dur="1000" fill="hold"/>
                                        <p:tgtEl>
                                          <p:spTgt spid="2"/>
                                        </p:tgtEl>
                                        <p:attrNameLst>
                                          <p:attrName>ppt_y</p:attrName>
                                        </p:attrNameLst>
                                      </p:cBhvr>
                                      <p:tavLst>
                                        <p:tav tm="0">
                                          <p:val>
                                            <p:fltVal val="0.5"/>
                                          </p:val>
                                        </p:tav>
                                        <p:tav tm="100000">
                                          <p:val>
                                            <p:strVal val="#ppt_y"/>
                                          </p:val>
                                        </p:tav>
                                      </p:tavLst>
                                    </p:anim>
                                  </p:childTnLst>
                                </p:cTn>
                              </p:par>
                            </p:childTnLst>
                          </p:cTn>
                        </p:par>
                      </p:childTnLst>
                    </p:cTn>
                  </p:par>
                  <p:par>
                    <p:cTn id="139" fill="hold" nodeType="clickPar">
                      <p:stCondLst>
                        <p:cond delay="indefinite"/>
                      </p:stCondLst>
                      <p:childTnLst>
                        <p:par>
                          <p:cTn id="140" fill="hold" nodeType="withGroup">
                            <p:stCondLst>
                              <p:cond delay="0"/>
                            </p:stCondLst>
                            <p:childTnLst>
                              <p:par>
                                <p:cTn id="141" presetID="22" presetClass="entr" presetSubtype="8" fill="hold" nodeType="clickEffect">
                                  <p:stCondLst>
                                    <p:cond delay="0"/>
                                  </p:stCondLst>
                                  <p:childTnLst>
                                    <p:set>
                                      <p:cBhvr>
                                        <p:cTn id="142" dur="1" fill="hold">
                                          <p:stCondLst>
                                            <p:cond delay="0"/>
                                          </p:stCondLst>
                                        </p:cTn>
                                        <p:tgtEl>
                                          <p:spTgt spid="18"/>
                                        </p:tgtEl>
                                        <p:attrNameLst>
                                          <p:attrName>style.visibility</p:attrName>
                                        </p:attrNameLst>
                                      </p:cBhvr>
                                      <p:to>
                                        <p:strVal val="visible"/>
                                      </p:to>
                                    </p:set>
                                    <p:animEffect transition="in" filter="wipe(left)">
                                      <p:cBhvr>
                                        <p:cTn id="143" dur="1000"/>
                                        <p:tgtEl>
                                          <p:spTgt spid="18"/>
                                        </p:tgtEl>
                                      </p:cBhvr>
                                    </p:animEffect>
                                  </p:childTnLst>
                                </p:cTn>
                              </p:par>
                            </p:childTnLst>
                          </p:cTn>
                        </p:par>
                      </p:childTnLst>
                    </p:cTn>
                  </p:par>
                  <p:par>
                    <p:cTn id="144" fill="hold" nodeType="clickPar">
                      <p:stCondLst>
                        <p:cond delay="indefinite"/>
                      </p:stCondLst>
                      <p:childTnLst>
                        <p:par>
                          <p:cTn id="145" fill="hold" nodeType="withGroup">
                            <p:stCondLst>
                              <p:cond delay="0"/>
                            </p:stCondLst>
                            <p:childTnLst>
                              <p:par>
                                <p:cTn id="146" presetID="23" presetClass="entr" presetSubtype="272" fill="hold" grpId="0" nodeType="clickEffect">
                                  <p:stCondLst>
                                    <p:cond delay="0"/>
                                  </p:stCondLst>
                                  <p:childTnLst>
                                    <p:set>
                                      <p:cBhvr>
                                        <p:cTn id="147" dur="1" fill="hold">
                                          <p:stCondLst>
                                            <p:cond delay="0"/>
                                          </p:stCondLst>
                                        </p:cTn>
                                        <p:tgtEl>
                                          <p:spTgt spid="114690"/>
                                        </p:tgtEl>
                                        <p:attrNameLst>
                                          <p:attrName>style.visibility</p:attrName>
                                        </p:attrNameLst>
                                      </p:cBhvr>
                                      <p:to>
                                        <p:strVal val="visible"/>
                                      </p:to>
                                    </p:set>
                                    <p:anim calcmode="lin" valueType="num">
                                      <p:cBhvr>
                                        <p:cTn id="148" dur="1000" fill="hold"/>
                                        <p:tgtEl>
                                          <p:spTgt spid="114690"/>
                                        </p:tgtEl>
                                        <p:attrNameLst>
                                          <p:attrName>ppt_w</p:attrName>
                                        </p:attrNameLst>
                                      </p:cBhvr>
                                      <p:tavLst>
                                        <p:tav tm="0">
                                          <p:val>
                                            <p:strVal val="2/3*#ppt_w"/>
                                          </p:val>
                                        </p:tav>
                                        <p:tav tm="100000">
                                          <p:val>
                                            <p:strVal val="#ppt_w"/>
                                          </p:val>
                                        </p:tav>
                                      </p:tavLst>
                                    </p:anim>
                                    <p:anim calcmode="lin" valueType="num">
                                      <p:cBhvr>
                                        <p:cTn id="149" dur="1000" fill="hold"/>
                                        <p:tgtEl>
                                          <p:spTgt spid="114690"/>
                                        </p:tgtEl>
                                        <p:attrNameLst>
                                          <p:attrName>ppt_h</p:attrName>
                                        </p:attrNameLst>
                                      </p:cBhvr>
                                      <p:tavLst>
                                        <p:tav tm="0">
                                          <p:val>
                                            <p:strVal val="2/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0" grpId="0" animBg="1" autoUpdateAnimBg="0"/>
      <p:bldP spid="114691"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3" name="Text Box 1027">
            <a:extLst>
              <a:ext uri="{FF2B5EF4-FFF2-40B4-BE49-F238E27FC236}">
                <a16:creationId xmlns:a16="http://schemas.microsoft.com/office/drawing/2014/main" id="{AFC27B6B-D132-4627-B574-6A6138265624}"/>
              </a:ext>
            </a:extLst>
          </p:cNvPr>
          <p:cNvSpPr txBox="1">
            <a:spLocks noChangeArrowheads="1"/>
          </p:cNvSpPr>
          <p:nvPr/>
        </p:nvSpPr>
        <p:spPr bwMode="auto">
          <a:xfrm>
            <a:off x="228600" y="1120775"/>
            <a:ext cx="3124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solidFill>
                  <a:srgbClr val="FF0000"/>
                </a:solidFill>
                <a:latin typeface="楷体_GB2312" pitchFamily="49" charset="-122"/>
                <a:ea typeface="楷体_GB2312" pitchFamily="49" charset="-122"/>
              </a:rPr>
              <a:t>相轨线</a:t>
            </a:r>
            <a:r>
              <a:rPr lang="zh-CN" altLang="en-US" sz="2800" b="1"/>
              <a:t>是封闭曲线</a:t>
            </a:r>
          </a:p>
        </p:txBody>
      </p:sp>
      <p:grpSp>
        <p:nvGrpSpPr>
          <p:cNvPr id="2" name="Group 1028">
            <a:extLst>
              <a:ext uri="{FF2B5EF4-FFF2-40B4-BE49-F238E27FC236}">
                <a16:creationId xmlns:a16="http://schemas.microsoft.com/office/drawing/2014/main" id="{F26B6194-32F2-46D2-91F8-3D1E340AD469}"/>
              </a:ext>
            </a:extLst>
          </p:cNvPr>
          <p:cNvGrpSpPr>
            <a:grpSpLocks/>
          </p:cNvGrpSpPr>
          <p:nvPr/>
        </p:nvGrpSpPr>
        <p:grpSpPr bwMode="auto">
          <a:xfrm>
            <a:off x="3581400" y="1044575"/>
            <a:ext cx="5410200" cy="519113"/>
            <a:chOff x="2304" y="489"/>
            <a:chExt cx="3408" cy="327"/>
          </a:xfrm>
        </p:grpSpPr>
        <p:sp>
          <p:nvSpPr>
            <p:cNvPr id="89092" name="Text Box 1029">
              <a:extLst>
                <a:ext uri="{FF2B5EF4-FFF2-40B4-BE49-F238E27FC236}">
                  <a16:creationId xmlns:a16="http://schemas.microsoft.com/office/drawing/2014/main" id="{AEE64027-7D31-4C90-837A-37D1D78D8BD8}"/>
                </a:ext>
              </a:extLst>
            </p:cNvPr>
            <p:cNvSpPr txBox="1">
              <a:spLocks noChangeArrowheads="1"/>
            </p:cNvSpPr>
            <p:nvPr/>
          </p:nvSpPr>
          <p:spPr bwMode="auto">
            <a:xfrm>
              <a:off x="2688" y="489"/>
              <a:ext cx="302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solidFill>
                    <a:srgbClr val="FF0000"/>
                  </a:solidFill>
                </a:rPr>
                <a:t>x</a:t>
              </a:r>
              <a:r>
                <a:rPr lang="en-US" altLang="zh-CN" sz="2800" b="1">
                  <a:solidFill>
                    <a:srgbClr val="FF0000"/>
                  </a:solidFill>
                </a:rPr>
                <a:t>(</a:t>
              </a:r>
              <a:r>
                <a:rPr lang="en-US" altLang="zh-CN" sz="2800" b="1" i="1">
                  <a:solidFill>
                    <a:srgbClr val="FF0000"/>
                  </a:solidFill>
                </a:rPr>
                <a:t>t</a:t>
              </a:r>
              <a:r>
                <a:rPr lang="en-US" altLang="zh-CN" sz="2800" b="1">
                  <a:solidFill>
                    <a:srgbClr val="FF0000"/>
                  </a:solidFill>
                </a:rPr>
                <a:t>), </a:t>
              </a:r>
              <a:r>
                <a:rPr lang="en-US" altLang="zh-CN" sz="2800" b="1" i="1">
                  <a:solidFill>
                    <a:srgbClr val="FF0000"/>
                  </a:solidFill>
                </a:rPr>
                <a:t>y</a:t>
              </a:r>
              <a:r>
                <a:rPr lang="en-US" altLang="zh-CN" sz="2800" b="1">
                  <a:solidFill>
                    <a:srgbClr val="FF0000"/>
                  </a:solidFill>
                </a:rPr>
                <a:t>(</a:t>
              </a:r>
              <a:r>
                <a:rPr lang="en-US" altLang="zh-CN" sz="2800" b="1" i="1">
                  <a:solidFill>
                    <a:srgbClr val="FF0000"/>
                  </a:solidFill>
                </a:rPr>
                <a:t>t</a:t>
              </a:r>
              <a:r>
                <a:rPr lang="en-US" altLang="zh-CN" sz="2800" b="1">
                  <a:solidFill>
                    <a:srgbClr val="FF0000"/>
                  </a:solidFill>
                </a:rPr>
                <a:t>)</a:t>
              </a:r>
              <a:r>
                <a:rPr lang="zh-CN" altLang="en-US" sz="2800" b="1"/>
                <a:t>是周期函数</a:t>
              </a:r>
              <a:r>
                <a:rPr lang="en-US" altLang="zh-CN" sz="2800" b="1"/>
                <a:t>(</a:t>
              </a:r>
              <a:r>
                <a:rPr lang="zh-CN" altLang="en-US" sz="2800" b="1"/>
                <a:t>周期记 </a:t>
              </a:r>
              <a:r>
                <a:rPr lang="en-US" altLang="zh-CN" sz="2800" b="1" i="1"/>
                <a:t>T</a:t>
              </a:r>
              <a:r>
                <a:rPr lang="en-US" altLang="zh-CN" sz="2800" b="1"/>
                <a:t>)</a:t>
              </a:r>
            </a:p>
          </p:txBody>
        </p:sp>
        <p:sp>
          <p:nvSpPr>
            <p:cNvPr id="89093" name="AutoShape 1030">
              <a:extLst>
                <a:ext uri="{FF2B5EF4-FFF2-40B4-BE49-F238E27FC236}">
                  <a16:creationId xmlns:a16="http://schemas.microsoft.com/office/drawing/2014/main" id="{FCC2BC74-A3B5-480C-86F7-D8B994EB5613}"/>
                </a:ext>
              </a:extLst>
            </p:cNvPr>
            <p:cNvSpPr>
              <a:spLocks noChangeArrowheads="1"/>
            </p:cNvSpPr>
            <p:nvPr/>
          </p:nvSpPr>
          <p:spPr bwMode="auto">
            <a:xfrm>
              <a:off x="2304" y="528"/>
              <a:ext cx="240" cy="288"/>
            </a:xfrm>
            <a:prstGeom prst="leftRightArrow">
              <a:avLst>
                <a:gd name="adj1" fmla="val 50000"/>
                <a:gd name="adj2" fmla="val 2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3" name="Group 1031">
            <a:extLst>
              <a:ext uri="{FF2B5EF4-FFF2-40B4-BE49-F238E27FC236}">
                <a16:creationId xmlns:a16="http://schemas.microsoft.com/office/drawing/2014/main" id="{72F7AE6D-F437-4CF4-AA26-40E49D52D79D}"/>
              </a:ext>
            </a:extLst>
          </p:cNvPr>
          <p:cNvGrpSpPr>
            <a:grpSpLocks/>
          </p:cNvGrpSpPr>
          <p:nvPr/>
        </p:nvGrpSpPr>
        <p:grpSpPr bwMode="auto">
          <a:xfrm>
            <a:off x="0" y="1716088"/>
            <a:ext cx="5715000" cy="696912"/>
            <a:chOff x="1200" y="960"/>
            <a:chExt cx="3456" cy="439"/>
          </a:xfrm>
        </p:grpSpPr>
        <p:sp>
          <p:nvSpPr>
            <p:cNvPr id="89095" name="Text Box 1032">
              <a:extLst>
                <a:ext uri="{FF2B5EF4-FFF2-40B4-BE49-F238E27FC236}">
                  <a16:creationId xmlns:a16="http://schemas.microsoft.com/office/drawing/2014/main" id="{95304B59-0781-4D38-8550-60F50BC31DDF}"/>
                </a:ext>
              </a:extLst>
            </p:cNvPr>
            <p:cNvSpPr txBox="1">
              <a:spLocks noChangeArrowheads="1"/>
            </p:cNvSpPr>
            <p:nvPr/>
          </p:nvSpPr>
          <p:spPr bwMode="auto">
            <a:xfrm>
              <a:off x="1200" y="1008"/>
              <a:ext cx="297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zh-CN" sz="2800" b="1"/>
                <a:t>求</a:t>
              </a:r>
              <a:r>
                <a:rPr lang="en-US" altLang="zh-CN" sz="2800" b="1" i="1">
                  <a:solidFill>
                    <a:srgbClr val="FF0000"/>
                  </a:solidFill>
                </a:rPr>
                <a:t>x</a:t>
              </a:r>
              <a:r>
                <a:rPr lang="en-US" altLang="zh-CN" sz="2800" b="1">
                  <a:solidFill>
                    <a:srgbClr val="FF0000"/>
                  </a:solidFill>
                </a:rPr>
                <a:t>(</a:t>
              </a:r>
              <a:r>
                <a:rPr lang="en-US" altLang="zh-CN" sz="2800" b="1" i="1">
                  <a:solidFill>
                    <a:srgbClr val="FF0000"/>
                  </a:solidFill>
                </a:rPr>
                <a:t>t</a:t>
              </a:r>
              <a:r>
                <a:rPr lang="en-US" altLang="zh-CN" sz="2800" b="1">
                  <a:solidFill>
                    <a:srgbClr val="FF0000"/>
                  </a:solidFill>
                </a:rPr>
                <a:t>), </a:t>
              </a:r>
              <a:r>
                <a:rPr lang="en-US" altLang="zh-CN" sz="2800" b="1" i="1">
                  <a:solidFill>
                    <a:srgbClr val="FF0000"/>
                  </a:solidFill>
                </a:rPr>
                <a:t>y</a:t>
              </a:r>
              <a:r>
                <a:rPr lang="en-US" altLang="zh-CN" sz="2800" b="1">
                  <a:solidFill>
                    <a:srgbClr val="FF0000"/>
                  </a:solidFill>
                </a:rPr>
                <a:t>(</a:t>
              </a:r>
              <a:r>
                <a:rPr lang="en-US" altLang="zh-CN" sz="2800" b="1" i="1">
                  <a:solidFill>
                    <a:srgbClr val="FF0000"/>
                  </a:solidFill>
                </a:rPr>
                <a:t>t</a:t>
              </a:r>
              <a:r>
                <a:rPr lang="en-US" altLang="zh-CN" sz="2800" b="1">
                  <a:solidFill>
                    <a:srgbClr val="FF0000"/>
                  </a:solidFill>
                </a:rPr>
                <a:t>) </a:t>
              </a:r>
              <a:r>
                <a:rPr lang="zh-CN" altLang="en-US" sz="2800" b="1"/>
                <a:t>在一周期的平均值</a:t>
              </a:r>
            </a:p>
          </p:txBody>
        </p:sp>
        <p:graphicFrame>
          <p:nvGraphicFramePr>
            <p:cNvPr id="89096" name="Object 1033">
              <a:extLst>
                <a:ext uri="{FF2B5EF4-FFF2-40B4-BE49-F238E27FC236}">
                  <a16:creationId xmlns:a16="http://schemas.microsoft.com/office/drawing/2014/main" id="{5B2BAFD2-7DA1-4459-9E51-AB5219C15653}"/>
                </a:ext>
              </a:extLst>
            </p:cNvPr>
            <p:cNvGraphicFramePr>
              <a:graphicFrameLocks noChangeAspect="1"/>
            </p:cNvGraphicFramePr>
            <p:nvPr/>
          </p:nvGraphicFramePr>
          <p:xfrm>
            <a:off x="4032" y="960"/>
            <a:ext cx="624" cy="439"/>
          </p:xfrm>
          <a:graphic>
            <a:graphicData uri="http://schemas.openxmlformats.org/presentationml/2006/ole">
              <mc:AlternateContent xmlns:mc="http://schemas.openxmlformats.org/markup-compatibility/2006">
                <mc:Choice xmlns:v="urn:schemas-microsoft-com:vml" Requires="v">
                  <p:oleObj spid="_x0000_s89147" name="公式" r:id="rId4" imgW="215713" imgH="152268" progId="Equation.3">
                    <p:embed/>
                  </p:oleObj>
                </mc:Choice>
                <mc:Fallback>
                  <p:oleObj name="公式" r:id="rId4" imgW="215713" imgH="152268" progId="Equation.3">
                    <p:embed/>
                    <p:pic>
                      <p:nvPicPr>
                        <p:cNvPr id="0" name="Object 103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32" y="960"/>
                          <a:ext cx="624" cy="439"/>
                        </a:xfrm>
                        <a:prstGeom prst="rect">
                          <a:avLst/>
                        </a:prstGeom>
                        <a:noFill/>
                        <a:ln>
                          <a:noFill/>
                        </a:ln>
                        <a:effectLst/>
                        <a:extLst>
                          <a:ext uri="{909E8E84-426E-40DD-AFC4-6F175D3DCCD1}">
                            <a14:hiddenFill xmlns:a14="http://schemas.microsoft.com/office/drawing/2010/main">
                              <a:solidFill>
                                <a:srgbClr val="66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102410" name="Object 1034">
            <a:extLst>
              <a:ext uri="{FF2B5EF4-FFF2-40B4-BE49-F238E27FC236}">
                <a16:creationId xmlns:a16="http://schemas.microsoft.com/office/drawing/2014/main" id="{A5E5177C-E392-44F7-B0FE-12E4536300A2}"/>
              </a:ext>
            </a:extLst>
          </p:cNvPr>
          <p:cNvGraphicFramePr>
            <a:graphicFrameLocks noChangeAspect="1"/>
          </p:cNvGraphicFramePr>
          <p:nvPr/>
        </p:nvGraphicFramePr>
        <p:xfrm>
          <a:off x="5867400" y="1792288"/>
          <a:ext cx="3124200" cy="533400"/>
        </p:xfrm>
        <a:graphic>
          <a:graphicData uri="http://schemas.openxmlformats.org/presentationml/2006/ole">
            <mc:AlternateContent xmlns:mc="http://schemas.openxmlformats.org/markup-compatibility/2006">
              <mc:Choice xmlns:v="urn:schemas-microsoft-com:vml" Requires="v">
                <p:oleObj spid="_x0000_s89148" name="公式" r:id="rId6" imgW="1091726" imgH="203112" progId="Equation.3">
                  <p:embed/>
                </p:oleObj>
              </mc:Choice>
              <mc:Fallback>
                <p:oleObj name="公式" r:id="rId6" imgW="1091726" imgH="203112" progId="Equation.3">
                  <p:embed/>
                  <p:pic>
                    <p:nvPicPr>
                      <p:cNvPr id="0" name="Object 103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867400" y="1792288"/>
                        <a:ext cx="3124200" cy="533400"/>
                      </a:xfrm>
                      <a:prstGeom prst="rect">
                        <a:avLst/>
                      </a:prstGeom>
                      <a:solidFill>
                        <a:srgbClr val="99FF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4" name="Group 1061">
            <a:extLst>
              <a:ext uri="{FF2B5EF4-FFF2-40B4-BE49-F238E27FC236}">
                <a16:creationId xmlns:a16="http://schemas.microsoft.com/office/drawing/2014/main" id="{BC43FBD9-DA40-487F-BF4A-CD804C22AB56}"/>
              </a:ext>
            </a:extLst>
          </p:cNvPr>
          <p:cNvGrpSpPr>
            <a:grpSpLocks/>
          </p:cNvGrpSpPr>
          <p:nvPr/>
        </p:nvGrpSpPr>
        <p:grpSpPr bwMode="auto">
          <a:xfrm>
            <a:off x="6096000" y="2325688"/>
            <a:ext cx="2667000" cy="1219200"/>
            <a:chOff x="3888" y="1344"/>
            <a:chExt cx="1632" cy="768"/>
          </a:xfrm>
        </p:grpSpPr>
        <p:graphicFrame>
          <p:nvGraphicFramePr>
            <p:cNvPr id="89099" name="Object 1036">
              <a:extLst>
                <a:ext uri="{FF2B5EF4-FFF2-40B4-BE49-F238E27FC236}">
                  <a16:creationId xmlns:a16="http://schemas.microsoft.com/office/drawing/2014/main" id="{5D1584CD-28B4-451F-8596-1524475091EC}"/>
                </a:ext>
              </a:extLst>
            </p:cNvPr>
            <p:cNvGraphicFramePr>
              <a:graphicFrameLocks noChangeAspect="1"/>
            </p:cNvGraphicFramePr>
            <p:nvPr/>
          </p:nvGraphicFramePr>
          <p:xfrm>
            <a:off x="3888" y="1498"/>
            <a:ext cx="1632" cy="614"/>
          </p:xfrm>
          <a:graphic>
            <a:graphicData uri="http://schemas.openxmlformats.org/presentationml/2006/ole">
              <mc:AlternateContent xmlns:mc="http://schemas.openxmlformats.org/markup-compatibility/2006">
                <mc:Choice xmlns:v="urn:schemas-microsoft-com:vml" Requires="v">
                  <p:oleObj spid="_x0000_s89149" name="公式" r:id="rId8" imgW="1002865" imgH="418918" progId="Equation.3">
                    <p:embed/>
                  </p:oleObj>
                </mc:Choice>
                <mc:Fallback>
                  <p:oleObj name="公式" r:id="rId8" imgW="1002865" imgH="418918" progId="Equation.3">
                    <p:embed/>
                    <p:pic>
                      <p:nvPicPr>
                        <p:cNvPr id="0" name="Object 103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88" y="1498"/>
                          <a:ext cx="1632" cy="614"/>
                        </a:xfrm>
                        <a:prstGeom prst="rect">
                          <a:avLst/>
                        </a:prstGeom>
                        <a:solidFill>
                          <a:srgbClr val="99FF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9100" name="AutoShape 1037">
              <a:extLst>
                <a:ext uri="{FF2B5EF4-FFF2-40B4-BE49-F238E27FC236}">
                  <a16:creationId xmlns:a16="http://schemas.microsoft.com/office/drawing/2014/main" id="{128C1921-7914-4240-AD04-1DC67118B903}"/>
                </a:ext>
              </a:extLst>
            </p:cNvPr>
            <p:cNvSpPr>
              <a:spLocks noChangeArrowheads="1"/>
            </p:cNvSpPr>
            <p:nvPr/>
          </p:nvSpPr>
          <p:spPr bwMode="auto">
            <a:xfrm rot="5400000">
              <a:off x="4497" y="1263"/>
              <a:ext cx="144" cy="306"/>
            </a:xfrm>
            <a:prstGeom prst="rightArrow">
              <a:avLst>
                <a:gd name="adj1" fmla="val 50000"/>
                <a:gd name="adj2" fmla="val 25000"/>
              </a:avLst>
            </a:prstGeom>
            <a:solidFill>
              <a:srgbClr val="99FF66"/>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aphicFrame>
        <p:nvGraphicFramePr>
          <p:cNvPr id="102415" name="Object 1039">
            <a:extLst>
              <a:ext uri="{FF2B5EF4-FFF2-40B4-BE49-F238E27FC236}">
                <a16:creationId xmlns:a16="http://schemas.microsoft.com/office/drawing/2014/main" id="{212BDEF3-43E7-45D5-8D1D-C381FAA1C4A2}"/>
              </a:ext>
            </a:extLst>
          </p:cNvPr>
          <p:cNvGraphicFramePr>
            <a:graphicFrameLocks noChangeAspect="1"/>
          </p:cNvGraphicFramePr>
          <p:nvPr/>
        </p:nvGraphicFramePr>
        <p:xfrm>
          <a:off x="-7938" y="2605088"/>
          <a:ext cx="2944813" cy="993775"/>
        </p:xfrm>
        <a:graphic>
          <a:graphicData uri="http://schemas.openxmlformats.org/presentationml/2006/ole">
            <mc:AlternateContent xmlns:mc="http://schemas.openxmlformats.org/markup-compatibility/2006">
              <mc:Choice xmlns:v="urn:schemas-microsoft-com:vml" Requires="v">
                <p:oleObj spid="_x0000_s89150" name="Equation" r:id="rId10" imgW="952087" imgH="393529" progId="Equation.DSMT4">
                  <p:embed/>
                </p:oleObj>
              </mc:Choice>
              <mc:Fallback>
                <p:oleObj name="Equation" r:id="rId10" imgW="952087" imgH="393529" progId="Equation.DSMT4">
                  <p:embed/>
                  <p:pic>
                    <p:nvPicPr>
                      <p:cNvPr id="0" name="Object 103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938" y="2605088"/>
                        <a:ext cx="2944813" cy="993775"/>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5" name="Group 1041">
            <a:extLst>
              <a:ext uri="{FF2B5EF4-FFF2-40B4-BE49-F238E27FC236}">
                <a16:creationId xmlns:a16="http://schemas.microsoft.com/office/drawing/2014/main" id="{195D71BA-39BA-4A87-A319-2D67FBB28D5C}"/>
              </a:ext>
            </a:extLst>
          </p:cNvPr>
          <p:cNvGrpSpPr>
            <a:grpSpLocks/>
          </p:cNvGrpSpPr>
          <p:nvPr/>
        </p:nvGrpSpPr>
        <p:grpSpPr bwMode="auto">
          <a:xfrm>
            <a:off x="1143000" y="4886325"/>
            <a:ext cx="4495800" cy="609600"/>
            <a:chOff x="864" y="2832"/>
            <a:chExt cx="2736" cy="384"/>
          </a:xfrm>
        </p:grpSpPr>
        <p:graphicFrame>
          <p:nvGraphicFramePr>
            <p:cNvPr id="89103" name="Object 1042">
              <a:extLst>
                <a:ext uri="{FF2B5EF4-FFF2-40B4-BE49-F238E27FC236}">
                  <a16:creationId xmlns:a16="http://schemas.microsoft.com/office/drawing/2014/main" id="{3F59111D-EE7C-4742-B8B4-6E818487AF2C}"/>
                </a:ext>
              </a:extLst>
            </p:cNvPr>
            <p:cNvGraphicFramePr>
              <a:graphicFrameLocks noChangeAspect="1"/>
            </p:cNvGraphicFramePr>
            <p:nvPr/>
          </p:nvGraphicFramePr>
          <p:xfrm>
            <a:off x="864" y="2832"/>
            <a:ext cx="1564" cy="384"/>
          </p:xfrm>
          <a:graphic>
            <a:graphicData uri="http://schemas.openxmlformats.org/presentationml/2006/ole">
              <mc:AlternateContent xmlns:mc="http://schemas.openxmlformats.org/markup-compatibility/2006">
                <mc:Choice xmlns:v="urn:schemas-microsoft-com:vml" Requires="v">
                  <p:oleObj spid="_x0000_s89151" name="公式" r:id="rId12" imgW="672808" imgH="152334" progId="Equation.3">
                    <p:embed/>
                  </p:oleObj>
                </mc:Choice>
                <mc:Fallback>
                  <p:oleObj name="公式" r:id="rId12" imgW="672808" imgH="152334" progId="Equation.3">
                    <p:embed/>
                    <p:pic>
                      <p:nvPicPr>
                        <p:cNvPr id="0" name="Object 104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64" y="2832"/>
                          <a:ext cx="1564" cy="384"/>
                        </a:xfrm>
                        <a:prstGeom prst="rect">
                          <a:avLst/>
                        </a:prstGeom>
                        <a:solidFill>
                          <a:srgbClr val="99FF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9104" name="AutoShape 1043">
              <a:extLst>
                <a:ext uri="{FF2B5EF4-FFF2-40B4-BE49-F238E27FC236}">
                  <a16:creationId xmlns:a16="http://schemas.microsoft.com/office/drawing/2014/main" id="{7E7DD095-89D9-4325-989A-919322F3A8F7}"/>
                </a:ext>
              </a:extLst>
            </p:cNvPr>
            <p:cNvSpPr>
              <a:spLocks noChangeArrowheads="1"/>
            </p:cNvSpPr>
            <p:nvPr/>
          </p:nvSpPr>
          <p:spPr bwMode="auto">
            <a:xfrm>
              <a:off x="2688" y="2880"/>
              <a:ext cx="144" cy="306"/>
            </a:xfrm>
            <a:prstGeom prst="rightArrow">
              <a:avLst>
                <a:gd name="adj1" fmla="val 50000"/>
                <a:gd name="adj2" fmla="val 25000"/>
              </a:avLst>
            </a:prstGeom>
            <a:solidFill>
              <a:srgbClr val="99FF66"/>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89105" name="Line 1044">
              <a:extLst>
                <a:ext uri="{FF2B5EF4-FFF2-40B4-BE49-F238E27FC236}">
                  <a16:creationId xmlns:a16="http://schemas.microsoft.com/office/drawing/2014/main" id="{D74F3016-2283-445A-A7F6-D914D473DDFA}"/>
                </a:ext>
              </a:extLst>
            </p:cNvPr>
            <p:cNvSpPr>
              <a:spLocks noChangeShapeType="1"/>
            </p:cNvSpPr>
            <p:nvPr/>
          </p:nvSpPr>
          <p:spPr bwMode="auto">
            <a:xfrm>
              <a:off x="3168" y="3024"/>
              <a:ext cx="432" cy="0"/>
            </a:xfrm>
            <a:prstGeom prst="line">
              <a:avLst/>
            </a:prstGeom>
            <a:noFill/>
            <a:ln w="76200">
              <a:solidFill>
                <a:srgbClr val="000000"/>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6" name="Group 1069">
            <a:extLst>
              <a:ext uri="{FF2B5EF4-FFF2-40B4-BE49-F238E27FC236}">
                <a16:creationId xmlns:a16="http://schemas.microsoft.com/office/drawing/2014/main" id="{BE5A5F44-E5CF-496C-9104-6F8F7CB1C3BB}"/>
              </a:ext>
            </a:extLst>
          </p:cNvPr>
          <p:cNvGrpSpPr>
            <a:grpSpLocks/>
          </p:cNvGrpSpPr>
          <p:nvPr/>
        </p:nvGrpSpPr>
        <p:grpSpPr bwMode="auto">
          <a:xfrm>
            <a:off x="76200" y="5562600"/>
            <a:ext cx="5486400" cy="946150"/>
            <a:chOff x="96" y="3408"/>
            <a:chExt cx="3456" cy="596"/>
          </a:xfrm>
        </p:grpSpPr>
        <p:graphicFrame>
          <p:nvGraphicFramePr>
            <p:cNvPr id="89107" name="Object 1046">
              <a:extLst>
                <a:ext uri="{FF2B5EF4-FFF2-40B4-BE49-F238E27FC236}">
                  <a16:creationId xmlns:a16="http://schemas.microsoft.com/office/drawing/2014/main" id="{F89CCE05-59FB-457A-BF9C-20EB3ECC6DFC}"/>
                </a:ext>
              </a:extLst>
            </p:cNvPr>
            <p:cNvGraphicFramePr>
              <a:graphicFrameLocks noChangeAspect="1"/>
            </p:cNvGraphicFramePr>
            <p:nvPr/>
          </p:nvGraphicFramePr>
          <p:xfrm>
            <a:off x="720" y="3524"/>
            <a:ext cx="2832" cy="397"/>
          </p:xfrm>
          <a:graphic>
            <a:graphicData uri="http://schemas.openxmlformats.org/presentationml/2006/ole">
              <mc:AlternateContent xmlns:mc="http://schemas.openxmlformats.org/markup-compatibility/2006">
                <mc:Choice xmlns:v="urn:schemas-microsoft-com:vml" Requires="v">
                  <p:oleObj spid="_x0000_s89152" name="Equation" r:id="rId14" imgW="1828800" imgH="228600" progId="Equation.3">
                    <p:embed/>
                  </p:oleObj>
                </mc:Choice>
                <mc:Fallback>
                  <p:oleObj name="Equation" r:id="rId14" imgW="1828800" imgH="228600" progId="Equation.3">
                    <p:embed/>
                    <p:pic>
                      <p:nvPicPr>
                        <p:cNvPr id="0" name="Object 104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20" y="3524"/>
                          <a:ext cx="2832" cy="397"/>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9108" name="Text Box 1047">
              <a:extLst>
                <a:ext uri="{FF2B5EF4-FFF2-40B4-BE49-F238E27FC236}">
                  <a16:creationId xmlns:a16="http://schemas.microsoft.com/office/drawing/2014/main" id="{3E37F6DC-9F36-4711-8F73-FA8A68363224}"/>
                </a:ext>
              </a:extLst>
            </p:cNvPr>
            <p:cNvSpPr txBox="1">
              <a:spLocks noChangeArrowheads="1"/>
            </p:cNvSpPr>
            <p:nvPr/>
          </p:nvSpPr>
          <p:spPr bwMode="auto">
            <a:xfrm>
              <a:off x="96" y="3408"/>
              <a:ext cx="624" cy="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zh-CN" sz="2800" b="1">
                  <a:solidFill>
                    <a:srgbClr val="FF3300"/>
                  </a:solidFill>
                </a:rPr>
                <a:t>轨线中心</a:t>
              </a:r>
              <a:endParaRPr lang="zh-CN" altLang="en-US" sz="2800" b="1">
                <a:solidFill>
                  <a:srgbClr val="FF3300"/>
                </a:solidFill>
              </a:endParaRPr>
            </a:p>
          </p:txBody>
        </p:sp>
      </p:grpSp>
      <p:grpSp>
        <p:nvGrpSpPr>
          <p:cNvPr id="7" name="Group 1070">
            <a:extLst>
              <a:ext uri="{FF2B5EF4-FFF2-40B4-BE49-F238E27FC236}">
                <a16:creationId xmlns:a16="http://schemas.microsoft.com/office/drawing/2014/main" id="{347A6D82-9A6B-4F49-BAE7-AD36D47AC524}"/>
              </a:ext>
            </a:extLst>
          </p:cNvPr>
          <p:cNvGrpSpPr>
            <a:grpSpLocks/>
          </p:cNvGrpSpPr>
          <p:nvPr/>
        </p:nvGrpSpPr>
        <p:grpSpPr bwMode="auto">
          <a:xfrm>
            <a:off x="5867400" y="5715000"/>
            <a:ext cx="2854325" cy="709613"/>
            <a:chOff x="3744" y="3504"/>
            <a:chExt cx="1798" cy="447"/>
          </a:xfrm>
        </p:grpSpPr>
        <p:graphicFrame>
          <p:nvGraphicFramePr>
            <p:cNvPr id="89110" name="Object 1049">
              <a:extLst>
                <a:ext uri="{FF2B5EF4-FFF2-40B4-BE49-F238E27FC236}">
                  <a16:creationId xmlns:a16="http://schemas.microsoft.com/office/drawing/2014/main" id="{B28503DE-9610-4BAF-89CB-D9BBF96EDBC3}"/>
                </a:ext>
              </a:extLst>
            </p:cNvPr>
            <p:cNvGraphicFramePr>
              <a:graphicFrameLocks noChangeAspect="1"/>
            </p:cNvGraphicFramePr>
            <p:nvPr/>
          </p:nvGraphicFramePr>
          <p:xfrm>
            <a:off x="3936" y="3504"/>
            <a:ext cx="1606" cy="447"/>
          </p:xfrm>
          <a:graphic>
            <a:graphicData uri="http://schemas.openxmlformats.org/presentationml/2006/ole">
              <mc:AlternateContent xmlns:mc="http://schemas.openxmlformats.org/markup-compatibility/2006">
                <mc:Choice xmlns:v="urn:schemas-microsoft-com:vml" Requires="v">
                  <p:oleObj spid="_x0000_s89153" name="Equation" r:id="rId16" imgW="863225" imgH="228501" progId="Equation.3">
                    <p:embed/>
                  </p:oleObj>
                </mc:Choice>
                <mc:Fallback>
                  <p:oleObj name="Equation" r:id="rId16" imgW="863225" imgH="228501" progId="Equation.3">
                    <p:embed/>
                    <p:pic>
                      <p:nvPicPr>
                        <p:cNvPr id="0" name="Object 104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936" y="3504"/>
                          <a:ext cx="1606" cy="447"/>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9111" name="AutoShape 1050">
              <a:extLst>
                <a:ext uri="{FF2B5EF4-FFF2-40B4-BE49-F238E27FC236}">
                  <a16:creationId xmlns:a16="http://schemas.microsoft.com/office/drawing/2014/main" id="{BE59BDDB-6DF7-4011-B5DD-B3BBB4105A2B}"/>
                </a:ext>
              </a:extLst>
            </p:cNvPr>
            <p:cNvSpPr>
              <a:spLocks noChangeArrowheads="1"/>
            </p:cNvSpPr>
            <p:nvPr/>
          </p:nvSpPr>
          <p:spPr bwMode="auto">
            <a:xfrm>
              <a:off x="3744" y="3600"/>
              <a:ext cx="127" cy="295"/>
            </a:xfrm>
            <a:prstGeom prst="rightArrow">
              <a:avLst>
                <a:gd name="adj1" fmla="val 50000"/>
                <a:gd name="adj2" fmla="val 25000"/>
              </a:avLst>
            </a:prstGeom>
            <a:solidFill>
              <a:srgbClr val="FFFF00"/>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8" name="Group 1066">
            <a:extLst>
              <a:ext uri="{FF2B5EF4-FFF2-40B4-BE49-F238E27FC236}">
                <a16:creationId xmlns:a16="http://schemas.microsoft.com/office/drawing/2014/main" id="{53F48D97-FDB2-4D1A-9BE3-2E812B384B87}"/>
              </a:ext>
            </a:extLst>
          </p:cNvPr>
          <p:cNvGrpSpPr>
            <a:grpSpLocks/>
          </p:cNvGrpSpPr>
          <p:nvPr/>
        </p:nvGrpSpPr>
        <p:grpSpPr bwMode="auto">
          <a:xfrm>
            <a:off x="6096000" y="3933825"/>
            <a:ext cx="1828800" cy="601663"/>
            <a:chOff x="4128" y="2309"/>
            <a:chExt cx="1152" cy="379"/>
          </a:xfrm>
        </p:grpSpPr>
        <p:sp>
          <p:nvSpPr>
            <p:cNvPr id="89113" name="AutoShape 1052">
              <a:extLst>
                <a:ext uri="{FF2B5EF4-FFF2-40B4-BE49-F238E27FC236}">
                  <a16:creationId xmlns:a16="http://schemas.microsoft.com/office/drawing/2014/main" id="{661F7DA4-9743-4154-8834-26729F9EFB7D}"/>
                </a:ext>
              </a:extLst>
            </p:cNvPr>
            <p:cNvSpPr>
              <a:spLocks noChangeArrowheads="1"/>
            </p:cNvSpPr>
            <p:nvPr/>
          </p:nvSpPr>
          <p:spPr bwMode="auto">
            <a:xfrm>
              <a:off x="4128" y="2352"/>
              <a:ext cx="144" cy="306"/>
            </a:xfrm>
            <a:prstGeom prst="rightArrow">
              <a:avLst>
                <a:gd name="adj1" fmla="val 50000"/>
                <a:gd name="adj2" fmla="val 25000"/>
              </a:avLst>
            </a:prstGeom>
            <a:solidFill>
              <a:srgbClr val="FFCCFF"/>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89114" name="Object 1053">
              <a:extLst>
                <a:ext uri="{FF2B5EF4-FFF2-40B4-BE49-F238E27FC236}">
                  <a16:creationId xmlns:a16="http://schemas.microsoft.com/office/drawing/2014/main" id="{D74AF5CF-8ED2-45CF-BD01-34D566B9464A}"/>
                </a:ext>
              </a:extLst>
            </p:cNvPr>
            <p:cNvGraphicFramePr>
              <a:graphicFrameLocks noChangeAspect="1"/>
            </p:cNvGraphicFramePr>
            <p:nvPr/>
          </p:nvGraphicFramePr>
          <p:xfrm>
            <a:off x="4368" y="2309"/>
            <a:ext cx="912" cy="379"/>
          </p:xfrm>
          <a:graphic>
            <a:graphicData uri="http://schemas.openxmlformats.org/presentationml/2006/ole">
              <mc:AlternateContent xmlns:mc="http://schemas.openxmlformats.org/markup-compatibility/2006">
                <mc:Choice xmlns:v="urn:schemas-microsoft-com:vml" Requires="v">
                  <p:oleObj spid="_x0000_s89154" name="Equation" r:id="rId18" imgW="545626" imgH="177646" progId="Equation.3">
                    <p:embed/>
                  </p:oleObj>
                </mc:Choice>
                <mc:Fallback>
                  <p:oleObj name="Equation" r:id="rId18" imgW="545626" imgH="177646" progId="Equation.3">
                    <p:embed/>
                    <p:pic>
                      <p:nvPicPr>
                        <p:cNvPr id="0" name="Object 1053"/>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368" y="2309"/>
                          <a:ext cx="912" cy="379"/>
                        </a:xfrm>
                        <a:prstGeom prst="rect">
                          <a:avLst/>
                        </a:prstGeom>
                        <a:solidFill>
                          <a:srgbClr val="FF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9" name="Group 1068">
            <a:extLst>
              <a:ext uri="{FF2B5EF4-FFF2-40B4-BE49-F238E27FC236}">
                <a16:creationId xmlns:a16="http://schemas.microsoft.com/office/drawing/2014/main" id="{122AA334-804D-4EDD-9C18-9FB908CA79C7}"/>
              </a:ext>
            </a:extLst>
          </p:cNvPr>
          <p:cNvGrpSpPr>
            <a:grpSpLocks/>
          </p:cNvGrpSpPr>
          <p:nvPr/>
        </p:nvGrpSpPr>
        <p:grpSpPr bwMode="auto">
          <a:xfrm>
            <a:off x="6096000" y="4840288"/>
            <a:ext cx="1874838" cy="655637"/>
            <a:chOff x="3888" y="2947"/>
            <a:chExt cx="1181" cy="413"/>
          </a:xfrm>
        </p:grpSpPr>
        <p:graphicFrame>
          <p:nvGraphicFramePr>
            <p:cNvPr id="89116" name="Object 1055">
              <a:extLst>
                <a:ext uri="{FF2B5EF4-FFF2-40B4-BE49-F238E27FC236}">
                  <a16:creationId xmlns:a16="http://schemas.microsoft.com/office/drawing/2014/main" id="{4482152E-CB0A-4074-9316-34FB2650A4C0}"/>
                </a:ext>
              </a:extLst>
            </p:cNvPr>
            <p:cNvGraphicFramePr>
              <a:graphicFrameLocks noChangeAspect="1"/>
            </p:cNvGraphicFramePr>
            <p:nvPr/>
          </p:nvGraphicFramePr>
          <p:xfrm>
            <a:off x="4116" y="2947"/>
            <a:ext cx="953" cy="413"/>
          </p:xfrm>
          <a:graphic>
            <a:graphicData uri="http://schemas.openxmlformats.org/presentationml/2006/ole">
              <mc:AlternateContent xmlns:mc="http://schemas.openxmlformats.org/markup-compatibility/2006">
                <mc:Choice xmlns:v="urn:schemas-microsoft-com:vml" Requires="v">
                  <p:oleObj spid="_x0000_s89155" name="Equation" r:id="rId20" imgW="533169" imgH="203112" progId="Equation.3">
                    <p:embed/>
                  </p:oleObj>
                </mc:Choice>
                <mc:Fallback>
                  <p:oleObj name="Equation" r:id="rId20" imgW="533169" imgH="203112" progId="Equation.3">
                    <p:embed/>
                    <p:pic>
                      <p:nvPicPr>
                        <p:cNvPr id="0" name="Object 1055"/>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116" y="2947"/>
                          <a:ext cx="953" cy="413"/>
                        </a:xfrm>
                        <a:prstGeom prst="rect">
                          <a:avLst/>
                        </a:prstGeom>
                        <a:solidFill>
                          <a:srgbClr val="99FF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9117" name="AutoShape 1056">
              <a:extLst>
                <a:ext uri="{FF2B5EF4-FFF2-40B4-BE49-F238E27FC236}">
                  <a16:creationId xmlns:a16="http://schemas.microsoft.com/office/drawing/2014/main" id="{B2D5B873-1A39-4A32-9228-664E2B098310}"/>
                </a:ext>
              </a:extLst>
            </p:cNvPr>
            <p:cNvSpPr>
              <a:spLocks noChangeArrowheads="1"/>
            </p:cNvSpPr>
            <p:nvPr/>
          </p:nvSpPr>
          <p:spPr bwMode="auto">
            <a:xfrm>
              <a:off x="3888" y="3024"/>
              <a:ext cx="151" cy="306"/>
            </a:xfrm>
            <a:prstGeom prst="rightArrow">
              <a:avLst>
                <a:gd name="adj1" fmla="val 50000"/>
                <a:gd name="adj2" fmla="val 25000"/>
              </a:avLst>
            </a:prstGeom>
            <a:solidFill>
              <a:srgbClr val="99FF66"/>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89118" name="Group 1057">
            <a:extLst>
              <a:ext uri="{FF2B5EF4-FFF2-40B4-BE49-F238E27FC236}">
                <a16:creationId xmlns:a16="http://schemas.microsoft.com/office/drawing/2014/main" id="{4FFA4F7A-B717-4FE1-8781-DAA1E394D820}"/>
              </a:ext>
            </a:extLst>
          </p:cNvPr>
          <p:cNvGrpSpPr>
            <a:grpSpLocks/>
          </p:cNvGrpSpPr>
          <p:nvPr/>
        </p:nvGrpSpPr>
        <p:grpSpPr bwMode="auto">
          <a:xfrm>
            <a:off x="823913" y="457200"/>
            <a:ext cx="6248400" cy="609600"/>
            <a:chOff x="384" y="144"/>
            <a:chExt cx="3936" cy="384"/>
          </a:xfrm>
        </p:grpSpPr>
        <p:sp>
          <p:nvSpPr>
            <p:cNvPr id="89119" name="Text Box 1058">
              <a:extLst>
                <a:ext uri="{FF2B5EF4-FFF2-40B4-BE49-F238E27FC236}">
                  <a16:creationId xmlns:a16="http://schemas.microsoft.com/office/drawing/2014/main" id="{11B58C90-A63E-4C1D-BBC2-88811D586E66}"/>
                </a:ext>
              </a:extLst>
            </p:cNvPr>
            <p:cNvSpPr txBox="1">
              <a:spLocks noChangeArrowheads="1"/>
            </p:cNvSpPr>
            <p:nvPr/>
          </p:nvSpPr>
          <p:spPr bwMode="auto">
            <a:xfrm>
              <a:off x="384" y="144"/>
              <a:ext cx="3936" cy="327"/>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ea typeface="楷体_GB2312" pitchFamily="49" charset="-122"/>
                </a:rPr>
                <a:t>用相轨线分析                          点稳定性</a:t>
              </a:r>
            </a:p>
          </p:txBody>
        </p:sp>
        <p:graphicFrame>
          <p:nvGraphicFramePr>
            <p:cNvPr id="89120" name="Object 1059">
              <a:extLst>
                <a:ext uri="{FF2B5EF4-FFF2-40B4-BE49-F238E27FC236}">
                  <a16:creationId xmlns:a16="http://schemas.microsoft.com/office/drawing/2014/main" id="{DA63BD05-7ACA-40C1-AD54-9C5D77234906}"/>
                </a:ext>
              </a:extLst>
            </p:cNvPr>
            <p:cNvGraphicFramePr>
              <a:graphicFrameLocks noChangeAspect="1"/>
            </p:cNvGraphicFramePr>
            <p:nvPr/>
          </p:nvGraphicFramePr>
          <p:xfrm>
            <a:off x="1824" y="177"/>
            <a:ext cx="1391" cy="351"/>
          </p:xfrm>
          <a:graphic>
            <a:graphicData uri="http://schemas.openxmlformats.org/presentationml/2006/ole">
              <mc:AlternateContent xmlns:mc="http://schemas.openxmlformats.org/markup-compatibility/2006">
                <mc:Choice xmlns:v="urn:schemas-microsoft-com:vml" Requires="v">
                  <p:oleObj spid="_x0000_s89156" name="公式" r:id="rId22" imgW="990170" imgH="241195" progId="Equation.3">
                    <p:embed/>
                  </p:oleObj>
                </mc:Choice>
                <mc:Fallback>
                  <p:oleObj name="公式" r:id="rId22" imgW="990170" imgH="241195" progId="Equation.3">
                    <p:embed/>
                    <p:pic>
                      <p:nvPicPr>
                        <p:cNvPr id="0" name="Object 1059"/>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824" y="177"/>
                          <a:ext cx="1391" cy="351"/>
                        </a:xfrm>
                        <a:prstGeom prst="rect">
                          <a:avLst/>
                        </a:prstGeom>
                        <a:solidFill>
                          <a:srgbClr val="FF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102436" name="Object 1060">
            <a:extLst>
              <a:ext uri="{FF2B5EF4-FFF2-40B4-BE49-F238E27FC236}">
                <a16:creationId xmlns:a16="http://schemas.microsoft.com/office/drawing/2014/main" id="{111F684A-5664-4C61-BB5A-E99262F4E8D6}"/>
              </a:ext>
            </a:extLst>
          </p:cNvPr>
          <p:cNvGraphicFramePr>
            <a:graphicFrameLocks noChangeAspect="1"/>
          </p:cNvGraphicFramePr>
          <p:nvPr/>
        </p:nvGraphicFramePr>
        <p:xfrm>
          <a:off x="2803525" y="2586038"/>
          <a:ext cx="3063875" cy="1058862"/>
        </p:xfrm>
        <a:graphic>
          <a:graphicData uri="http://schemas.openxmlformats.org/presentationml/2006/ole">
            <mc:AlternateContent xmlns:mc="http://schemas.openxmlformats.org/markup-compatibility/2006">
              <mc:Choice xmlns:v="urn:schemas-microsoft-com:vml" Requires="v">
                <p:oleObj spid="_x0000_s89157" name="Equation" r:id="rId24" imgW="1155700" imgH="419100" progId="Equation.DSMT4">
                  <p:embed/>
                </p:oleObj>
              </mc:Choice>
              <mc:Fallback>
                <p:oleObj name="Equation" r:id="rId24" imgW="1155700" imgH="419100" progId="Equation.DSMT4">
                  <p:embed/>
                  <p:pic>
                    <p:nvPicPr>
                      <p:cNvPr id="0" name="Object 1060"/>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2803525" y="2586038"/>
                        <a:ext cx="3063875" cy="1058862"/>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439" name="Object 1063">
            <a:extLst>
              <a:ext uri="{FF2B5EF4-FFF2-40B4-BE49-F238E27FC236}">
                <a16:creationId xmlns:a16="http://schemas.microsoft.com/office/drawing/2014/main" id="{FEF30318-A4D3-4194-BD4D-D9BAF5F44F9D}"/>
              </a:ext>
            </a:extLst>
          </p:cNvPr>
          <p:cNvGraphicFramePr>
            <a:graphicFrameLocks noChangeAspect="1"/>
          </p:cNvGraphicFramePr>
          <p:nvPr/>
        </p:nvGraphicFramePr>
        <p:xfrm>
          <a:off x="476250" y="3773488"/>
          <a:ext cx="5219700" cy="990600"/>
        </p:xfrm>
        <a:graphic>
          <a:graphicData uri="http://schemas.openxmlformats.org/presentationml/2006/ole">
            <mc:AlternateContent xmlns:mc="http://schemas.openxmlformats.org/markup-compatibility/2006">
              <mc:Choice xmlns:v="urn:schemas-microsoft-com:vml" Requires="v">
                <p:oleObj spid="_x0000_s89158" name="Equation" r:id="rId26" imgW="1739900" imgH="393700" progId="Equation.DSMT4">
                  <p:embed/>
                </p:oleObj>
              </mc:Choice>
              <mc:Fallback>
                <p:oleObj name="Equation" r:id="rId26" imgW="1739900" imgH="393700" progId="Equation.DSMT4">
                  <p:embed/>
                  <p:pic>
                    <p:nvPicPr>
                      <p:cNvPr id="0" name="Object 1063"/>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476250" y="3773488"/>
                        <a:ext cx="5219700" cy="990600"/>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blind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02403"/>
                                        </p:tgtEl>
                                        <p:attrNameLst>
                                          <p:attrName>style.visibility</p:attrName>
                                        </p:attrNameLst>
                                      </p:cBhvr>
                                      <p:to>
                                        <p:strVal val="visible"/>
                                      </p:to>
                                    </p:set>
                                    <p:animEffect transition="in" filter="box(in)">
                                      <p:cBhvr>
                                        <p:cTn id="7" dur="1000"/>
                                        <p:tgtEl>
                                          <p:spTgt spid="10240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ox(in)">
                                      <p:cBhvr>
                                        <p:cTn id="12" dur="10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linds(horizontal)">
                                      <p:cBhvr>
                                        <p:cTn id="17" dur="1000"/>
                                        <p:tgtEl>
                                          <p:spTgt spid="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42" fill="hold" nodeType="clickEffect">
                                  <p:stCondLst>
                                    <p:cond delay="0"/>
                                  </p:stCondLst>
                                  <p:childTnLst>
                                    <p:set>
                                      <p:cBhvr>
                                        <p:cTn id="21" dur="1" fill="hold">
                                          <p:stCondLst>
                                            <p:cond delay="0"/>
                                          </p:stCondLst>
                                        </p:cTn>
                                        <p:tgtEl>
                                          <p:spTgt spid="102415"/>
                                        </p:tgtEl>
                                        <p:attrNameLst>
                                          <p:attrName>style.visibility</p:attrName>
                                        </p:attrNameLst>
                                      </p:cBhvr>
                                      <p:to>
                                        <p:strVal val="visible"/>
                                      </p:to>
                                    </p:set>
                                    <p:animEffect transition="in" filter="barn(outHorizontal)">
                                      <p:cBhvr>
                                        <p:cTn id="22" dur="1000"/>
                                        <p:tgtEl>
                                          <p:spTgt spid="102415"/>
                                        </p:tgtEl>
                                      </p:cBhvr>
                                    </p:animEffect>
                                  </p:childTnLst>
                                  <p:subTnLst>
                                    <p:audio>
                                      <p:cMediaNode>
                                        <p:cTn display="0" masterRel="sameClick">
                                          <p:stCondLst>
                                            <p:cond evt="begin" delay="0">
                                              <p:tn val="20"/>
                                            </p:cond>
                                          </p:stCondLst>
                                          <p:endCondLst>
                                            <p:cond evt="onStopAudio" delay="0">
                                              <p:tgtEl>
                                                <p:sldTgt/>
                                              </p:tgtEl>
                                            </p:cond>
                                          </p:endCondLst>
                                        </p:cTn>
                                        <p:tgtEl>
                                          <p:sndTgt r:embed="rId3" name="WHOOSH.WAV"/>
                                        </p:tgtEl>
                                      </p:cMediaNode>
                                    </p:audio>
                                  </p:sub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nodeType="clickEffect">
                                  <p:stCondLst>
                                    <p:cond delay="0"/>
                                  </p:stCondLst>
                                  <p:childTnLst>
                                    <p:set>
                                      <p:cBhvr>
                                        <p:cTn id="26" dur="1" fill="hold">
                                          <p:stCondLst>
                                            <p:cond delay="0"/>
                                          </p:stCondLst>
                                        </p:cTn>
                                        <p:tgtEl>
                                          <p:spTgt spid="102410"/>
                                        </p:tgtEl>
                                        <p:attrNameLst>
                                          <p:attrName>style.visibility</p:attrName>
                                        </p:attrNameLst>
                                      </p:cBhvr>
                                      <p:to>
                                        <p:strVal val="visible"/>
                                      </p:to>
                                    </p:set>
                                    <p:animEffect transition="in" filter="checkerboard(across)">
                                      <p:cBhvr>
                                        <p:cTn id="27" dur="1000"/>
                                        <p:tgtEl>
                                          <p:spTgt spid="10241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5"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blinds(vertical)">
                                      <p:cBhvr>
                                        <p:cTn id="32" dur="1000"/>
                                        <p:tgtEl>
                                          <p:spTgt spid="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102436"/>
                                        </p:tgtEl>
                                        <p:attrNameLst>
                                          <p:attrName>style.visibility</p:attrName>
                                        </p:attrNameLst>
                                      </p:cBhvr>
                                      <p:to>
                                        <p:strVal val="visible"/>
                                      </p:to>
                                    </p:set>
                                    <p:animEffect transition="in" filter="wipe(left)">
                                      <p:cBhvr>
                                        <p:cTn id="37" dur="1000"/>
                                        <p:tgtEl>
                                          <p:spTgt spid="102436"/>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102439"/>
                                        </p:tgtEl>
                                        <p:attrNameLst>
                                          <p:attrName>style.visibility</p:attrName>
                                        </p:attrNameLst>
                                      </p:cBhvr>
                                      <p:to>
                                        <p:strVal val="visible"/>
                                      </p:to>
                                    </p:set>
                                    <p:animEffect transition="in" filter="wipe(left)">
                                      <p:cBhvr>
                                        <p:cTn id="42" dur="1000"/>
                                        <p:tgtEl>
                                          <p:spTgt spid="102439"/>
                                        </p:tgtEl>
                                      </p:cBhvr>
                                    </p:animEffect>
                                  </p:childTnLst>
                                  <p:subTnLst>
                                    <p:audio>
                                      <p:cMediaNode>
                                        <p:cTn display="0" masterRel="sameClick">
                                          <p:stCondLst>
                                            <p:cond evt="begin" delay="0">
                                              <p:tn val="40"/>
                                            </p:cond>
                                          </p:stCondLst>
                                          <p:endCondLst>
                                            <p:cond evt="onStopAudio" delay="0">
                                              <p:tgtEl>
                                                <p:sldTgt/>
                                              </p:tgtEl>
                                            </p:cond>
                                          </p:endCondLst>
                                        </p:cTn>
                                        <p:tgtEl>
                                          <p:sndTgt r:embed="rId3" name="WHOOSH.WAV"/>
                                        </p:tgtEl>
                                      </p:cMediaNode>
                                    </p:audio>
                                  </p:sub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8"/>
                                        </p:tgtEl>
                                        <p:attrNameLst>
                                          <p:attrName>style.visibility</p:attrName>
                                        </p:attrNameLst>
                                      </p:cBhvr>
                                      <p:to>
                                        <p:strVal val="visible"/>
                                      </p:to>
                                    </p:set>
                                    <p:animEffect transition="in" filter="wipe(left)">
                                      <p:cBhvr>
                                        <p:cTn id="47" dur="1000"/>
                                        <p:tgtEl>
                                          <p:spTgt spid="8"/>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5"/>
                                        </p:tgtEl>
                                        <p:attrNameLst>
                                          <p:attrName>style.visibility</p:attrName>
                                        </p:attrNameLst>
                                      </p:cBhvr>
                                      <p:to>
                                        <p:strVal val="visible"/>
                                      </p:to>
                                    </p:set>
                                    <p:animEffect transition="in" filter="wipe(left)">
                                      <p:cBhvr>
                                        <p:cTn id="52" dur="1000"/>
                                        <p:tgtEl>
                                          <p:spTgt spid="5"/>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9"/>
                                        </p:tgtEl>
                                        <p:attrNameLst>
                                          <p:attrName>style.visibility</p:attrName>
                                        </p:attrNameLst>
                                      </p:cBhvr>
                                      <p:to>
                                        <p:strVal val="visible"/>
                                      </p:to>
                                    </p:set>
                                    <p:animEffect transition="in" filter="wipe(left)">
                                      <p:cBhvr>
                                        <p:cTn id="57" dur="1000"/>
                                        <p:tgtEl>
                                          <p:spTgt spid="9"/>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12" presetClass="entr" presetSubtype="4" fill="hold" nodeType="clickEffect">
                                  <p:stCondLst>
                                    <p:cond delay="0"/>
                                  </p:stCondLst>
                                  <p:childTnLst>
                                    <p:set>
                                      <p:cBhvr>
                                        <p:cTn id="61" dur="1" fill="hold">
                                          <p:stCondLst>
                                            <p:cond delay="0"/>
                                          </p:stCondLst>
                                        </p:cTn>
                                        <p:tgtEl>
                                          <p:spTgt spid="6"/>
                                        </p:tgtEl>
                                        <p:attrNameLst>
                                          <p:attrName>style.visibility</p:attrName>
                                        </p:attrNameLst>
                                      </p:cBhvr>
                                      <p:to>
                                        <p:strVal val="visible"/>
                                      </p:to>
                                    </p:set>
                                    <p:animEffect transition="in" filter="slide(fromBottom)">
                                      <p:cBhvr>
                                        <p:cTn id="62" dur="1000"/>
                                        <p:tgtEl>
                                          <p:spTgt spid="6"/>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12" presetClass="entr" presetSubtype="4" fill="hold" nodeType="clickEffect">
                                  <p:stCondLst>
                                    <p:cond delay="0"/>
                                  </p:stCondLst>
                                  <p:childTnLst>
                                    <p:set>
                                      <p:cBhvr>
                                        <p:cTn id="66" dur="1" fill="hold">
                                          <p:stCondLst>
                                            <p:cond delay="0"/>
                                          </p:stCondLst>
                                        </p:cTn>
                                        <p:tgtEl>
                                          <p:spTgt spid="7"/>
                                        </p:tgtEl>
                                        <p:attrNameLst>
                                          <p:attrName>style.visibility</p:attrName>
                                        </p:attrNameLst>
                                      </p:cBhvr>
                                      <p:to>
                                        <p:strVal val="visible"/>
                                      </p:to>
                                    </p:set>
                                    <p:animEffect transition="in" filter="slide(fromBottom)">
                                      <p:cBhvr>
                                        <p:cTn id="6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03" grpId="0" animBg="1" autoUpdateAnimBg="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
            <a:extLst>
              <a:ext uri="{FF2B5EF4-FFF2-40B4-BE49-F238E27FC236}">
                <a16:creationId xmlns:a16="http://schemas.microsoft.com/office/drawing/2014/main" id="{BF2D3952-D62D-4DA2-A06D-2C08B966DA8B}"/>
              </a:ext>
            </a:extLst>
          </p:cNvPr>
          <p:cNvGrpSpPr>
            <a:grpSpLocks/>
          </p:cNvGrpSpPr>
          <p:nvPr/>
        </p:nvGrpSpPr>
        <p:grpSpPr bwMode="auto">
          <a:xfrm>
            <a:off x="4067175" y="549275"/>
            <a:ext cx="4932363" cy="3743325"/>
            <a:chOff x="1640" y="5040"/>
            <a:chExt cx="4220" cy="3600"/>
          </a:xfrm>
        </p:grpSpPr>
        <p:pic>
          <p:nvPicPr>
            <p:cNvPr id="90115" name="Picture 5">
              <a:extLst>
                <a:ext uri="{FF2B5EF4-FFF2-40B4-BE49-F238E27FC236}">
                  <a16:creationId xmlns:a16="http://schemas.microsoft.com/office/drawing/2014/main" id="{36593BF3-8999-4B15-8966-C6F0A2F2DA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40" y="5040"/>
              <a:ext cx="4220" cy="29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116" name="Text Box 6">
              <a:extLst>
                <a:ext uri="{FF2B5EF4-FFF2-40B4-BE49-F238E27FC236}">
                  <a16:creationId xmlns:a16="http://schemas.microsoft.com/office/drawing/2014/main" id="{435C915F-3A49-400F-81FB-158FF7EB97B7}"/>
                </a:ext>
              </a:extLst>
            </p:cNvPr>
            <p:cNvSpPr txBox="1">
              <a:spLocks noChangeArrowheads="1"/>
            </p:cNvSpPr>
            <p:nvPr/>
          </p:nvSpPr>
          <p:spPr bwMode="auto">
            <a:xfrm>
              <a:off x="3140" y="6780"/>
              <a:ext cx="720" cy="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endParaRPr lang="en-US" altLang="zh-CN" sz="900" i="1"/>
            </a:p>
            <a:p>
              <a:pPr eaLnBrk="1" hangingPunct="1"/>
              <a:endParaRPr lang="en-US" altLang="zh-CN" sz="2800" b="1"/>
            </a:p>
          </p:txBody>
        </p:sp>
      </p:grpSp>
      <p:sp>
        <p:nvSpPr>
          <p:cNvPr id="90117" name="Rectangle 8">
            <a:extLst>
              <a:ext uri="{FF2B5EF4-FFF2-40B4-BE49-F238E27FC236}">
                <a16:creationId xmlns:a16="http://schemas.microsoft.com/office/drawing/2014/main" id="{7DCF0424-5A81-464E-9A83-AAA1D7EA1ACA}"/>
              </a:ext>
            </a:extLst>
          </p:cNvPr>
          <p:cNvSpPr>
            <a:spLocks noChangeArrowheads="1"/>
          </p:cNvSpPr>
          <p:nvPr/>
        </p:nvSpPr>
        <p:spPr bwMode="auto">
          <a:xfrm>
            <a:off x="0" y="32766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112647" name="Object 7">
            <a:extLst>
              <a:ext uri="{FF2B5EF4-FFF2-40B4-BE49-F238E27FC236}">
                <a16:creationId xmlns:a16="http://schemas.microsoft.com/office/drawing/2014/main" id="{22EBB6D8-05FA-40F1-B4C9-BFB42905FDB8}"/>
              </a:ext>
            </a:extLst>
          </p:cNvPr>
          <p:cNvGraphicFramePr>
            <a:graphicFrameLocks noChangeAspect="1"/>
          </p:cNvGraphicFramePr>
          <p:nvPr/>
        </p:nvGraphicFramePr>
        <p:xfrm>
          <a:off x="5795963" y="2565400"/>
          <a:ext cx="1627187" cy="384175"/>
        </p:xfrm>
        <a:graphic>
          <a:graphicData uri="http://schemas.openxmlformats.org/presentationml/2006/ole">
            <mc:AlternateContent xmlns:mc="http://schemas.openxmlformats.org/markup-compatibility/2006">
              <mc:Choice xmlns:v="urn:schemas-microsoft-com:vml" Requires="v">
                <p:oleObj spid="_x0000_s90196" name="公式" r:id="rId4" imgW="799753" imgH="203112" progId="Equation.3">
                  <p:embed/>
                </p:oleObj>
              </mc:Choice>
              <mc:Fallback>
                <p:oleObj name="公式" r:id="rId4" imgW="799753" imgH="203112" progId="Equation.3">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95963" y="2565400"/>
                        <a:ext cx="1627187"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0119" name="Rectangle 10">
            <a:extLst>
              <a:ext uri="{FF2B5EF4-FFF2-40B4-BE49-F238E27FC236}">
                <a16:creationId xmlns:a16="http://schemas.microsoft.com/office/drawing/2014/main" id="{E8D0976D-872B-49CB-9ACC-78A9F8AD302B}"/>
              </a:ext>
            </a:extLst>
          </p:cNvPr>
          <p:cNvSpPr>
            <a:spLocks noChangeArrowheads="1"/>
          </p:cNvSpPr>
          <p:nvPr/>
        </p:nvSpPr>
        <p:spPr bwMode="auto">
          <a:xfrm>
            <a:off x="0" y="32766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112649" name="Object 9">
            <a:extLst>
              <a:ext uri="{FF2B5EF4-FFF2-40B4-BE49-F238E27FC236}">
                <a16:creationId xmlns:a16="http://schemas.microsoft.com/office/drawing/2014/main" id="{C5145F67-66F5-4F75-8932-26936B3B53E9}"/>
              </a:ext>
            </a:extLst>
          </p:cNvPr>
          <p:cNvGraphicFramePr>
            <a:graphicFrameLocks noChangeAspect="1"/>
          </p:cNvGraphicFramePr>
          <p:nvPr/>
        </p:nvGraphicFramePr>
        <p:xfrm>
          <a:off x="5795963" y="1773238"/>
          <a:ext cx="1584325" cy="407987"/>
        </p:xfrm>
        <a:graphic>
          <a:graphicData uri="http://schemas.openxmlformats.org/presentationml/2006/ole">
            <mc:AlternateContent xmlns:mc="http://schemas.openxmlformats.org/markup-compatibility/2006">
              <mc:Choice xmlns:v="urn:schemas-microsoft-com:vml" Requires="v">
                <p:oleObj spid="_x0000_s90197" name="公式" r:id="rId6" imgW="799753" imgH="203112" progId="Equation.3">
                  <p:embed/>
                </p:oleObj>
              </mc:Choice>
              <mc:Fallback>
                <p:oleObj name="公式" r:id="rId6" imgW="799753" imgH="203112" progId="Equation.3">
                  <p:embed/>
                  <p:pic>
                    <p:nvPicPr>
                      <p:cNvPr id="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95963" y="1773238"/>
                        <a:ext cx="1584325" cy="407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0121" name="Rectangle 12">
            <a:extLst>
              <a:ext uri="{FF2B5EF4-FFF2-40B4-BE49-F238E27FC236}">
                <a16:creationId xmlns:a16="http://schemas.microsoft.com/office/drawing/2014/main" id="{92E3E3A4-F209-4619-AF88-230799B7BC9F}"/>
              </a:ext>
            </a:extLst>
          </p:cNvPr>
          <p:cNvSpPr>
            <a:spLocks noChangeArrowheads="1"/>
          </p:cNvSpPr>
          <p:nvPr/>
        </p:nvSpPr>
        <p:spPr bwMode="auto">
          <a:xfrm>
            <a:off x="0" y="32766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112651" name="Object 11">
            <a:extLst>
              <a:ext uri="{FF2B5EF4-FFF2-40B4-BE49-F238E27FC236}">
                <a16:creationId xmlns:a16="http://schemas.microsoft.com/office/drawing/2014/main" id="{52EB1DCF-303A-4705-B59A-FDFB92F59CA9}"/>
              </a:ext>
            </a:extLst>
          </p:cNvPr>
          <p:cNvGraphicFramePr>
            <a:graphicFrameLocks noChangeAspect="1"/>
          </p:cNvGraphicFramePr>
          <p:nvPr/>
        </p:nvGraphicFramePr>
        <p:xfrm>
          <a:off x="4887913" y="1341438"/>
          <a:ext cx="676275" cy="863600"/>
        </p:xfrm>
        <a:graphic>
          <a:graphicData uri="http://schemas.openxmlformats.org/presentationml/2006/ole">
            <mc:AlternateContent xmlns:mc="http://schemas.openxmlformats.org/markup-compatibility/2006">
              <mc:Choice xmlns:v="urn:schemas-microsoft-com:vml" Requires="v">
                <p:oleObj spid="_x0000_s90198" name="公式" r:id="rId8" imgW="368140" imgH="431613" progId="Equation.3">
                  <p:embed/>
                </p:oleObj>
              </mc:Choice>
              <mc:Fallback>
                <p:oleObj name="公式" r:id="rId8" imgW="368140" imgH="431613" progId="Equation.3">
                  <p:embed/>
                  <p:pic>
                    <p:nvPicPr>
                      <p:cNvPr id="0" name="Object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887913" y="1341438"/>
                        <a:ext cx="676275"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0123" name="Rectangle 14">
            <a:extLst>
              <a:ext uri="{FF2B5EF4-FFF2-40B4-BE49-F238E27FC236}">
                <a16:creationId xmlns:a16="http://schemas.microsoft.com/office/drawing/2014/main" id="{1FB5A7F2-2866-460A-86D5-AE4C5CDC4E44}"/>
              </a:ext>
            </a:extLst>
          </p:cNvPr>
          <p:cNvSpPr>
            <a:spLocks noChangeArrowheads="1"/>
          </p:cNvSpPr>
          <p:nvPr/>
        </p:nvSpPr>
        <p:spPr bwMode="auto">
          <a:xfrm>
            <a:off x="0" y="32766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112653" name="Object 13">
            <a:extLst>
              <a:ext uri="{FF2B5EF4-FFF2-40B4-BE49-F238E27FC236}">
                <a16:creationId xmlns:a16="http://schemas.microsoft.com/office/drawing/2014/main" id="{E03FA4F1-849D-4093-8176-F4A3C9CBECFE}"/>
              </a:ext>
            </a:extLst>
          </p:cNvPr>
          <p:cNvGraphicFramePr>
            <a:graphicFrameLocks noChangeAspect="1"/>
          </p:cNvGraphicFramePr>
          <p:nvPr/>
        </p:nvGraphicFramePr>
        <p:xfrm>
          <a:off x="4932363" y="2420938"/>
          <a:ext cx="601662" cy="863600"/>
        </p:xfrm>
        <a:graphic>
          <a:graphicData uri="http://schemas.openxmlformats.org/presentationml/2006/ole">
            <mc:AlternateContent xmlns:mc="http://schemas.openxmlformats.org/markup-compatibility/2006">
              <mc:Choice xmlns:v="urn:schemas-microsoft-com:vml" Requires="v">
                <p:oleObj spid="_x0000_s90199" name="公式" r:id="rId10" imgW="253780" imgH="304536" progId="Equation.3">
                  <p:embed/>
                </p:oleObj>
              </mc:Choice>
              <mc:Fallback>
                <p:oleObj name="公式" r:id="rId10" imgW="253780" imgH="304536" progId="Equation.3">
                  <p:embed/>
                  <p:pic>
                    <p:nvPicPr>
                      <p:cNvPr id="0" name="Object 1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932363" y="2420938"/>
                        <a:ext cx="601662"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3" name="Group 33">
            <a:extLst>
              <a:ext uri="{FF2B5EF4-FFF2-40B4-BE49-F238E27FC236}">
                <a16:creationId xmlns:a16="http://schemas.microsoft.com/office/drawing/2014/main" id="{E0836F00-8A4B-4669-BD3F-61E8AD42E6FE}"/>
              </a:ext>
            </a:extLst>
          </p:cNvPr>
          <p:cNvGrpSpPr>
            <a:grpSpLocks/>
          </p:cNvGrpSpPr>
          <p:nvPr/>
        </p:nvGrpSpPr>
        <p:grpSpPr bwMode="auto">
          <a:xfrm>
            <a:off x="5453063" y="2787650"/>
            <a:ext cx="414337" cy="641350"/>
            <a:chOff x="4464" y="1488"/>
            <a:chExt cx="261" cy="404"/>
          </a:xfrm>
        </p:grpSpPr>
        <p:graphicFrame>
          <p:nvGraphicFramePr>
            <p:cNvPr id="90126" name="Object 34">
              <a:extLst>
                <a:ext uri="{FF2B5EF4-FFF2-40B4-BE49-F238E27FC236}">
                  <a16:creationId xmlns:a16="http://schemas.microsoft.com/office/drawing/2014/main" id="{4AA27A21-D99B-496F-BABE-58A9203A300D}"/>
                </a:ext>
              </a:extLst>
            </p:cNvPr>
            <p:cNvGraphicFramePr>
              <a:graphicFrameLocks noChangeAspect="1"/>
            </p:cNvGraphicFramePr>
            <p:nvPr/>
          </p:nvGraphicFramePr>
          <p:xfrm>
            <a:off x="4560" y="1488"/>
            <a:ext cx="165" cy="288"/>
          </p:xfrm>
          <a:graphic>
            <a:graphicData uri="http://schemas.openxmlformats.org/presentationml/2006/ole">
              <mc:AlternateContent xmlns:mc="http://schemas.openxmlformats.org/markup-compatibility/2006">
                <mc:Choice xmlns:v="urn:schemas-microsoft-com:vml" Requires="v">
                  <p:oleObj spid="_x0000_s90200" name="公式" r:id="rId12" imgW="165028" imgH="228501" progId="Equation.3">
                    <p:embed/>
                  </p:oleObj>
                </mc:Choice>
                <mc:Fallback>
                  <p:oleObj name="公式" r:id="rId12" imgW="165028" imgH="228501" progId="Equation.3">
                    <p:embed/>
                    <p:pic>
                      <p:nvPicPr>
                        <p:cNvPr id="0" name="Object 3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560" y="1488"/>
                          <a:ext cx="165"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0127" name="Text Box 35">
              <a:extLst>
                <a:ext uri="{FF2B5EF4-FFF2-40B4-BE49-F238E27FC236}">
                  <a16:creationId xmlns:a16="http://schemas.microsoft.com/office/drawing/2014/main" id="{D15072F2-CC0E-4932-B674-09372AD68006}"/>
                </a:ext>
              </a:extLst>
            </p:cNvPr>
            <p:cNvSpPr txBox="1">
              <a:spLocks noChangeArrowheads="1"/>
            </p:cNvSpPr>
            <p:nvPr/>
          </p:nvSpPr>
          <p:spPr bwMode="auto">
            <a:xfrm>
              <a:off x="4464" y="1488"/>
              <a:ext cx="240"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600" b="1"/>
                <a:t>•</a:t>
              </a:r>
            </a:p>
          </p:txBody>
        </p:sp>
      </p:grpSp>
      <p:grpSp>
        <p:nvGrpSpPr>
          <p:cNvPr id="4" name="Group 48">
            <a:extLst>
              <a:ext uri="{FF2B5EF4-FFF2-40B4-BE49-F238E27FC236}">
                <a16:creationId xmlns:a16="http://schemas.microsoft.com/office/drawing/2014/main" id="{37D21395-6C23-4088-85F7-E3B0DB8361DB}"/>
              </a:ext>
            </a:extLst>
          </p:cNvPr>
          <p:cNvGrpSpPr>
            <a:grpSpLocks/>
          </p:cNvGrpSpPr>
          <p:nvPr/>
        </p:nvGrpSpPr>
        <p:grpSpPr bwMode="auto">
          <a:xfrm>
            <a:off x="7092950" y="1125538"/>
            <a:ext cx="1150938" cy="533400"/>
            <a:chOff x="4468" y="845"/>
            <a:chExt cx="725" cy="336"/>
          </a:xfrm>
        </p:grpSpPr>
        <p:sp>
          <p:nvSpPr>
            <p:cNvPr id="90129" name="Line 37">
              <a:extLst>
                <a:ext uri="{FF2B5EF4-FFF2-40B4-BE49-F238E27FC236}">
                  <a16:creationId xmlns:a16="http://schemas.microsoft.com/office/drawing/2014/main" id="{86245705-5C20-4519-B547-A46EBF696730}"/>
                </a:ext>
              </a:extLst>
            </p:cNvPr>
            <p:cNvSpPr>
              <a:spLocks noChangeShapeType="1"/>
            </p:cNvSpPr>
            <p:nvPr/>
          </p:nvSpPr>
          <p:spPr bwMode="auto">
            <a:xfrm rot="16200000" flipV="1">
              <a:off x="4492" y="911"/>
              <a:ext cx="246" cy="293"/>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0130" name="Text Box 38">
              <a:extLst>
                <a:ext uri="{FF2B5EF4-FFF2-40B4-BE49-F238E27FC236}">
                  <a16:creationId xmlns:a16="http://schemas.microsoft.com/office/drawing/2014/main" id="{7B92ABB3-E6C4-4D87-873B-D0D2C6BB41E1}"/>
                </a:ext>
              </a:extLst>
            </p:cNvPr>
            <p:cNvSpPr txBox="1">
              <a:spLocks noChangeArrowheads="1"/>
            </p:cNvSpPr>
            <p:nvPr/>
          </p:nvSpPr>
          <p:spPr bwMode="auto">
            <a:xfrm>
              <a:off x="4665" y="845"/>
              <a:ext cx="5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i="1"/>
                <a:t>T</a:t>
              </a:r>
              <a:r>
                <a:rPr lang="en-US" altLang="zh-CN" b="1" baseline="-25000"/>
                <a:t>2</a:t>
              </a:r>
              <a:endParaRPr lang="en-US" altLang="zh-CN" b="1"/>
            </a:p>
          </p:txBody>
        </p:sp>
      </p:grpSp>
      <p:grpSp>
        <p:nvGrpSpPr>
          <p:cNvPr id="5" name="Group 39">
            <a:extLst>
              <a:ext uri="{FF2B5EF4-FFF2-40B4-BE49-F238E27FC236}">
                <a16:creationId xmlns:a16="http://schemas.microsoft.com/office/drawing/2014/main" id="{0C9DCECD-7E34-4050-809E-2E887BBF8809}"/>
              </a:ext>
            </a:extLst>
          </p:cNvPr>
          <p:cNvGrpSpPr>
            <a:grpSpLocks/>
          </p:cNvGrpSpPr>
          <p:nvPr/>
        </p:nvGrpSpPr>
        <p:grpSpPr bwMode="auto">
          <a:xfrm>
            <a:off x="4741863" y="476250"/>
            <a:ext cx="838200" cy="685800"/>
            <a:chOff x="4032" y="624"/>
            <a:chExt cx="528" cy="432"/>
          </a:xfrm>
        </p:grpSpPr>
        <p:sp>
          <p:nvSpPr>
            <p:cNvPr id="90132" name="Line 40">
              <a:extLst>
                <a:ext uri="{FF2B5EF4-FFF2-40B4-BE49-F238E27FC236}">
                  <a16:creationId xmlns:a16="http://schemas.microsoft.com/office/drawing/2014/main" id="{4782C3AD-E117-41B0-9051-13F1B1698F1F}"/>
                </a:ext>
              </a:extLst>
            </p:cNvPr>
            <p:cNvSpPr>
              <a:spLocks noChangeShapeType="1"/>
            </p:cNvSpPr>
            <p:nvPr/>
          </p:nvSpPr>
          <p:spPr bwMode="auto">
            <a:xfrm flipV="1">
              <a:off x="4080" y="864"/>
              <a:ext cx="288" cy="192"/>
            </a:xfrm>
            <a:prstGeom prst="line">
              <a:avLst/>
            </a:prstGeom>
            <a:noFill/>
            <a:ln w="38100">
              <a:solidFill>
                <a:srgbClr val="000000"/>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0133" name="Text Box 41">
              <a:extLst>
                <a:ext uri="{FF2B5EF4-FFF2-40B4-BE49-F238E27FC236}">
                  <a16:creationId xmlns:a16="http://schemas.microsoft.com/office/drawing/2014/main" id="{A87097BA-F58D-4A29-8DCF-B1B10E4D7A04}"/>
                </a:ext>
              </a:extLst>
            </p:cNvPr>
            <p:cNvSpPr txBox="1">
              <a:spLocks noChangeArrowheads="1"/>
            </p:cNvSpPr>
            <p:nvPr/>
          </p:nvSpPr>
          <p:spPr bwMode="auto">
            <a:xfrm>
              <a:off x="4032" y="624"/>
              <a:ext cx="5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i="1"/>
                <a:t>T</a:t>
              </a:r>
              <a:r>
                <a:rPr lang="en-US" altLang="zh-CN" b="1" baseline="-25000"/>
                <a:t>3</a:t>
              </a:r>
              <a:endParaRPr lang="en-US" altLang="zh-CN" b="1"/>
            </a:p>
          </p:txBody>
        </p:sp>
      </p:grpSp>
      <p:grpSp>
        <p:nvGrpSpPr>
          <p:cNvPr id="6" name="Group 42">
            <a:extLst>
              <a:ext uri="{FF2B5EF4-FFF2-40B4-BE49-F238E27FC236}">
                <a16:creationId xmlns:a16="http://schemas.microsoft.com/office/drawing/2014/main" id="{2CFF4979-B131-482F-96BD-43BA585F1493}"/>
              </a:ext>
            </a:extLst>
          </p:cNvPr>
          <p:cNvGrpSpPr>
            <a:grpSpLocks/>
          </p:cNvGrpSpPr>
          <p:nvPr/>
        </p:nvGrpSpPr>
        <p:grpSpPr bwMode="auto">
          <a:xfrm>
            <a:off x="4284663" y="2781300"/>
            <a:ext cx="838200" cy="457200"/>
            <a:chOff x="3840" y="1488"/>
            <a:chExt cx="528" cy="288"/>
          </a:xfrm>
        </p:grpSpPr>
        <p:sp>
          <p:nvSpPr>
            <p:cNvPr id="90135" name="Line 43">
              <a:extLst>
                <a:ext uri="{FF2B5EF4-FFF2-40B4-BE49-F238E27FC236}">
                  <a16:creationId xmlns:a16="http://schemas.microsoft.com/office/drawing/2014/main" id="{DEBE3358-ECE6-4A28-95C2-8ED0E299B99F}"/>
                </a:ext>
              </a:extLst>
            </p:cNvPr>
            <p:cNvSpPr>
              <a:spLocks noChangeShapeType="1"/>
            </p:cNvSpPr>
            <p:nvPr/>
          </p:nvSpPr>
          <p:spPr bwMode="auto">
            <a:xfrm rot="5400000" flipV="1">
              <a:off x="3984" y="1536"/>
              <a:ext cx="288" cy="192"/>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0136" name="Text Box 44">
              <a:extLst>
                <a:ext uri="{FF2B5EF4-FFF2-40B4-BE49-F238E27FC236}">
                  <a16:creationId xmlns:a16="http://schemas.microsoft.com/office/drawing/2014/main" id="{9F6EA49F-4FF3-4878-92BF-4F59106B4318}"/>
                </a:ext>
              </a:extLst>
            </p:cNvPr>
            <p:cNvSpPr txBox="1">
              <a:spLocks noChangeArrowheads="1"/>
            </p:cNvSpPr>
            <p:nvPr/>
          </p:nvSpPr>
          <p:spPr bwMode="auto">
            <a:xfrm>
              <a:off x="3840" y="1488"/>
              <a:ext cx="5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i="1"/>
                <a:t>T</a:t>
              </a:r>
              <a:r>
                <a:rPr lang="en-US" altLang="zh-CN" b="1" baseline="-25000"/>
                <a:t>4</a:t>
              </a:r>
              <a:endParaRPr lang="en-US" altLang="zh-CN" b="1"/>
            </a:p>
          </p:txBody>
        </p:sp>
      </p:grpSp>
      <p:grpSp>
        <p:nvGrpSpPr>
          <p:cNvPr id="7" name="Group 45">
            <a:extLst>
              <a:ext uri="{FF2B5EF4-FFF2-40B4-BE49-F238E27FC236}">
                <a16:creationId xmlns:a16="http://schemas.microsoft.com/office/drawing/2014/main" id="{6366094B-0D47-48A1-8975-8CC9E6CEF7B7}"/>
              </a:ext>
            </a:extLst>
          </p:cNvPr>
          <p:cNvGrpSpPr>
            <a:grpSpLocks/>
          </p:cNvGrpSpPr>
          <p:nvPr/>
        </p:nvGrpSpPr>
        <p:grpSpPr bwMode="auto">
          <a:xfrm>
            <a:off x="7451725" y="2781300"/>
            <a:ext cx="838200" cy="457200"/>
            <a:chOff x="4992" y="1536"/>
            <a:chExt cx="528" cy="288"/>
          </a:xfrm>
        </p:grpSpPr>
        <p:sp>
          <p:nvSpPr>
            <p:cNvPr id="90138" name="Line 46">
              <a:extLst>
                <a:ext uri="{FF2B5EF4-FFF2-40B4-BE49-F238E27FC236}">
                  <a16:creationId xmlns:a16="http://schemas.microsoft.com/office/drawing/2014/main" id="{1FBF25D3-736E-4D96-BE29-2E2A70CEC6EF}"/>
                </a:ext>
              </a:extLst>
            </p:cNvPr>
            <p:cNvSpPr>
              <a:spLocks noChangeShapeType="1"/>
            </p:cNvSpPr>
            <p:nvPr/>
          </p:nvSpPr>
          <p:spPr bwMode="auto">
            <a:xfrm flipV="1">
              <a:off x="4992" y="1536"/>
              <a:ext cx="288" cy="192"/>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0139" name="Text Box 47">
              <a:extLst>
                <a:ext uri="{FF2B5EF4-FFF2-40B4-BE49-F238E27FC236}">
                  <a16:creationId xmlns:a16="http://schemas.microsoft.com/office/drawing/2014/main" id="{E74FF225-062F-4633-B9AF-E3F60F37EBEF}"/>
                </a:ext>
              </a:extLst>
            </p:cNvPr>
            <p:cNvSpPr txBox="1">
              <a:spLocks noChangeArrowheads="1"/>
            </p:cNvSpPr>
            <p:nvPr/>
          </p:nvSpPr>
          <p:spPr bwMode="auto">
            <a:xfrm>
              <a:off x="5184" y="1536"/>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i="1"/>
                <a:t>T</a:t>
              </a:r>
              <a:r>
                <a:rPr lang="en-US" altLang="zh-CN" b="1" baseline="-25000"/>
                <a:t>1</a:t>
              </a:r>
              <a:endParaRPr lang="en-US" altLang="zh-CN" b="1"/>
            </a:p>
          </p:txBody>
        </p:sp>
      </p:grpSp>
      <p:grpSp>
        <p:nvGrpSpPr>
          <p:cNvPr id="8" name="Group 86">
            <a:extLst>
              <a:ext uri="{FF2B5EF4-FFF2-40B4-BE49-F238E27FC236}">
                <a16:creationId xmlns:a16="http://schemas.microsoft.com/office/drawing/2014/main" id="{41660A67-5A86-4C75-9240-E556633577EC}"/>
              </a:ext>
            </a:extLst>
          </p:cNvPr>
          <p:cNvGrpSpPr>
            <a:grpSpLocks/>
          </p:cNvGrpSpPr>
          <p:nvPr/>
        </p:nvGrpSpPr>
        <p:grpSpPr bwMode="auto">
          <a:xfrm>
            <a:off x="4716463" y="836613"/>
            <a:ext cx="3816350" cy="2519362"/>
            <a:chOff x="2971" y="482"/>
            <a:chExt cx="2404" cy="1587"/>
          </a:xfrm>
        </p:grpSpPr>
        <p:sp>
          <p:nvSpPr>
            <p:cNvPr id="90141" name="Line 15">
              <a:extLst>
                <a:ext uri="{FF2B5EF4-FFF2-40B4-BE49-F238E27FC236}">
                  <a16:creationId xmlns:a16="http://schemas.microsoft.com/office/drawing/2014/main" id="{5195849E-CCD6-4AFA-B7D5-C184966F2355}"/>
                </a:ext>
              </a:extLst>
            </p:cNvPr>
            <p:cNvSpPr>
              <a:spLocks noChangeShapeType="1"/>
            </p:cNvSpPr>
            <p:nvPr/>
          </p:nvSpPr>
          <p:spPr bwMode="auto">
            <a:xfrm>
              <a:off x="2971" y="1525"/>
              <a:ext cx="2404"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90142" name="Group 85">
              <a:extLst>
                <a:ext uri="{FF2B5EF4-FFF2-40B4-BE49-F238E27FC236}">
                  <a16:creationId xmlns:a16="http://schemas.microsoft.com/office/drawing/2014/main" id="{3E70DE45-B378-483A-8AB0-64D2E92DFB06}"/>
                </a:ext>
              </a:extLst>
            </p:cNvPr>
            <p:cNvGrpSpPr>
              <a:grpSpLocks/>
            </p:cNvGrpSpPr>
            <p:nvPr/>
          </p:nvGrpSpPr>
          <p:grpSpPr bwMode="auto">
            <a:xfrm>
              <a:off x="3470" y="482"/>
              <a:ext cx="272" cy="1587"/>
              <a:chOff x="3470" y="482"/>
              <a:chExt cx="272" cy="1587"/>
            </a:xfrm>
          </p:grpSpPr>
          <p:sp>
            <p:nvSpPr>
              <p:cNvPr id="90143" name="Line 16">
                <a:extLst>
                  <a:ext uri="{FF2B5EF4-FFF2-40B4-BE49-F238E27FC236}">
                    <a16:creationId xmlns:a16="http://schemas.microsoft.com/office/drawing/2014/main" id="{38095D40-D8FC-4C0F-9BE9-F8805D8ECB3A}"/>
                  </a:ext>
                </a:extLst>
              </p:cNvPr>
              <p:cNvSpPr>
                <a:spLocks noChangeShapeType="1"/>
              </p:cNvSpPr>
              <p:nvPr/>
            </p:nvSpPr>
            <p:spPr bwMode="auto">
              <a:xfrm>
                <a:off x="3515" y="482"/>
                <a:ext cx="0" cy="1587"/>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0144" name="Text Box 52">
                <a:extLst>
                  <a:ext uri="{FF2B5EF4-FFF2-40B4-BE49-F238E27FC236}">
                    <a16:creationId xmlns:a16="http://schemas.microsoft.com/office/drawing/2014/main" id="{657A9985-CE64-4D95-A5C6-27B3AC531A67}"/>
                  </a:ext>
                </a:extLst>
              </p:cNvPr>
              <p:cNvSpPr txBox="1">
                <a:spLocks noChangeArrowheads="1"/>
              </p:cNvSpPr>
              <p:nvPr/>
            </p:nvSpPr>
            <p:spPr bwMode="auto">
              <a:xfrm>
                <a:off x="3470" y="1282"/>
                <a:ext cx="2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i="1">
                    <a:solidFill>
                      <a:srgbClr val="FF3300"/>
                    </a:solidFill>
                  </a:rPr>
                  <a:t>P</a:t>
                </a:r>
              </a:p>
            </p:txBody>
          </p:sp>
        </p:grpSp>
      </p:grpSp>
      <p:grpSp>
        <p:nvGrpSpPr>
          <p:cNvPr id="10" name="Group 88">
            <a:extLst>
              <a:ext uri="{FF2B5EF4-FFF2-40B4-BE49-F238E27FC236}">
                <a16:creationId xmlns:a16="http://schemas.microsoft.com/office/drawing/2014/main" id="{ED5BD410-E22C-4E07-AA1E-75493EA1C97B}"/>
              </a:ext>
            </a:extLst>
          </p:cNvPr>
          <p:cNvGrpSpPr>
            <a:grpSpLocks/>
          </p:cNvGrpSpPr>
          <p:nvPr/>
        </p:nvGrpSpPr>
        <p:grpSpPr bwMode="auto">
          <a:xfrm>
            <a:off x="4191000" y="3810000"/>
            <a:ext cx="4800600" cy="2709863"/>
            <a:chOff x="2547" y="2341"/>
            <a:chExt cx="3213" cy="1814"/>
          </a:xfrm>
        </p:grpSpPr>
        <p:grpSp>
          <p:nvGrpSpPr>
            <p:cNvPr id="90146" name="Group 87">
              <a:extLst>
                <a:ext uri="{FF2B5EF4-FFF2-40B4-BE49-F238E27FC236}">
                  <a16:creationId xmlns:a16="http://schemas.microsoft.com/office/drawing/2014/main" id="{8ED7380E-B34D-483F-9BFF-477E89BA6B87}"/>
                </a:ext>
              </a:extLst>
            </p:cNvPr>
            <p:cNvGrpSpPr>
              <a:grpSpLocks/>
            </p:cNvGrpSpPr>
            <p:nvPr/>
          </p:nvGrpSpPr>
          <p:grpSpPr bwMode="auto">
            <a:xfrm>
              <a:off x="2547" y="2341"/>
              <a:ext cx="3213" cy="1814"/>
              <a:chOff x="2547" y="2341"/>
              <a:chExt cx="3213" cy="1814"/>
            </a:xfrm>
          </p:grpSpPr>
          <p:pic>
            <p:nvPicPr>
              <p:cNvPr id="90147" name="Picture 55">
                <a:extLst>
                  <a:ext uri="{FF2B5EF4-FFF2-40B4-BE49-F238E27FC236}">
                    <a16:creationId xmlns:a16="http://schemas.microsoft.com/office/drawing/2014/main" id="{54D4DC3B-1018-4361-A6DE-C3D0137EA59F}"/>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547" y="2341"/>
                <a:ext cx="3213" cy="1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148" name="Text Box 56">
                <a:extLst>
                  <a:ext uri="{FF2B5EF4-FFF2-40B4-BE49-F238E27FC236}">
                    <a16:creationId xmlns:a16="http://schemas.microsoft.com/office/drawing/2014/main" id="{BE0EDB45-93CF-42E3-9F1B-548BD0AF1786}"/>
                  </a:ext>
                </a:extLst>
              </p:cNvPr>
              <p:cNvSpPr txBox="1">
                <a:spLocks noChangeArrowheads="1"/>
              </p:cNvSpPr>
              <p:nvPr/>
            </p:nvSpPr>
            <p:spPr bwMode="auto">
              <a:xfrm>
                <a:off x="3066" y="3884"/>
                <a:ext cx="2263" cy="27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b="1" i="1"/>
                  <a:t>T</a:t>
                </a:r>
                <a:r>
                  <a:rPr lang="en-US" altLang="zh-CN" b="1" baseline="-25000"/>
                  <a:t>1</a:t>
                </a:r>
                <a:r>
                  <a:rPr lang="en-US" altLang="zh-CN" b="1"/>
                  <a:t>    </a:t>
                </a:r>
                <a:r>
                  <a:rPr lang="en-US" altLang="zh-CN" b="1" i="1"/>
                  <a:t>T</a:t>
                </a:r>
                <a:r>
                  <a:rPr lang="en-US" altLang="zh-CN" b="1" baseline="-25000"/>
                  <a:t>2</a:t>
                </a:r>
                <a:r>
                  <a:rPr lang="en-US" altLang="zh-CN" b="1"/>
                  <a:t>    </a:t>
                </a:r>
                <a:r>
                  <a:rPr lang="en-US" altLang="zh-CN" b="1" i="1"/>
                  <a:t>T</a:t>
                </a:r>
                <a:r>
                  <a:rPr lang="en-US" altLang="zh-CN" b="1" baseline="-25000"/>
                  <a:t>3</a:t>
                </a:r>
                <a:r>
                  <a:rPr lang="en-US" altLang="zh-CN" b="1"/>
                  <a:t>              </a:t>
                </a:r>
                <a:r>
                  <a:rPr lang="en-US" altLang="zh-CN" b="1" i="1"/>
                  <a:t>T</a:t>
                </a:r>
                <a:r>
                  <a:rPr lang="en-US" altLang="zh-CN" b="1" baseline="-25000"/>
                  <a:t>4</a:t>
                </a:r>
                <a:endParaRPr lang="en-US" altLang="zh-CN" b="1"/>
              </a:p>
            </p:txBody>
          </p:sp>
        </p:grpSp>
        <p:sp>
          <p:nvSpPr>
            <p:cNvPr id="90149" name="Line 57">
              <a:extLst>
                <a:ext uri="{FF2B5EF4-FFF2-40B4-BE49-F238E27FC236}">
                  <a16:creationId xmlns:a16="http://schemas.microsoft.com/office/drawing/2014/main" id="{58D33D81-E532-418B-8526-E93FFDFE39B6}"/>
                </a:ext>
              </a:extLst>
            </p:cNvPr>
            <p:cNvSpPr>
              <a:spLocks noChangeShapeType="1"/>
            </p:cNvSpPr>
            <p:nvPr/>
          </p:nvSpPr>
          <p:spPr bwMode="auto">
            <a:xfrm>
              <a:off x="3430" y="2711"/>
              <a:ext cx="0" cy="1432"/>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0150" name="Line 58">
              <a:extLst>
                <a:ext uri="{FF2B5EF4-FFF2-40B4-BE49-F238E27FC236}">
                  <a16:creationId xmlns:a16="http://schemas.microsoft.com/office/drawing/2014/main" id="{FEF86CCB-6C4B-4CA5-9515-42E866F6259F}"/>
                </a:ext>
              </a:extLst>
            </p:cNvPr>
            <p:cNvSpPr>
              <a:spLocks noChangeShapeType="1"/>
            </p:cNvSpPr>
            <p:nvPr/>
          </p:nvSpPr>
          <p:spPr bwMode="auto">
            <a:xfrm>
              <a:off x="2960" y="3896"/>
              <a:ext cx="14" cy="259"/>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0151" name="Line 59">
              <a:extLst>
                <a:ext uri="{FF2B5EF4-FFF2-40B4-BE49-F238E27FC236}">
                  <a16:creationId xmlns:a16="http://schemas.microsoft.com/office/drawing/2014/main" id="{B9D5BBF4-9B04-45B0-BCC0-7952C6AC84A6}"/>
                </a:ext>
              </a:extLst>
            </p:cNvPr>
            <p:cNvSpPr>
              <a:spLocks noChangeShapeType="1"/>
            </p:cNvSpPr>
            <p:nvPr/>
          </p:nvSpPr>
          <p:spPr bwMode="auto">
            <a:xfrm>
              <a:off x="3700" y="3563"/>
              <a:ext cx="0" cy="567"/>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0152" name="Line 60">
              <a:extLst>
                <a:ext uri="{FF2B5EF4-FFF2-40B4-BE49-F238E27FC236}">
                  <a16:creationId xmlns:a16="http://schemas.microsoft.com/office/drawing/2014/main" id="{54F081D9-0742-4436-A7DD-52FC15F52E0E}"/>
                </a:ext>
              </a:extLst>
            </p:cNvPr>
            <p:cNvSpPr>
              <a:spLocks noChangeShapeType="1"/>
            </p:cNvSpPr>
            <p:nvPr/>
          </p:nvSpPr>
          <p:spPr bwMode="auto">
            <a:xfrm>
              <a:off x="4227" y="3748"/>
              <a:ext cx="0" cy="395"/>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0153" name="Line 61">
              <a:extLst>
                <a:ext uri="{FF2B5EF4-FFF2-40B4-BE49-F238E27FC236}">
                  <a16:creationId xmlns:a16="http://schemas.microsoft.com/office/drawing/2014/main" id="{E073C4E2-D263-4F56-AC33-3E9752B30D1E}"/>
                </a:ext>
              </a:extLst>
            </p:cNvPr>
            <p:cNvSpPr>
              <a:spLocks noChangeShapeType="1"/>
            </p:cNvSpPr>
            <p:nvPr/>
          </p:nvSpPr>
          <p:spPr bwMode="auto">
            <a:xfrm>
              <a:off x="5223" y="3624"/>
              <a:ext cx="15" cy="531"/>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0154" name="Line 62">
              <a:extLst>
                <a:ext uri="{FF2B5EF4-FFF2-40B4-BE49-F238E27FC236}">
                  <a16:creationId xmlns:a16="http://schemas.microsoft.com/office/drawing/2014/main" id="{4F3F2385-033B-460F-ADBB-D5B9F9F8A571}"/>
                </a:ext>
              </a:extLst>
            </p:cNvPr>
            <p:cNvSpPr>
              <a:spLocks noChangeShapeType="1"/>
            </p:cNvSpPr>
            <p:nvPr/>
          </p:nvSpPr>
          <p:spPr bwMode="auto">
            <a:xfrm>
              <a:off x="2960" y="3600"/>
              <a:ext cx="2278" cy="0"/>
            </a:xfrm>
            <a:prstGeom prst="line">
              <a:avLst/>
            </a:prstGeom>
            <a:noFill/>
            <a:ln w="9525">
              <a:solidFill>
                <a:srgbClr val="000000"/>
              </a:solidFill>
              <a:prstDash val="dash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0155" name="Line 63">
              <a:extLst>
                <a:ext uri="{FF2B5EF4-FFF2-40B4-BE49-F238E27FC236}">
                  <a16:creationId xmlns:a16="http://schemas.microsoft.com/office/drawing/2014/main" id="{B0962B72-D8B5-4305-9FF1-26B569745B4E}"/>
                </a:ext>
              </a:extLst>
            </p:cNvPr>
            <p:cNvSpPr>
              <a:spLocks noChangeShapeType="1"/>
            </p:cNvSpPr>
            <p:nvPr/>
          </p:nvSpPr>
          <p:spPr bwMode="auto">
            <a:xfrm>
              <a:off x="2974" y="3896"/>
              <a:ext cx="249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12705" name="Text Box 65">
            <a:extLst>
              <a:ext uri="{FF2B5EF4-FFF2-40B4-BE49-F238E27FC236}">
                <a16:creationId xmlns:a16="http://schemas.microsoft.com/office/drawing/2014/main" id="{9C437F51-5515-4228-A298-582EEC476693}"/>
              </a:ext>
            </a:extLst>
          </p:cNvPr>
          <p:cNvSpPr txBox="1">
            <a:spLocks noChangeArrowheads="1"/>
          </p:cNvSpPr>
          <p:nvPr/>
        </p:nvSpPr>
        <p:spPr bwMode="auto">
          <a:xfrm>
            <a:off x="5724525" y="3860800"/>
            <a:ext cx="3048000" cy="457200"/>
          </a:xfrm>
          <a:prstGeom prst="rect">
            <a:avLst/>
          </a:prstGeom>
          <a:solidFill>
            <a:srgbClr val="00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i="1"/>
              <a:t>x</a:t>
            </a:r>
            <a:r>
              <a:rPr lang="en-US" altLang="zh-CN" b="1"/>
              <a:t>(</a:t>
            </a:r>
            <a:r>
              <a:rPr lang="en-US" altLang="zh-CN" b="1" i="1"/>
              <a:t>t</a:t>
            </a:r>
            <a:r>
              <a:rPr lang="en-US" altLang="zh-CN" b="1"/>
              <a:t>) </a:t>
            </a:r>
            <a:r>
              <a:rPr lang="zh-CN" altLang="en-US" b="1"/>
              <a:t>的“相位”领先 </a:t>
            </a:r>
            <a:r>
              <a:rPr lang="en-US" altLang="zh-CN" b="1" i="1"/>
              <a:t>y</a:t>
            </a:r>
            <a:r>
              <a:rPr lang="en-US" altLang="zh-CN" b="1"/>
              <a:t>(</a:t>
            </a:r>
            <a:r>
              <a:rPr lang="en-US" altLang="zh-CN" b="1" i="1"/>
              <a:t>t</a:t>
            </a:r>
            <a:r>
              <a:rPr lang="en-US" altLang="zh-CN" b="1"/>
              <a:t>)</a:t>
            </a:r>
          </a:p>
        </p:txBody>
      </p:sp>
      <p:grpSp>
        <p:nvGrpSpPr>
          <p:cNvPr id="12" name="Group 84">
            <a:extLst>
              <a:ext uri="{FF2B5EF4-FFF2-40B4-BE49-F238E27FC236}">
                <a16:creationId xmlns:a16="http://schemas.microsoft.com/office/drawing/2014/main" id="{8BC400E0-27B5-4663-BBE8-DE1F56F20618}"/>
              </a:ext>
            </a:extLst>
          </p:cNvPr>
          <p:cNvGrpSpPr>
            <a:grpSpLocks/>
          </p:cNvGrpSpPr>
          <p:nvPr/>
        </p:nvGrpSpPr>
        <p:grpSpPr bwMode="auto">
          <a:xfrm>
            <a:off x="547688" y="1149350"/>
            <a:ext cx="2786062" cy="1404938"/>
            <a:chOff x="345" y="618"/>
            <a:chExt cx="1755" cy="885"/>
          </a:xfrm>
        </p:grpSpPr>
        <p:graphicFrame>
          <p:nvGraphicFramePr>
            <p:cNvPr id="90158" name="Object 67">
              <a:extLst>
                <a:ext uri="{FF2B5EF4-FFF2-40B4-BE49-F238E27FC236}">
                  <a16:creationId xmlns:a16="http://schemas.microsoft.com/office/drawing/2014/main" id="{E2C840F8-6974-43F6-938E-D8DE609351DD}"/>
                </a:ext>
              </a:extLst>
            </p:cNvPr>
            <p:cNvGraphicFramePr>
              <a:graphicFrameLocks noChangeAspect="1"/>
            </p:cNvGraphicFramePr>
            <p:nvPr/>
          </p:nvGraphicFramePr>
          <p:xfrm>
            <a:off x="345" y="618"/>
            <a:ext cx="1724" cy="432"/>
          </p:xfrm>
          <a:graphic>
            <a:graphicData uri="http://schemas.openxmlformats.org/presentationml/2006/ole">
              <mc:AlternateContent xmlns:mc="http://schemas.openxmlformats.org/markup-compatibility/2006">
                <mc:Choice xmlns:v="urn:schemas-microsoft-com:vml" Requires="v">
                  <p:oleObj spid="_x0000_s90201" name="公式" r:id="rId15" imgW="672808" imgH="152334" progId="Equation.3">
                    <p:embed/>
                  </p:oleObj>
                </mc:Choice>
                <mc:Fallback>
                  <p:oleObj name="公式" r:id="rId15" imgW="672808" imgH="152334" progId="Equation.3">
                    <p:embed/>
                    <p:pic>
                      <p:nvPicPr>
                        <p:cNvPr id="0" name="Object 6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45" y="618"/>
                          <a:ext cx="1724" cy="432"/>
                        </a:xfrm>
                        <a:prstGeom prst="rect">
                          <a:avLst/>
                        </a:prstGeom>
                        <a:noFill/>
                        <a:ln>
                          <a:noFill/>
                        </a:ln>
                        <a:effectLst/>
                        <a:extLst>
                          <a:ext uri="{909E8E84-426E-40DD-AFC4-6F175D3DCCD1}">
                            <a14:hiddenFill xmlns:a14="http://schemas.microsoft.com/office/drawing/2010/main">
                              <a:solidFill>
                                <a:srgbClr val="FF99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0159" name="Object 68">
              <a:extLst>
                <a:ext uri="{FF2B5EF4-FFF2-40B4-BE49-F238E27FC236}">
                  <a16:creationId xmlns:a16="http://schemas.microsoft.com/office/drawing/2014/main" id="{07A1EA25-09C7-479F-A5EE-4909A90BC025}"/>
                </a:ext>
              </a:extLst>
            </p:cNvPr>
            <p:cNvGraphicFramePr>
              <a:graphicFrameLocks noChangeAspect="1"/>
            </p:cNvGraphicFramePr>
            <p:nvPr/>
          </p:nvGraphicFramePr>
          <p:xfrm>
            <a:off x="345" y="1071"/>
            <a:ext cx="1755" cy="432"/>
          </p:xfrm>
          <a:graphic>
            <a:graphicData uri="http://schemas.openxmlformats.org/presentationml/2006/ole">
              <mc:AlternateContent xmlns:mc="http://schemas.openxmlformats.org/markup-compatibility/2006">
                <mc:Choice xmlns:v="urn:schemas-microsoft-com:vml" Requires="v">
                  <p:oleObj spid="_x0000_s90202" name="公式" r:id="rId17" imgW="748975" imgH="152334" progId="Equation.3">
                    <p:embed/>
                  </p:oleObj>
                </mc:Choice>
                <mc:Fallback>
                  <p:oleObj name="公式" r:id="rId17" imgW="748975" imgH="152334" progId="Equation.3">
                    <p:embed/>
                    <p:pic>
                      <p:nvPicPr>
                        <p:cNvPr id="0" name="Object 6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45" y="1071"/>
                          <a:ext cx="1755" cy="432"/>
                        </a:xfrm>
                        <a:prstGeom prst="rect">
                          <a:avLst/>
                        </a:prstGeom>
                        <a:noFill/>
                        <a:ln>
                          <a:noFill/>
                        </a:ln>
                        <a:effectLst/>
                        <a:extLst>
                          <a:ext uri="{909E8E84-426E-40DD-AFC4-6F175D3DCCD1}">
                            <a14:hiddenFill xmlns:a14="http://schemas.microsoft.com/office/drawing/2010/main">
                              <a:solidFill>
                                <a:srgbClr val="33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112712" name="Object 72">
            <a:extLst>
              <a:ext uri="{FF2B5EF4-FFF2-40B4-BE49-F238E27FC236}">
                <a16:creationId xmlns:a16="http://schemas.microsoft.com/office/drawing/2014/main" id="{E5D07A80-2318-407E-8B8F-7C163EAA9A90}"/>
              </a:ext>
            </a:extLst>
          </p:cNvPr>
          <p:cNvGraphicFramePr>
            <a:graphicFrameLocks noChangeAspect="1"/>
          </p:cNvGraphicFramePr>
          <p:nvPr/>
        </p:nvGraphicFramePr>
        <p:xfrm>
          <a:off x="468313" y="3884613"/>
          <a:ext cx="2735262" cy="569912"/>
        </p:xfrm>
        <a:graphic>
          <a:graphicData uri="http://schemas.openxmlformats.org/presentationml/2006/ole">
            <mc:AlternateContent xmlns:mc="http://schemas.openxmlformats.org/markup-compatibility/2006">
              <mc:Choice xmlns:v="urn:schemas-microsoft-com:vml" Requires="v">
                <p:oleObj spid="_x0000_s90203" name="公式" r:id="rId19" imgW="1002865" imgH="228501" progId="Equation.3">
                  <p:embed/>
                </p:oleObj>
              </mc:Choice>
              <mc:Fallback>
                <p:oleObj name="公式" r:id="rId19" imgW="1002865" imgH="228501" progId="Equation.3">
                  <p:embed/>
                  <p:pic>
                    <p:nvPicPr>
                      <p:cNvPr id="0" name="Object 72"/>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68313" y="3884613"/>
                        <a:ext cx="2735262" cy="569912"/>
                      </a:xfrm>
                      <a:prstGeom prst="rect">
                        <a:avLst/>
                      </a:prstGeom>
                      <a:noFill/>
                      <a:ln>
                        <a:noFill/>
                      </a:ln>
                      <a:effectLst/>
                      <a:extLst>
                        <a:ext uri="{909E8E84-426E-40DD-AFC4-6F175D3DCCD1}">
                          <a14:hiddenFill xmlns:a14="http://schemas.microsoft.com/office/drawing/2010/main">
                            <a:solidFill>
                              <a:srgbClr val="66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713" name="Object 73">
            <a:extLst>
              <a:ext uri="{FF2B5EF4-FFF2-40B4-BE49-F238E27FC236}">
                <a16:creationId xmlns:a16="http://schemas.microsoft.com/office/drawing/2014/main" id="{55659034-9DBF-4E0C-93A5-A71778253494}"/>
              </a:ext>
            </a:extLst>
          </p:cNvPr>
          <p:cNvGraphicFramePr>
            <a:graphicFrameLocks noChangeAspect="1"/>
          </p:cNvGraphicFramePr>
          <p:nvPr/>
        </p:nvGraphicFramePr>
        <p:xfrm>
          <a:off x="468313" y="4533900"/>
          <a:ext cx="2735262" cy="577850"/>
        </p:xfrm>
        <a:graphic>
          <a:graphicData uri="http://schemas.openxmlformats.org/presentationml/2006/ole">
            <mc:AlternateContent xmlns:mc="http://schemas.openxmlformats.org/markup-compatibility/2006">
              <mc:Choice xmlns:v="urn:schemas-microsoft-com:vml" Requires="v">
                <p:oleObj spid="_x0000_s90204" name="公式" r:id="rId21" imgW="1016000" imgH="228600" progId="Equation.3">
                  <p:embed/>
                </p:oleObj>
              </mc:Choice>
              <mc:Fallback>
                <p:oleObj name="公式" r:id="rId21" imgW="1016000" imgH="228600" progId="Equation.3">
                  <p:embed/>
                  <p:pic>
                    <p:nvPicPr>
                      <p:cNvPr id="0" name="Object 73"/>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68313" y="4533900"/>
                        <a:ext cx="2735262" cy="577850"/>
                      </a:xfrm>
                      <a:prstGeom prst="rect">
                        <a:avLst/>
                      </a:prstGeom>
                      <a:noFill/>
                      <a:ln>
                        <a:noFill/>
                      </a:ln>
                      <a:effectLst/>
                      <a:extLst>
                        <a:ext uri="{909E8E84-426E-40DD-AFC4-6F175D3DCCD1}">
                          <a14:hiddenFill xmlns:a14="http://schemas.microsoft.com/office/drawing/2010/main">
                            <a:solidFill>
                              <a:srgbClr val="66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714" name="Object 74">
            <a:extLst>
              <a:ext uri="{FF2B5EF4-FFF2-40B4-BE49-F238E27FC236}">
                <a16:creationId xmlns:a16="http://schemas.microsoft.com/office/drawing/2014/main" id="{3D2F4CD0-0018-4EA1-AC3D-8D216B0C6E7C}"/>
              </a:ext>
            </a:extLst>
          </p:cNvPr>
          <p:cNvGraphicFramePr>
            <a:graphicFrameLocks noChangeAspect="1"/>
          </p:cNvGraphicFramePr>
          <p:nvPr/>
        </p:nvGraphicFramePr>
        <p:xfrm>
          <a:off x="468313" y="5181600"/>
          <a:ext cx="2735262" cy="609600"/>
        </p:xfrm>
        <a:graphic>
          <a:graphicData uri="http://schemas.openxmlformats.org/presentationml/2006/ole">
            <mc:AlternateContent xmlns:mc="http://schemas.openxmlformats.org/markup-compatibility/2006">
              <mc:Choice xmlns:v="urn:schemas-microsoft-com:vml" Requires="v">
                <p:oleObj spid="_x0000_s90205" name="公式" r:id="rId23" imgW="1016000" imgH="241300" progId="Equation.3">
                  <p:embed/>
                </p:oleObj>
              </mc:Choice>
              <mc:Fallback>
                <p:oleObj name="公式" r:id="rId23" imgW="1016000" imgH="241300" progId="Equation.3">
                  <p:embed/>
                  <p:pic>
                    <p:nvPicPr>
                      <p:cNvPr id="0" name="Object 74"/>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68313" y="5181600"/>
                        <a:ext cx="2735262" cy="609600"/>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715" name="Object 75">
            <a:extLst>
              <a:ext uri="{FF2B5EF4-FFF2-40B4-BE49-F238E27FC236}">
                <a16:creationId xmlns:a16="http://schemas.microsoft.com/office/drawing/2014/main" id="{CE9AD6FD-F78F-4E85-9E13-8636DC6B5AB5}"/>
              </a:ext>
            </a:extLst>
          </p:cNvPr>
          <p:cNvGraphicFramePr>
            <a:graphicFrameLocks noChangeAspect="1"/>
          </p:cNvGraphicFramePr>
          <p:nvPr/>
        </p:nvGraphicFramePr>
        <p:xfrm>
          <a:off x="468313" y="5891213"/>
          <a:ext cx="2663825" cy="585787"/>
        </p:xfrm>
        <a:graphic>
          <a:graphicData uri="http://schemas.openxmlformats.org/presentationml/2006/ole">
            <mc:AlternateContent xmlns:mc="http://schemas.openxmlformats.org/markup-compatibility/2006">
              <mc:Choice xmlns:v="urn:schemas-microsoft-com:vml" Requires="v">
                <p:oleObj spid="_x0000_s90206" name="公式" r:id="rId25" imgW="1016000" imgH="228600" progId="Equation.3">
                  <p:embed/>
                </p:oleObj>
              </mc:Choice>
              <mc:Fallback>
                <p:oleObj name="公式" r:id="rId25" imgW="1016000" imgH="228600" progId="Equation.3">
                  <p:embed/>
                  <p:pic>
                    <p:nvPicPr>
                      <p:cNvPr id="0" name="Object 75"/>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468313" y="5891213"/>
                        <a:ext cx="2663825" cy="585787"/>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0164" name="Text Box 76">
            <a:extLst>
              <a:ext uri="{FF2B5EF4-FFF2-40B4-BE49-F238E27FC236}">
                <a16:creationId xmlns:a16="http://schemas.microsoft.com/office/drawing/2014/main" id="{BD8C4977-F689-487B-8191-AEAE1421CCB5}"/>
              </a:ext>
            </a:extLst>
          </p:cNvPr>
          <p:cNvSpPr txBox="1">
            <a:spLocks noChangeArrowheads="1"/>
          </p:cNvSpPr>
          <p:nvPr/>
        </p:nvSpPr>
        <p:spPr bwMode="auto">
          <a:xfrm>
            <a:off x="914400" y="457200"/>
            <a:ext cx="1981200" cy="579438"/>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3200" b="1">
                <a:latin typeface="楷体_GB2312" pitchFamily="49" charset="-122"/>
                <a:ea typeface="楷体_GB2312" pitchFamily="49" charset="-122"/>
              </a:rPr>
              <a:t>模型解释</a:t>
            </a:r>
          </a:p>
        </p:txBody>
      </p:sp>
      <p:graphicFrame>
        <p:nvGraphicFramePr>
          <p:cNvPr id="112720" name="Object 80">
            <a:extLst>
              <a:ext uri="{FF2B5EF4-FFF2-40B4-BE49-F238E27FC236}">
                <a16:creationId xmlns:a16="http://schemas.microsoft.com/office/drawing/2014/main" id="{86AC3A62-4F44-41A1-9A1D-86CF6028070A}"/>
              </a:ext>
            </a:extLst>
          </p:cNvPr>
          <p:cNvGraphicFramePr>
            <a:graphicFrameLocks noChangeAspect="1"/>
          </p:cNvGraphicFramePr>
          <p:nvPr/>
        </p:nvGraphicFramePr>
        <p:xfrm>
          <a:off x="6732588" y="504825"/>
          <a:ext cx="2087562" cy="547688"/>
        </p:xfrm>
        <a:graphic>
          <a:graphicData uri="http://schemas.openxmlformats.org/presentationml/2006/ole">
            <mc:AlternateContent xmlns:mc="http://schemas.openxmlformats.org/markup-compatibility/2006">
              <mc:Choice xmlns:v="urn:schemas-microsoft-com:vml" Requires="v">
                <p:oleObj spid="_x0000_s90207" name="公式" r:id="rId27" imgW="799753" imgH="203112" progId="Equation.3">
                  <p:embed/>
                </p:oleObj>
              </mc:Choice>
              <mc:Fallback>
                <p:oleObj name="公式" r:id="rId27" imgW="799753" imgH="203112" progId="Equation.3">
                  <p:embed/>
                  <p:pic>
                    <p:nvPicPr>
                      <p:cNvPr id="0" name="Object 80"/>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6732588" y="504825"/>
                        <a:ext cx="2087562" cy="547688"/>
                      </a:xfrm>
                      <a:prstGeom prst="rect">
                        <a:avLst/>
                      </a:prstGeom>
                      <a:solidFill>
                        <a:srgbClr val="FF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3" name="Group 82">
            <a:extLst>
              <a:ext uri="{FF2B5EF4-FFF2-40B4-BE49-F238E27FC236}">
                <a16:creationId xmlns:a16="http://schemas.microsoft.com/office/drawing/2014/main" id="{1C4B86D1-668A-459B-B4D6-AB1D9A1B756B}"/>
              </a:ext>
            </a:extLst>
          </p:cNvPr>
          <p:cNvGrpSpPr>
            <a:grpSpLocks/>
          </p:cNvGrpSpPr>
          <p:nvPr/>
        </p:nvGrpSpPr>
        <p:grpSpPr bwMode="auto">
          <a:xfrm>
            <a:off x="512763" y="2660650"/>
            <a:ext cx="2752725" cy="609600"/>
            <a:chOff x="323" y="1595"/>
            <a:chExt cx="1734" cy="384"/>
          </a:xfrm>
        </p:grpSpPr>
        <p:graphicFrame>
          <p:nvGraphicFramePr>
            <p:cNvPr id="90167" name="Object 71">
              <a:extLst>
                <a:ext uri="{FF2B5EF4-FFF2-40B4-BE49-F238E27FC236}">
                  <a16:creationId xmlns:a16="http://schemas.microsoft.com/office/drawing/2014/main" id="{5FF3A4CD-8ED2-4F2A-A6D6-DBB645C55ECF}"/>
                </a:ext>
              </a:extLst>
            </p:cNvPr>
            <p:cNvGraphicFramePr>
              <a:graphicFrameLocks noChangeAspect="1"/>
            </p:cNvGraphicFramePr>
            <p:nvPr/>
          </p:nvGraphicFramePr>
          <p:xfrm>
            <a:off x="935" y="1595"/>
            <a:ext cx="1122" cy="384"/>
          </p:xfrm>
          <a:graphic>
            <a:graphicData uri="http://schemas.openxmlformats.org/presentationml/2006/ole">
              <mc:AlternateContent xmlns:mc="http://schemas.openxmlformats.org/markup-compatibility/2006">
                <mc:Choice xmlns:v="urn:schemas-microsoft-com:vml" Requires="v">
                  <p:oleObj spid="_x0000_s90208" name="公式" r:id="rId29" imgW="469696" imgH="177723" progId="Equation.3">
                    <p:embed/>
                  </p:oleObj>
                </mc:Choice>
                <mc:Fallback>
                  <p:oleObj name="公式" r:id="rId29" imgW="469696" imgH="177723" progId="Equation.3">
                    <p:embed/>
                    <p:pic>
                      <p:nvPicPr>
                        <p:cNvPr id="0" name="Object 71"/>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935" y="1595"/>
                          <a:ext cx="1122" cy="384"/>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0168" name="Text Box 81">
              <a:extLst>
                <a:ext uri="{FF2B5EF4-FFF2-40B4-BE49-F238E27FC236}">
                  <a16:creationId xmlns:a16="http://schemas.microsoft.com/office/drawing/2014/main" id="{ED30AABC-78B0-4561-8B94-3FE96B6FE2C6}"/>
                </a:ext>
              </a:extLst>
            </p:cNvPr>
            <p:cNvSpPr txBox="1">
              <a:spLocks noChangeArrowheads="1"/>
            </p:cNvSpPr>
            <p:nvPr/>
          </p:nvSpPr>
          <p:spPr bwMode="auto">
            <a:xfrm>
              <a:off x="323" y="1616"/>
              <a:ext cx="61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初值</a:t>
              </a:r>
            </a:p>
          </p:txBody>
        </p:sp>
      </p:grpSp>
      <p:sp>
        <p:nvSpPr>
          <p:cNvPr id="112723" name="Text Box 83">
            <a:extLst>
              <a:ext uri="{FF2B5EF4-FFF2-40B4-BE49-F238E27FC236}">
                <a16:creationId xmlns:a16="http://schemas.microsoft.com/office/drawing/2014/main" id="{1FF88D6A-D233-4B88-93A3-2FD25AA42D63}"/>
              </a:ext>
            </a:extLst>
          </p:cNvPr>
          <p:cNvSpPr txBox="1">
            <a:spLocks noChangeArrowheads="1"/>
          </p:cNvSpPr>
          <p:nvPr/>
        </p:nvSpPr>
        <p:spPr bwMode="auto">
          <a:xfrm>
            <a:off x="468313" y="3309938"/>
            <a:ext cx="2735262" cy="519112"/>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b="1"/>
              <a:t>相轨线的方向</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checkerboard(across)">
                                      <p:cBhvr>
                                        <p:cTn id="7" dur="500"/>
                                        <p:tgtEl>
                                          <p:spTgt spid="1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3"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1000" fill="hold"/>
                                        <p:tgtEl>
                                          <p:spTgt spid="2"/>
                                        </p:tgtEl>
                                        <p:attrNameLst>
                                          <p:attrName>ppt_w</p:attrName>
                                        </p:attrNameLst>
                                      </p:cBhvr>
                                      <p:tavLst>
                                        <p:tav tm="0">
                                          <p:val>
                                            <p:fltVal val="0"/>
                                          </p:val>
                                        </p:tav>
                                        <p:tav tm="100000">
                                          <p:val>
                                            <p:strVal val="#ppt_w"/>
                                          </p:val>
                                        </p:tav>
                                      </p:tavLst>
                                    </p:anim>
                                    <p:anim calcmode="lin" valueType="num">
                                      <p:cBhvr>
                                        <p:cTn id="13" dur="1000" fill="hold"/>
                                        <p:tgtEl>
                                          <p:spTgt spid="2"/>
                                        </p:tgtEl>
                                        <p:attrNameLst>
                                          <p:attrName>ppt_h</p:attrName>
                                        </p:attrNameLst>
                                      </p:cBhvr>
                                      <p:tavLst>
                                        <p:tav tm="0">
                                          <p:val>
                                            <p:fltVal val="0"/>
                                          </p:val>
                                        </p:tav>
                                        <p:tav tm="100000">
                                          <p:val>
                                            <p:strVal val="#ppt_h"/>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3" presetClass="entr" presetSubtype="16"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anim calcmode="lin" valueType="num">
                                      <p:cBhvr>
                                        <p:cTn id="18" dur="1000" fill="hold"/>
                                        <p:tgtEl>
                                          <p:spTgt spid="8"/>
                                        </p:tgtEl>
                                        <p:attrNameLst>
                                          <p:attrName>ppt_w</p:attrName>
                                        </p:attrNameLst>
                                      </p:cBhvr>
                                      <p:tavLst>
                                        <p:tav tm="0">
                                          <p:val>
                                            <p:fltVal val="0"/>
                                          </p:val>
                                        </p:tav>
                                        <p:tav tm="100000">
                                          <p:val>
                                            <p:strVal val="#ppt_w"/>
                                          </p:val>
                                        </p:tav>
                                      </p:tavLst>
                                    </p:anim>
                                    <p:anim calcmode="lin" valueType="num">
                                      <p:cBhvr>
                                        <p:cTn id="19" dur="1000" fill="hold"/>
                                        <p:tgtEl>
                                          <p:spTgt spid="8"/>
                                        </p:tgtEl>
                                        <p:attrNameLst>
                                          <p:attrName>ppt_h</p:attrName>
                                        </p:attrNameLst>
                                      </p:cBhvr>
                                      <p:tavLst>
                                        <p:tav tm="0">
                                          <p:val>
                                            <p:fltVal val="0"/>
                                          </p:val>
                                        </p:tav>
                                        <p:tav tm="100000">
                                          <p:val>
                                            <p:strVal val="#ppt_h"/>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4" presetClass="entr" presetSubtype="16" fill="hold" nodeType="clickEffect">
                                  <p:stCondLst>
                                    <p:cond delay="0"/>
                                  </p:stCondLst>
                                  <p:childTnLst>
                                    <p:set>
                                      <p:cBhvr>
                                        <p:cTn id="23" dur="1" fill="hold">
                                          <p:stCondLst>
                                            <p:cond delay="0"/>
                                          </p:stCondLst>
                                        </p:cTn>
                                        <p:tgtEl>
                                          <p:spTgt spid="112720"/>
                                        </p:tgtEl>
                                        <p:attrNameLst>
                                          <p:attrName>style.visibility</p:attrName>
                                        </p:attrNameLst>
                                      </p:cBhvr>
                                      <p:to>
                                        <p:strVal val="visible"/>
                                      </p:to>
                                    </p:set>
                                    <p:animEffect transition="in" filter="box(in)">
                                      <p:cBhvr>
                                        <p:cTn id="24" dur="1000"/>
                                        <p:tgtEl>
                                          <p:spTgt spid="112720"/>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18" presetClass="entr" presetSubtype="6" fill="hold" nodeType="click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strips(downRight)">
                                      <p:cBhvr>
                                        <p:cTn id="29" dur="1000"/>
                                        <p:tgtEl>
                                          <p:spTgt spid="13"/>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15" presetClass="entr" presetSubtype="0" fill="hold" nodeType="clickEffect">
                                  <p:stCondLst>
                                    <p:cond delay="0"/>
                                  </p:stCondLst>
                                  <p:childTnLst>
                                    <p:set>
                                      <p:cBhvr>
                                        <p:cTn id="33" dur="1" fill="hold">
                                          <p:stCondLst>
                                            <p:cond delay="0"/>
                                          </p:stCondLst>
                                        </p:cTn>
                                        <p:tgtEl>
                                          <p:spTgt spid="3"/>
                                        </p:tgtEl>
                                        <p:attrNameLst>
                                          <p:attrName>style.visibility</p:attrName>
                                        </p:attrNameLst>
                                      </p:cBhvr>
                                      <p:to>
                                        <p:strVal val="visible"/>
                                      </p:to>
                                    </p:set>
                                    <p:anim calcmode="lin" valueType="num">
                                      <p:cBhvr>
                                        <p:cTn id="34" dur="1000" fill="hold"/>
                                        <p:tgtEl>
                                          <p:spTgt spid="3"/>
                                        </p:tgtEl>
                                        <p:attrNameLst>
                                          <p:attrName>ppt_w</p:attrName>
                                        </p:attrNameLst>
                                      </p:cBhvr>
                                      <p:tavLst>
                                        <p:tav tm="0">
                                          <p:val>
                                            <p:fltVal val="0"/>
                                          </p:val>
                                        </p:tav>
                                        <p:tav tm="100000">
                                          <p:val>
                                            <p:strVal val="#ppt_w"/>
                                          </p:val>
                                        </p:tav>
                                      </p:tavLst>
                                    </p:anim>
                                    <p:anim calcmode="lin" valueType="num">
                                      <p:cBhvr>
                                        <p:cTn id="35" dur="1000" fill="hold"/>
                                        <p:tgtEl>
                                          <p:spTgt spid="3"/>
                                        </p:tgtEl>
                                        <p:attrNameLst>
                                          <p:attrName>ppt_h</p:attrName>
                                        </p:attrNameLst>
                                      </p:cBhvr>
                                      <p:tavLst>
                                        <p:tav tm="0">
                                          <p:val>
                                            <p:fltVal val="0"/>
                                          </p:val>
                                        </p:tav>
                                        <p:tav tm="100000">
                                          <p:val>
                                            <p:strVal val="#ppt_h"/>
                                          </p:val>
                                        </p:tav>
                                      </p:tavLst>
                                    </p:anim>
                                    <p:anim calcmode="lin" valueType="num">
                                      <p:cBhvr>
                                        <p:cTn id="36" dur="1000" fill="hold"/>
                                        <p:tgtEl>
                                          <p:spTgt spid="3"/>
                                        </p:tgtEl>
                                        <p:attrNameLst>
                                          <p:attrName>ppt_x</p:attrName>
                                        </p:attrNameLst>
                                      </p:cBhvr>
                                      <p:tavLst>
                                        <p:tav tm="0" fmla="#ppt_x+(cos(-2*pi*(1-$))*-#ppt_x-sin(-2*pi*(1-$))*(1-#ppt_y))*(1-$)">
                                          <p:val>
                                            <p:fltVal val="0"/>
                                          </p:val>
                                        </p:tav>
                                        <p:tav tm="100000">
                                          <p:val>
                                            <p:fltVal val="1"/>
                                          </p:val>
                                        </p:tav>
                                      </p:tavLst>
                                    </p:anim>
                                    <p:anim calcmode="lin" valueType="num">
                                      <p:cBhvr>
                                        <p:cTn id="37" dur="1000" fill="hold"/>
                                        <p:tgtEl>
                                          <p:spTgt spid="3"/>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112723"/>
                                        </p:tgtEl>
                                        <p:attrNameLst>
                                          <p:attrName>style.visibility</p:attrName>
                                        </p:attrNameLst>
                                      </p:cBhvr>
                                      <p:to>
                                        <p:strVal val="visible"/>
                                      </p:to>
                                    </p:set>
                                    <p:animEffect transition="in" filter="checkerboard(across)">
                                      <p:cBhvr>
                                        <p:cTn id="42" dur="1000"/>
                                        <p:tgtEl>
                                          <p:spTgt spid="112723"/>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3" presetClass="entr" presetSubtype="16" fill="hold" nodeType="clickEffect">
                                  <p:stCondLst>
                                    <p:cond delay="0"/>
                                  </p:stCondLst>
                                  <p:childTnLst>
                                    <p:set>
                                      <p:cBhvr>
                                        <p:cTn id="46" dur="1" fill="hold">
                                          <p:stCondLst>
                                            <p:cond delay="0"/>
                                          </p:stCondLst>
                                        </p:cTn>
                                        <p:tgtEl>
                                          <p:spTgt spid="112647"/>
                                        </p:tgtEl>
                                        <p:attrNameLst>
                                          <p:attrName>style.visibility</p:attrName>
                                        </p:attrNameLst>
                                      </p:cBhvr>
                                      <p:to>
                                        <p:strVal val="visible"/>
                                      </p:to>
                                    </p:set>
                                    <p:anim calcmode="lin" valueType="num">
                                      <p:cBhvr>
                                        <p:cTn id="47" dur="1000" fill="hold"/>
                                        <p:tgtEl>
                                          <p:spTgt spid="112647"/>
                                        </p:tgtEl>
                                        <p:attrNameLst>
                                          <p:attrName>ppt_w</p:attrName>
                                        </p:attrNameLst>
                                      </p:cBhvr>
                                      <p:tavLst>
                                        <p:tav tm="0">
                                          <p:val>
                                            <p:fltVal val="0"/>
                                          </p:val>
                                        </p:tav>
                                        <p:tav tm="100000">
                                          <p:val>
                                            <p:strVal val="#ppt_w"/>
                                          </p:val>
                                        </p:tav>
                                      </p:tavLst>
                                    </p:anim>
                                    <p:anim calcmode="lin" valueType="num">
                                      <p:cBhvr>
                                        <p:cTn id="48" dur="1000" fill="hold"/>
                                        <p:tgtEl>
                                          <p:spTgt spid="112647"/>
                                        </p:tgtEl>
                                        <p:attrNameLst>
                                          <p:attrName>ppt_h</p:attrName>
                                        </p:attrNameLst>
                                      </p:cBhvr>
                                      <p:tavLst>
                                        <p:tav tm="0">
                                          <p:val>
                                            <p:fltVal val="0"/>
                                          </p:val>
                                        </p:tav>
                                        <p:tav tm="100000">
                                          <p:val>
                                            <p:strVal val="#ppt_h"/>
                                          </p:val>
                                        </p:tav>
                                      </p:tavLst>
                                    </p:anim>
                                  </p:childTnLst>
                                </p:cTn>
                              </p:par>
                            </p:childTnLst>
                          </p:cTn>
                        </p:par>
                      </p:childTnLst>
                    </p:cTn>
                  </p:par>
                  <p:par>
                    <p:cTn id="49" fill="hold" nodeType="clickPar">
                      <p:stCondLst>
                        <p:cond delay="indefinite"/>
                      </p:stCondLst>
                      <p:childTnLst>
                        <p:par>
                          <p:cTn id="50" fill="hold" nodeType="withGroup">
                            <p:stCondLst>
                              <p:cond delay="0"/>
                            </p:stCondLst>
                            <p:childTnLst>
                              <p:par>
                                <p:cTn id="51" presetID="23" presetClass="entr" presetSubtype="16" fill="hold" nodeType="clickEffect">
                                  <p:stCondLst>
                                    <p:cond delay="0"/>
                                  </p:stCondLst>
                                  <p:childTnLst>
                                    <p:set>
                                      <p:cBhvr>
                                        <p:cTn id="52" dur="1" fill="hold">
                                          <p:stCondLst>
                                            <p:cond delay="0"/>
                                          </p:stCondLst>
                                        </p:cTn>
                                        <p:tgtEl>
                                          <p:spTgt spid="7"/>
                                        </p:tgtEl>
                                        <p:attrNameLst>
                                          <p:attrName>style.visibility</p:attrName>
                                        </p:attrNameLst>
                                      </p:cBhvr>
                                      <p:to>
                                        <p:strVal val="visible"/>
                                      </p:to>
                                    </p:set>
                                    <p:anim calcmode="lin" valueType="num">
                                      <p:cBhvr>
                                        <p:cTn id="53" dur="1000" fill="hold"/>
                                        <p:tgtEl>
                                          <p:spTgt spid="7"/>
                                        </p:tgtEl>
                                        <p:attrNameLst>
                                          <p:attrName>ppt_w</p:attrName>
                                        </p:attrNameLst>
                                      </p:cBhvr>
                                      <p:tavLst>
                                        <p:tav tm="0">
                                          <p:val>
                                            <p:fltVal val="0"/>
                                          </p:val>
                                        </p:tav>
                                        <p:tav tm="100000">
                                          <p:val>
                                            <p:strVal val="#ppt_w"/>
                                          </p:val>
                                        </p:tav>
                                      </p:tavLst>
                                    </p:anim>
                                    <p:anim calcmode="lin" valueType="num">
                                      <p:cBhvr>
                                        <p:cTn id="54" dur="1000" fill="hold"/>
                                        <p:tgtEl>
                                          <p:spTgt spid="7"/>
                                        </p:tgtEl>
                                        <p:attrNameLst>
                                          <p:attrName>ppt_h</p:attrName>
                                        </p:attrNameLst>
                                      </p:cBhvr>
                                      <p:tavLst>
                                        <p:tav tm="0">
                                          <p:val>
                                            <p:fltVal val="0"/>
                                          </p:val>
                                        </p:tav>
                                        <p:tav tm="100000">
                                          <p:val>
                                            <p:strVal val="#ppt_h"/>
                                          </p:val>
                                        </p:tav>
                                      </p:tavLst>
                                    </p:anim>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nodeType="clickEffect">
                                  <p:stCondLst>
                                    <p:cond delay="0"/>
                                  </p:stCondLst>
                                  <p:childTnLst>
                                    <p:set>
                                      <p:cBhvr>
                                        <p:cTn id="58" dur="1" fill="hold">
                                          <p:stCondLst>
                                            <p:cond delay="0"/>
                                          </p:stCondLst>
                                        </p:cTn>
                                        <p:tgtEl>
                                          <p:spTgt spid="112712"/>
                                        </p:tgtEl>
                                        <p:attrNameLst>
                                          <p:attrName>style.visibility</p:attrName>
                                        </p:attrNameLst>
                                      </p:cBhvr>
                                      <p:to>
                                        <p:strVal val="visible"/>
                                      </p:to>
                                    </p:set>
                                    <p:animEffect transition="in" filter="wipe(left)">
                                      <p:cBhvr>
                                        <p:cTn id="59" dur="1000"/>
                                        <p:tgtEl>
                                          <p:spTgt spid="112712"/>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3" presetClass="entr" presetSubtype="16" fill="hold" nodeType="clickEffect">
                                  <p:stCondLst>
                                    <p:cond delay="0"/>
                                  </p:stCondLst>
                                  <p:childTnLst>
                                    <p:set>
                                      <p:cBhvr>
                                        <p:cTn id="63" dur="1" fill="hold">
                                          <p:stCondLst>
                                            <p:cond delay="0"/>
                                          </p:stCondLst>
                                        </p:cTn>
                                        <p:tgtEl>
                                          <p:spTgt spid="112649"/>
                                        </p:tgtEl>
                                        <p:attrNameLst>
                                          <p:attrName>style.visibility</p:attrName>
                                        </p:attrNameLst>
                                      </p:cBhvr>
                                      <p:to>
                                        <p:strVal val="visible"/>
                                      </p:to>
                                    </p:set>
                                    <p:anim calcmode="lin" valueType="num">
                                      <p:cBhvr>
                                        <p:cTn id="64" dur="1000" fill="hold"/>
                                        <p:tgtEl>
                                          <p:spTgt spid="112649"/>
                                        </p:tgtEl>
                                        <p:attrNameLst>
                                          <p:attrName>ppt_w</p:attrName>
                                        </p:attrNameLst>
                                      </p:cBhvr>
                                      <p:tavLst>
                                        <p:tav tm="0">
                                          <p:val>
                                            <p:fltVal val="0"/>
                                          </p:val>
                                        </p:tav>
                                        <p:tav tm="100000">
                                          <p:val>
                                            <p:strVal val="#ppt_w"/>
                                          </p:val>
                                        </p:tav>
                                      </p:tavLst>
                                    </p:anim>
                                    <p:anim calcmode="lin" valueType="num">
                                      <p:cBhvr>
                                        <p:cTn id="65" dur="1000" fill="hold"/>
                                        <p:tgtEl>
                                          <p:spTgt spid="112649"/>
                                        </p:tgtEl>
                                        <p:attrNameLst>
                                          <p:attrName>ppt_h</p:attrName>
                                        </p:attrNameLst>
                                      </p:cBhvr>
                                      <p:tavLst>
                                        <p:tav tm="0">
                                          <p:val>
                                            <p:fltVal val="0"/>
                                          </p:val>
                                        </p:tav>
                                        <p:tav tm="100000">
                                          <p:val>
                                            <p:strVal val="#ppt_h"/>
                                          </p:val>
                                        </p:tav>
                                      </p:tavLst>
                                    </p:anim>
                                  </p:childTnLst>
                                </p:cTn>
                              </p:par>
                            </p:childTnLst>
                          </p:cTn>
                        </p:par>
                      </p:childTnLst>
                    </p:cTn>
                  </p:par>
                  <p:par>
                    <p:cTn id="66" fill="hold" nodeType="clickPar">
                      <p:stCondLst>
                        <p:cond delay="indefinite"/>
                      </p:stCondLst>
                      <p:childTnLst>
                        <p:par>
                          <p:cTn id="67" fill="hold" nodeType="withGroup">
                            <p:stCondLst>
                              <p:cond delay="0"/>
                            </p:stCondLst>
                            <p:childTnLst>
                              <p:par>
                                <p:cTn id="68" presetID="23" presetClass="entr" presetSubtype="16" fill="hold" nodeType="clickEffect">
                                  <p:stCondLst>
                                    <p:cond delay="0"/>
                                  </p:stCondLst>
                                  <p:childTnLst>
                                    <p:set>
                                      <p:cBhvr>
                                        <p:cTn id="69" dur="1" fill="hold">
                                          <p:stCondLst>
                                            <p:cond delay="0"/>
                                          </p:stCondLst>
                                        </p:cTn>
                                        <p:tgtEl>
                                          <p:spTgt spid="4"/>
                                        </p:tgtEl>
                                        <p:attrNameLst>
                                          <p:attrName>style.visibility</p:attrName>
                                        </p:attrNameLst>
                                      </p:cBhvr>
                                      <p:to>
                                        <p:strVal val="visible"/>
                                      </p:to>
                                    </p:set>
                                    <p:anim calcmode="lin" valueType="num">
                                      <p:cBhvr>
                                        <p:cTn id="70" dur="1000" fill="hold"/>
                                        <p:tgtEl>
                                          <p:spTgt spid="4"/>
                                        </p:tgtEl>
                                        <p:attrNameLst>
                                          <p:attrName>ppt_w</p:attrName>
                                        </p:attrNameLst>
                                      </p:cBhvr>
                                      <p:tavLst>
                                        <p:tav tm="0">
                                          <p:val>
                                            <p:fltVal val="0"/>
                                          </p:val>
                                        </p:tav>
                                        <p:tav tm="100000">
                                          <p:val>
                                            <p:strVal val="#ppt_w"/>
                                          </p:val>
                                        </p:tav>
                                      </p:tavLst>
                                    </p:anim>
                                    <p:anim calcmode="lin" valueType="num">
                                      <p:cBhvr>
                                        <p:cTn id="71" dur="1000" fill="hold"/>
                                        <p:tgtEl>
                                          <p:spTgt spid="4"/>
                                        </p:tgtEl>
                                        <p:attrNameLst>
                                          <p:attrName>ppt_h</p:attrName>
                                        </p:attrNameLst>
                                      </p:cBhvr>
                                      <p:tavLst>
                                        <p:tav tm="0">
                                          <p:val>
                                            <p:fltVal val="0"/>
                                          </p:val>
                                        </p:tav>
                                        <p:tav tm="100000">
                                          <p:val>
                                            <p:strVal val="#ppt_h"/>
                                          </p:val>
                                        </p:tav>
                                      </p:tavLst>
                                    </p:anim>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8" fill="hold" nodeType="clickEffect">
                                  <p:stCondLst>
                                    <p:cond delay="0"/>
                                  </p:stCondLst>
                                  <p:childTnLst>
                                    <p:set>
                                      <p:cBhvr>
                                        <p:cTn id="75" dur="1" fill="hold">
                                          <p:stCondLst>
                                            <p:cond delay="0"/>
                                          </p:stCondLst>
                                        </p:cTn>
                                        <p:tgtEl>
                                          <p:spTgt spid="112713"/>
                                        </p:tgtEl>
                                        <p:attrNameLst>
                                          <p:attrName>style.visibility</p:attrName>
                                        </p:attrNameLst>
                                      </p:cBhvr>
                                      <p:to>
                                        <p:strVal val="visible"/>
                                      </p:to>
                                    </p:set>
                                    <p:animEffect transition="in" filter="wipe(left)">
                                      <p:cBhvr>
                                        <p:cTn id="76" dur="1000"/>
                                        <p:tgtEl>
                                          <p:spTgt spid="112713"/>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23" presetClass="entr" presetSubtype="16" fill="hold" nodeType="clickEffect">
                                  <p:stCondLst>
                                    <p:cond delay="0"/>
                                  </p:stCondLst>
                                  <p:childTnLst>
                                    <p:set>
                                      <p:cBhvr>
                                        <p:cTn id="80" dur="1" fill="hold">
                                          <p:stCondLst>
                                            <p:cond delay="0"/>
                                          </p:stCondLst>
                                        </p:cTn>
                                        <p:tgtEl>
                                          <p:spTgt spid="112653"/>
                                        </p:tgtEl>
                                        <p:attrNameLst>
                                          <p:attrName>style.visibility</p:attrName>
                                        </p:attrNameLst>
                                      </p:cBhvr>
                                      <p:to>
                                        <p:strVal val="visible"/>
                                      </p:to>
                                    </p:set>
                                    <p:anim calcmode="lin" valueType="num">
                                      <p:cBhvr>
                                        <p:cTn id="81" dur="1000" fill="hold"/>
                                        <p:tgtEl>
                                          <p:spTgt spid="112653"/>
                                        </p:tgtEl>
                                        <p:attrNameLst>
                                          <p:attrName>ppt_w</p:attrName>
                                        </p:attrNameLst>
                                      </p:cBhvr>
                                      <p:tavLst>
                                        <p:tav tm="0">
                                          <p:val>
                                            <p:fltVal val="0"/>
                                          </p:val>
                                        </p:tav>
                                        <p:tav tm="100000">
                                          <p:val>
                                            <p:strVal val="#ppt_w"/>
                                          </p:val>
                                        </p:tav>
                                      </p:tavLst>
                                    </p:anim>
                                    <p:anim calcmode="lin" valueType="num">
                                      <p:cBhvr>
                                        <p:cTn id="82" dur="1000" fill="hold"/>
                                        <p:tgtEl>
                                          <p:spTgt spid="112653"/>
                                        </p:tgtEl>
                                        <p:attrNameLst>
                                          <p:attrName>ppt_h</p:attrName>
                                        </p:attrNameLst>
                                      </p:cBhvr>
                                      <p:tavLst>
                                        <p:tav tm="0">
                                          <p:val>
                                            <p:fltVal val="0"/>
                                          </p:val>
                                        </p:tav>
                                        <p:tav tm="100000">
                                          <p:val>
                                            <p:strVal val="#ppt_h"/>
                                          </p:val>
                                        </p:tav>
                                      </p:tavLst>
                                    </p:anim>
                                  </p:childTnLst>
                                </p:cTn>
                              </p:par>
                              <p:par>
                                <p:cTn id="83" presetID="23" presetClass="entr" presetSubtype="16" fill="hold" nodeType="withEffect">
                                  <p:stCondLst>
                                    <p:cond delay="0"/>
                                  </p:stCondLst>
                                  <p:childTnLst>
                                    <p:set>
                                      <p:cBhvr>
                                        <p:cTn id="84" dur="1" fill="hold">
                                          <p:stCondLst>
                                            <p:cond delay="0"/>
                                          </p:stCondLst>
                                        </p:cTn>
                                        <p:tgtEl>
                                          <p:spTgt spid="112651"/>
                                        </p:tgtEl>
                                        <p:attrNameLst>
                                          <p:attrName>style.visibility</p:attrName>
                                        </p:attrNameLst>
                                      </p:cBhvr>
                                      <p:to>
                                        <p:strVal val="visible"/>
                                      </p:to>
                                    </p:set>
                                    <p:anim calcmode="lin" valueType="num">
                                      <p:cBhvr>
                                        <p:cTn id="85" dur="1000" fill="hold"/>
                                        <p:tgtEl>
                                          <p:spTgt spid="112651"/>
                                        </p:tgtEl>
                                        <p:attrNameLst>
                                          <p:attrName>ppt_w</p:attrName>
                                        </p:attrNameLst>
                                      </p:cBhvr>
                                      <p:tavLst>
                                        <p:tav tm="0">
                                          <p:val>
                                            <p:fltVal val="0"/>
                                          </p:val>
                                        </p:tav>
                                        <p:tav tm="100000">
                                          <p:val>
                                            <p:strVal val="#ppt_w"/>
                                          </p:val>
                                        </p:tav>
                                      </p:tavLst>
                                    </p:anim>
                                    <p:anim calcmode="lin" valueType="num">
                                      <p:cBhvr>
                                        <p:cTn id="86" dur="1000" fill="hold"/>
                                        <p:tgtEl>
                                          <p:spTgt spid="112651"/>
                                        </p:tgtEl>
                                        <p:attrNameLst>
                                          <p:attrName>ppt_h</p:attrName>
                                        </p:attrNameLst>
                                      </p:cBhvr>
                                      <p:tavLst>
                                        <p:tav tm="0">
                                          <p:val>
                                            <p:fltVal val="0"/>
                                          </p:val>
                                        </p:tav>
                                        <p:tav tm="100000">
                                          <p:val>
                                            <p:strVal val="#ppt_h"/>
                                          </p:val>
                                        </p:tav>
                                      </p:tavLst>
                                    </p:anim>
                                  </p:childTnLst>
                                </p:cTn>
                              </p:par>
                            </p:childTnLst>
                          </p:cTn>
                        </p:par>
                      </p:childTnLst>
                    </p:cTn>
                  </p:par>
                  <p:par>
                    <p:cTn id="87" fill="hold" nodeType="clickPar">
                      <p:stCondLst>
                        <p:cond delay="indefinite"/>
                      </p:stCondLst>
                      <p:childTnLst>
                        <p:par>
                          <p:cTn id="88" fill="hold" nodeType="withGroup">
                            <p:stCondLst>
                              <p:cond delay="0"/>
                            </p:stCondLst>
                            <p:childTnLst>
                              <p:par>
                                <p:cTn id="89" presetID="9" presetClass="entr" presetSubtype="0" fill="hold" nodeType="clickEffect">
                                  <p:stCondLst>
                                    <p:cond delay="0"/>
                                  </p:stCondLst>
                                  <p:childTnLst>
                                    <p:set>
                                      <p:cBhvr>
                                        <p:cTn id="90" dur="1" fill="hold">
                                          <p:stCondLst>
                                            <p:cond delay="0"/>
                                          </p:stCondLst>
                                        </p:cTn>
                                        <p:tgtEl>
                                          <p:spTgt spid="5"/>
                                        </p:tgtEl>
                                        <p:attrNameLst>
                                          <p:attrName>style.visibility</p:attrName>
                                        </p:attrNameLst>
                                      </p:cBhvr>
                                      <p:to>
                                        <p:strVal val="visible"/>
                                      </p:to>
                                    </p:set>
                                    <p:animEffect transition="in" filter="dissolve">
                                      <p:cBhvr>
                                        <p:cTn id="91" dur="1000"/>
                                        <p:tgtEl>
                                          <p:spTgt spid="5"/>
                                        </p:tgtEl>
                                      </p:cBhvr>
                                    </p:animEffect>
                                  </p:childTnLst>
                                </p:cTn>
                              </p:par>
                            </p:childTnLst>
                          </p:cTn>
                        </p:par>
                      </p:childTnLst>
                    </p:cTn>
                  </p:par>
                  <p:par>
                    <p:cTn id="92" fill="hold" nodeType="clickPar">
                      <p:stCondLst>
                        <p:cond delay="indefinite"/>
                      </p:stCondLst>
                      <p:childTnLst>
                        <p:par>
                          <p:cTn id="93" fill="hold" nodeType="withGroup">
                            <p:stCondLst>
                              <p:cond delay="0"/>
                            </p:stCondLst>
                            <p:childTnLst>
                              <p:par>
                                <p:cTn id="94" presetID="23" presetClass="entr" presetSubtype="16" fill="hold" nodeType="clickEffect">
                                  <p:stCondLst>
                                    <p:cond delay="0"/>
                                  </p:stCondLst>
                                  <p:childTnLst>
                                    <p:set>
                                      <p:cBhvr>
                                        <p:cTn id="95" dur="1" fill="hold">
                                          <p:stCondLst>
                                            <p:cond delay="0"/>
                                          </p:stCondLst>
                                        </p:cTn>
                                        <p:tgtEl>
                                          <p:spTgt spid="6"/>
                                        </p:tgtEl>
                                        <p:attrNameLst>
                                          <p:attrName>style.visibility</p:attrName>
                                        </p:attrNameLst>
                                      </p:cBhvr>
                                      <p:to>
                                        <p:strVal val="visible"/>
                                      </p:to>
                                    </p:set>
                                    <p:anim calcmode="lin" valueType="num">
                                      <p:cBhvr>
                                        <p:cTn id="96" dur="1000" fill="hold"/>
                                        <p:tgtEl>
                                          <p:spTgt spid="6"/>
                                        </p:tgtEl>
                                        <p:attrNameLst>
                                          <p:attrName>ppt_w</p:attrName>
                                        </p:attrNameLst>
                                      </p:cBhvr>
                                      <p:tavLst>
                                        <p:tav tm="0">
                                          <p:val>
                                            <p:fltVal val="0"/>
                                          </p:val>
                                        </p:tav>
                                        <p:tav tm="100000">
                                          <p:val>
                                            <p:strVal val="#ppt_w"/>
                                          </p:val>
                                        </p:tav>
                                      </p:tavLst>
                                    </p:anim>
                                    <p:anim calcmode="lin" valueType="num">
                                      <p:cBhvr>
                                        <p:cTn id="97" dur="1000" fill="hold"/>
                                        <p:tgtEl>
                                          <p:spTgt spid="6"/>
                                        </p:tgtEl>
                                        <p:attrNameLst>
                                          <p:attrName>ppt_h</p:attrName>
                                        </p:attrNameLst>
                                      </p:cBhvr>
                                      <p:tavLst>
                                        <p:tav tm="0">
                                          <p:val>
                                            <p:fltVal val="0"/>
                                          </p:val>
                                        </p:tav>
                                        <p:tav tm="100000">
                                          <p:val>
                                            <p:strVal val="#ppt_h"/>
                                          </p:val>
                                        </p:tav>
                                      </p:tavLst>
                                    </p:anim>
                                  </p:childTnLst>
                                </p:cTn>
                              </p:par>
                            </p:childTnLst>
                          </p:cTn>
                        </p:par>
                      </p:childTnLst>
                    </p:cTn>
                  </p:par>
                  <p:par>
                    <p:cTn id="98" fill="hold" nodeType="clickPar">
                      <p:stCondLst>
                        <p:cond delay="indefinite"/>
                      </p:stCondLst>
                      <p:childTnLst>
                        <p:par>
                          <p:cTn id="99" fill="hold" nodeType="withGroup">
                            <p:stCondLst>
                              <p:cond delay="0"/>
                            </p:stCondLst>
                            <p:childTnLst>
                              <p:par>
                                <p:cTn id="100" presetID="22" presetClass="entr" presetSubtype="8" fill="hold" nodeType="clickEffect">
                                  <p:stCondLst>
                                    <p:cond delay="0"/>
                                  </p:stCondLst>
                                  <p:childTnLst>
                                    <p:set>
                                      <p:cBhvr>
                                        <p:cTn id="101" dur="1" fill="hold">
                                          <p:stCondLst>
                                            <p:cond delay="0"/>
                                          </p:stCondLst>
                                        </p:cTn>
                                        <p:tgtEl>
                                          <p:spTgt spid="112714"/>
                                        </p:tgtEl>
                                        <p:attrNameLst>
                                          <p:attrName>style.visibility</p:attrName>
                                        </p:attrNameLst>
                                      </p:cBhvr>
                                      <p:to>
                                        <p:strVal val="visible"/>
                                      </p:to>
                                    </p:set>
                                    <p:animEffect transition="in" filter="wipe(left)">
                                      <p:cBhvr>
                                        <p:cTn id="102" dur="1000"/>
                                        <p:tgtEl>
                                          <p:spTgt spid="112714"/>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22" presetClass="entr" presetSubtype="8" fill="hold" nodeType="clickEffect">
                                  <p:stCondLst>
                                    <p:cond delay="0"/>
                                  </p:stCondLst>
                                  <p:childTnLst>
                                    <p:set>
                                      <p:cBhvr>
                                        <p:cTn id="106" dur="1" fill="hold">
                                          <p:stCondLst>
                                            <p:cond delay="0"/>
                                          </p:stCondLst>
                                        </p:cTn>
                                        <p:tgtEl>
                                          <p:spTgt spid="112715"/>
                                        </p:tgtEl>
                                        <p:attrNameLst>
                                          <p:attrName>style.visibility</p:attrName>
                                        </p:attrNameLst>
                                      </p:cBhvr>
                                      <p:to>
                                        <p:strVal val="visible"/>
                                      </p:to>
                                    </p:set>
                                    <p:animEffect transition="in" filter="wipe(left)">
                                      <p:cBhvr>
                                        <p:cTn id="107" dur="1000"/>
                                        <p:tgtEl>
                                          <p:spTgt spid="112715"/>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4" presetClass="entr" presetSubtype="16" fill="hold" nodeType="clickEffect">
                                  <p:stCondLst>
                                    <p:cond delay="0"/>
                                  </p:stCondLst>
                                  <p:childTnLst>
                                    <p:set>
                                      <p:cBhvr>
                                        <p:cTn id="111" dur="1" fill="hold">
                                          <p:stCondLst>
                                            <p:cond delay="0"/>
                                          </p:stCondLst>
                                        </p:cTn>
                                        <p:tgtEl>
                                          <p:spTgt spid="10"/>
                                        </p:tgtEl>
                                        <p:attrNameLst>
                                          <p:attrName>style.visibility</p:attrName>
                                        </p:attrNameLst>
                                      </p:cBhvr>
                                      <p:to>
                                        <p:strVal val="visible"/>
                                      </p:to>
                                    </p:set>
                                    <p:animEffect transition="in" filter="box(in)">
                                      <p:cBhvr>
                                        <p:cTn id="112" dur="1000"/>
                                        <p:tgtEl>
                                          <p:spTgt spid="10"/>
                                        </p:tgtEl>
                                      </p:cBhvr>
                                    </p:animEffec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18" presetClass="entr" presetSubtype="6" fill="hold" grpId="0" nodeType="clickEffect">
                                  <p:stCondLst>
                                    <p:cond delay="0"/>
                                  </p:stCondLst>
                                  <p:childTnLst>
                                    <p:set>
                                      <p:cBhvr>
                                        <p:cTn id="116" dur="1" fill="hold">
                                          <p:stCondLst>
                                            <p:cond delay="0"/>
                                          </p:stCondLst>
                                        </p:cTn>
                                        <p:tgtEl>
                                          <p:spTgt spid="112705"/>
                                        </p:tgtEl>
                                        <p:attrNameLst>
                                          <p:attrName>style.visibility</p:attrName>
                                        </p:attrNameLst>
                                      </p:cBhvr>
                                      <p:to>
                                        <p:strVal val="visible"/>
                                      </p:to>
                                    </p:set>
                                    <p:animEffect transition="in" filter="strips(downRight)">
                                      <p:cBhvr>
                                        <p:cTn id="117" dur="1000"/>
                                        <p:tgtEl>
                                          <p:spTgt spid="1127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705" grpId="0" animBg="1" autoUpdateAnimBg="0"/>
      <p:bldP spid="112723"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Text Box 4">
            <a:extLst>
              <a:ext uri="{FF2B5EF4-FFF2-40B4-BE49-F238E27FC236}">
                <a16:creationId xmlns:a16="http://schemas.microsoft.com/office/drawing/2014/main" id="{8BC2CF8B-EE43-4166-995B-2063B5F4E8E9}"/>
              </a:ext>
            </a:extLst>
          </p:cNvPr>
          <p:cNvSpPr txBox="1">
            <a:spLocks noChangeArrowheads="1"/>
          </p:cNvSpPr>
          <p:nvPr/>
        </p:nvSpPr>
        <p:spPr bwMode="auto">
          <a:xfrm>
            <a:off x="838200" y="457200"/>
            <a:ext cx="1981200" cy="579438"/>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3200" b="1">
                <a:latin typeface="楷体_GB2312" pitchFamily="49" charset="-122"/>
                <a:ea typeface="楷体_GB2312" pitchFamily="49" charset="-122"/>
              </a:rPr>
              <a:t>模型解释</a:t>
            </a:r>
          </a:p>
        </p:txBody>
      </p:sp>
      <p:sp>
        <p:nvSpPr>
          <p:cNvPr id="120837" name="Text Box 5">
            <a:extLst>
              <a:ext uri="{FF2B5EF4-FFF2-40B4-BE49-F238E27FC236}">
                <a16:creationId xmlns:a16="http://schemas.microsoft.com/office/drawing/2014/main" id="{21356082-7C03-4E77-AEF2-69AE4C6063ED}"/>
              </a:ext>
            </a:extLst>
          </p:cNvPr>
          <p:cNvSpPr txBox="1">
            <a:spLocks noChangeArrowheads="1"/>
          </p:cNvSpPr>
          <p:nvPr/>
        </p:nvSpPr>
        <p:spPr bwMode="auto">
          <a:xfrm>
            <a:off x="225425" y="2276475"/>
            <a:ext cx="2667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t>r </a:t>
            </a:r>
            <a:r>
              <a:rPr lang="en-US" altLang="zh-CN" sz="2800" b="1"/>
              <a:t>~</a:t>
            </a:r>
            <a:r>
              <a:rPr lang="zh-CN" altLang="en-US" sz="2800" b="1">
                <a:latin typeface="宋体" panose="02010600030101010101" pitchFamily="2" charset="-122"/>
              </a:rPr>
              <a:t>食饵增长率</a:t>
            </a:r>
          </a:p>
        </p:txBody>
      </p:sp>
      <p:sp>
        <p:nvSpPr>
          <p:cNvPr id="120839" name="Text Box 7">
            <a:extLst>
              <a:ext uri="{FF2B5EF4-FFF2-40B4-BE49-F238E27FC236}">
                <a16:creationId xmlns:a16="http://schemas.microsoft.com/office/drawing/2014/main" id="{B10A0229-9D7F-4A87-8C98-A98A3CF93978}"/>
              </a:ext>
            </a:extLst>
          </p:cNvPr>
          <p:cNvSpPr txBox="1">
            <a:spLocks noChangeArrowheads="1"/>
          </p:cNvSpPr>
          <p:nvPr/>
        </p:nvSpPr>
        <p:spPr bwMode="auto">
          <a:xfrm>
            <a:off x="2528888" y="4508500"/>
            <a:ext cx="2895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t>d </a:t>
            </a:r>
            <a:r>
              <a:rPr lang="en-US" altLang="zh-CN" sz="2800" b="1"/>
              <a:t>~</a:t>
            </a:r>
            <a:r>
              <a:rPr lang="zh-CN" altLang="en-US" sz="2800" b="1">
                <a:latin typeface="宋体" panose="02010600030101010101" pitchFamily="2" charset="-122"/>
              </a:rPr>
              <a:t>捕食者死亡率</a:t>
            </a:r>
          </a:p>
        </p:txBody>
      </p:sp>
      <p:sp>
        <p:nvSpPr>
          <p:cNvPr id="120840" name="Text Box 8">
            <a:extLst>
              <a:ext uri="{FF2B5EF4-FFF2-40B4-BE49-F238E27FC236}">
                <a16:creationId xmlns:a16="http://schemas.microsoft.com/office/drawing/2014/main" id="{2B7DD8EC-351A-44C7-89FE-2269968530EC}"/>
              </a:ext>
            </a:extLst>
          </p:cNvPr>
          <p:cNvSpPr txBox="1">
            <a:spLocks noChangeArrowheads="1"/>
          </p:cNvSpPr>
          <p:nvPr/>
        </p:nvSpPr>
        <p:spPr bwMode="auto">
          <a:xfrm>
            <a:off x="2528888" y="5157788"/>
            <a:ext cx="3962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t>b </a:t>
            </a:r>
            <a:r>
              <a:rPr lang="en-US" altLang="zh-CN" sz="2800" b="1"/>
              <a:t>~</a:t>
            </a:r>
            <a:r>
              <a:rPr lang="zh-CN" altLang="en-US" sz="2800" b="1">
                <a:latin typeface="宋体" panose="02010600030101010101" pitchFamily="2" charset="-122"/>
              </a:rPr>
              <a:t>食饵供养捕食者能力</a:t>
            </a:r>
          </a:p>
        </p:txBody>
      </p:sp>
      <p:grpSp>
        <p:nvGrpSpPr>
          <p:cNvPr id="2" name="Group 26">
            <a:extLst>
              <a:ext uri="{FF2B5EF4-FFF2-40B4-BE49-F238E27FC236}">
                <a16:creationId xmlns:a16="http://schemas.microsoft.com/office/drawing/2014/main" id="{6377CBAD-9042-4DF1-BB30-2650C8DCB9BF}"/>
              </a:ext>
            </a:extLst>
          </p:cNvPr>
          <p:cNvGrpSpPr>
            <a:grpSpLocks/>
          </p:cNvGrpSpPr>
          <p:nvPr/>
        </p:nvGrpSpPr>
        <p:grpSpPr bwMode="auto">
          <a:xfrm>
            <a:off x="152400" y="1125538"/>
            <a:ext cx="2473325" cy="946150"/>
            <a:chOff x="249" y="709"/>
            <a:chExt cx="1558" cy="596"/>
          </a:xfrm>
        </p:grpSpPr>
        <p:graphicFrame>
          <p:nvGraphicFramePr>
            <p:cNvPr id="91143" name="Object 10">
              <a:extLst>
                <a:ext uri="{FF2B5EF4-FFF2-40B4-BE49-F238E27FC236}">
                  <a16:creationId xmlns:a16="http://schemas.microsoft.com/office/drawing/2014/main" id="{6DF2E21B-7F0F-445D-A8C0-FA62FACA98D7}"/>
                </a:ext>
              </a:extLst>
            </p:cNvPr>
            <p:cNvGraphicFramePr>
              <a:graphicFrameLocks noChangeAspect="1"/>
            </p:cNvGraphicFramePr>
            <p:nvPr/>
          </p:nvGraphicFramePr>
          <p:xfrm>
            <a:off x="1111" y="709"/>
            <a:ext cx="696" cy="589"/>
          </p:xfrm>
          <a:graphic>
            <a:graphicData uri="http://schemas.openxmlformats.org/presentationml/2006/ole">
              <mc:AlternateContent xmlns:mc="http://schemas.openxmlformats.org/markup-compatibility/2006">
                <mc:Choice xmlns:v="urn:schemas-microsoft-com:vml" Requires="v">
                  <p:oleObj spid="_x0000_s91169" name="公式" r:id="rId3" imgW="393529" imgH="393529" progId="Equation.3">
                    <p:embed/>
                  </p:oleObj>
                </mc:Choice>
                <mc:Fallback>
                  <p:oleObj name="公式" r:id="rId3" imgW="393529" imgH="393529" progId="Equation.3">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1" y="709"/>
                          <a:ext cx="696" cy="589"/>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1144" name="Text Box 11">
              <a:extLst>
                <a:ext uri="{FF2B5EF4-FFF2-40B4-BE49-F238E27FC236}">
                  <a16:creationId xmlns:a16="http://schemas.microsoft.com/office/drawing/2014/main" id="{09268335-26EA-41C0-B149-E37BD8DCB3EB}"/>
                </a:ext>
              </a:extLst>
            </p:cNvPr>
            <p:cNvSpPr txBox="1">
              <a:spLocks noChangeArrowheads="1"/>
            </p:cNvSpPr>
            <p:nvPr/>
          </p:nvSpPr>
          <p:spPr bwMode="auto">
            <a:xfrm>
              <a:off x="249" y="709"/>
              <a:ext cx="902" cy="596"/>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b="1">
                  <a:latin typeface="宋体" panose="02010600030101010101" pitchFamily="2" charset="-122"/>
                </a:rPr>
                <a:t>捕食者  数量</a:t>
              </a:r>
            </a:p>
          </p:txBody>
        </p:sp>
      </p:grpSp>
      <p:grpSp>
        <p:nvGrpSpPr>
          <p:cNvPr id="3" name="Group 27">
            <a:extLst>
              <a:ext uri="{FF2B5EF4-FFF2-40B4-BE49-F238E27FC236}">
                <a16:creationId xmlns:a16="http://schemas.microsoft.com/office/drawing/2014/main" id="{B8CE4EB3-A3D7-4545-BCC5-76524EEC5645}"/>
              </a:ext>
            </a:extLst>
          </p:cNvPr>
          <p:cNvGrpSpPr>
            <a:grpSpLocks/>
          </p:cNvGrpSpPr>
          <p:nvPr/>
        </p:nvGrpSpPr>
        <p:grpSpPr bwMode="auto">
          <a:xfrm>
            <a:off x="225425" y="4508500"/>
            <a:ext cx="1922463" cy="1008063"/>
            <a:chOff x="308" y="2523"/>
            <a:chExt cx="1211" cy="635"/>
          </a:xfrm>
        </p:grpSpPr>
        <p:graphicFrame>
          <p:nvGraphicFramePr>
            <p:cNvPr id="91146" name="Object 13">
              <a:extLst>
                <a:ext uri="{FF2B5EF4-FFF2-40B4-BE49-F238E27FC236}">
                  <a16:creationId xmlns:a16="http://schemas.microsoft.com/office/drawing/2014/main" id="{0AC895BD-4BDA-49A1-B787-E99B8976C5B9}"/>
                </a:ext>
              </a:extLst>
            </p:cNvPr>
            <p:cNvGraphicFramePr>
              <a:graphicFrameLocks noChangeAspect="1"/>
            </p:cNvGraphicFramePr>
            <p:nvPr/>
          </p:nvGraphicFramePr>
          <p:xfrm>
            <a:off x="854" y="2523"/>
            <a:ext cx="665" cy="635"/>
          </p:xfrm>
          <a:graphic>
            <a:graphicData uri="http://schemas.openxmlformats.org/presentationml/2006/ole">
              <mc:AlternateContent xmlns:mc="http://schemas.openxmlformats.org/markup-compatibility/2006">
                <mc:Choice xmlns:v="urn:schemas-microsoft-com:vml" Requires="v">
                  <p:oleObj spid="_x0000_s91170" name="公式" r:id="rId5" imgW="291973" imgH="291973" progId="Equation.3">
                    <p:embed/>
                  </p:oleObj>
                </mc:Choice>
                <mc:Fallback>
                  <p:oleObj name="公式" r:id="rId5" imgW="291973" imgH="291973" progId="Equation.3">
                    <p:embed/>
                    <p:pic>
                      <p:nvPicPr>
                        <p:cNvPr id="0"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4" y="2523"/>
                          <a:ext cx="665" cy="635"/>
                        </a:xfrm>
                        <a:prstGeom prst="rect">
                          <a:avLst/>
                        </a:prstGeom>
                        <a:solidFill>
                          <a:srgbClr val="FF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1147" name="Text Box 14">
              <a:extLst>
                <a:ext uri="{FF2B5EF4-FFF2-40B4-BE49-F238E27FC236}">
                  <a16:creationId xmlns:a16="http://schemas.microsoft.com/office/drawing/2014/main" id="{4DBD965B-75A0-42A3-96A1-4332B7261FAF}"/>
                </a:ext>
              </a:extLst>
            </p:cNvPr>
            <p:cNvSpPr txBox="1">
              <a:spLocks noChangeArrowheads="1"/>
            </p:cNvSpPr>
            <p:nvPr/>
          </p:nvSpPr>
          <p:spPr bwMode="auto">
            <a:xfrm>
              <a:off x="308" y="2523"/>
              <a:ext cx="576" cy="596"/>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latin typeface="宋体" panose="02010600030101010101" pitchFamily="2" charset="-122"/>
                </a:rPr>
                <a:t>食饵数量</a:t>
              </a:r>
            </a:p>
          </p:txBody>
        </p:sp>
      </p:grpSp>
      <p:grpSp>
        <p:nvGrpSpPr>
          <p:cNvPr id="4" name="Group 28">
            <a:extLst>
              <a:ext uri="{FF2B5EF4-FFF2-40B4-BE49-F238E27FC236}">
                <a16:creationId xmlns:a16="http://schemas.microsoft.com/office/drawing/2014/main" id="{8C919B2B-84CC-489E-AAE5-303A919B8AC9}"/>
              </a:ext>
            </a:extLst>
          </p:cNvPr>
          <p:cNvGrpSpPr>
            <a:grpSpLocks/>
          </p:cNvGrpSpPr>
          <p:nvPr/>
        </p:nvGrpSpPr>
        <p:grpSpPr bwMode="auto">
          <a:xfrm>
            <a:off x="3994150" y="504825"/>
            <a:ext cx="5005388" cy="3787775"/>
            <a:chOff x="2516" y="318"/>
            <a:chExt cx="3153" cy="2386"/>
          </a:xfrm>
        </p:grpSpPr>
        <p:grpSp>
          <p:nvGrpSpPr>
            <p:cNvPr id="91149" name="Group 15">
              <a:extLst>
                <a:ext uri="{FF2B5EF4-FFF2-40B4-BE49-F238E27FC236}">
                  <a16:creationId xmlns:a16="http://schemas.microsoft.com/office/drawing/2014/main" id="{2D45B01D-91CB-4838-91C4-A0ACC1FA9035}"/>
                </a:ext>
              </a:extLst>
            </p:cNvPr>
            <p:cNvGrpSpPr>
              <a:grpSpLocks/>
            </p:cNvGrpSpPr>
            <p:nvPr/>
          </p:nvGrpSpPr>
          <p:grpSpPr bwMode="auto">
            <a:xfrm>
              <a:off x="2562" y="346"/>
              <a:ext cx="3107" cy="2358"/>
              <a:chOff x="1640" y="5040"/>
              <a:chExt cx="4220" cy="3600"/>
            </a:xfrm>
          </p:grpSpPr>
          <p:pic>
            <p:nvPicPr>
              <p:cNvPr id="91150" name="Picture 16">
                <a:extLst>
                  <a:ext uri="{FF2B5EF4-FFF2-40B4-BE49-F238E27FC236}">
                    <a16:creationId xmlns:a16="http://schemas.microsoft.com/office/drawing/2014/main" id="{94AEEC3A-453E-4AF5-AF1B-A5E87A2A846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40" y="5040"/>
                <a:ext cx="4220" cy="29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151" name="Text Box 17">
                <a:extLst>
                  <a:ext uri="{FF2B5EF4-FFF2-40B4-BE49-F238E27FC236}">
                    <a16:creationId xmlns:a16="http://schemas.microsoft.com/office/drawing/2014/main" id="{FCD8706D-86EF-46C1-BA6D-C4B3AE47FE86}"/>
                  </a:ext>
                </a:extLst>
              </p:cNvPr>
              <p:cNvSpPr txBox="1">
                <a:spLocks noChangeArrowheads="1"/>
              </p:cNvSpPr>
              <p:nvPr/>
            </p:nvSpPr>
            <p:spPr bwMode="auto">
              <a:xfrm>
                <a:off x="3140" y="6780"/>
                <a:ext cx="720" cy="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endParaRPr lang="en-US" altLang="zh-CN" sz="900" i="1"/>
              </a:p>
              <a:p>
                <a:pPr eaLnBrk="1" hangingPunct="1"/>
                <a:endParaRPr lang="en-US" altLang="zh-CN" sz="2800" b="1"/>
              </a:p>
            </p:txBody>
          </p:sp>
        </p:grpSp>
        <p:grpSp>
          <p:nvGrpSpPr>
            <p:cNvPr id="91152" name="Group 18">
              <a:extLst>
                <a:ext uri="{FF2B5EF4-FFF2-40B4-BE49-F238E27FC236}">
                  <a16:creationId xmlns:a16="http://schemas.microsoft.com/office/drawing/2014/main" id="{F3332055-EF57-4CBA-B6C6-FE3A32498B6E}"/>
                </a:ext>
              </a:extLst>
            </p:cNvPr>
            <p:cNvGrpSpPr>
              <a:grpSpLocks/>
            </p:cNvGrpSpPr>
            <p:nvPr/>
          </p:nvGrpSpPr>
          <p:grpSpPr bwMode="auto">
            <a:xfrm>
              <a:off x="2971" y="527"/>
              <a:ext cx="2404" cy="1587"/>
              <a:chOff x="2971" y="482"/>
              <a:chExt cx="2404" cy="1587"/>
            </a:xfrm>
          </p:grpSpPr>
          <p:sp>
            <p:nvSpPr>
              <p:cNvPr id="91153" name="Line 19">
                <a:extLst>
                  <a:ext uri="{FF2B5EF4-FFF2-40B4-BE49-F238E27FC236}">
                    <a16:creationId xmlns:a16="http://schemas.microsoft.com/office/drawing/2014/main" id="{752C571A-E88A-4876-A3D2-3C8B347B1C7B}"/>
                  </a:ext>
                </a:extLst>
              </p:cNvPr>
              <p:cNvSpPr>
                <a:spLocks noChangeShapeType="1"/>
              </p:cNvSpPr>
              <p:nvPr/>
            </p:nvSpPr>
            <p:spPr bwMode="auto">
              <a:xfrm>
                <a:off x="2971" y="1525"/>
                <a:ext cx="2404"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91154" name="Group 20">
                <a:extLst>
                  <a:ext uri="{FF2B5EF4-FFF2-40B4-BE49-F238E27FC236}">
                    <a16:creationId xmlns:a16="http://schemas.microsoft.com/office/drawing/2014/main" id="{1F05C378-1D42-4C89-95B0-376C1F4F6F9E}"/>
                  </a:ext>
                </a:extLst>
              </p:cNvPr>
              <p:cNvGrpSpPr>
                <a:grpSpLocks/>
              </p:cNvGrpSpPr>
              <p:nvPr/>
            </p:nvGrpSpPr>
            <p:grpSpPr bwMode="auto">
              <a:xfrm>
                <a:off x="3470" y="482"/>
                <a:ext cx="272" cy="1587"/>
                <a:chOff x="3470" y="482"/>
                <a:chExt cx="272" cy="1587"/>
              </a:xfrm>
            </p:grpSpPr>
            <p:sp>
              <p:nvSpPr>
                <p:cNvPr id="91155" name="Line 21">
                  <a:extLst>
                    <a:ext uri="{FF2B5EF4-FFF2-40B4-BE49-F238E27FC236}">
                      <a16:creationId xmlns:a16="http://schemas.microsoft.com/office/drawing/2014/main" id="{DDE3118F-FB43-4979-ADAB-6FF866BC56E5}"/>
                    </a:ext>
                  </a:extLst>
                </p:cNvPr>
                <p:cNvSpPr>
                  <a:spLocks noChangeShapeType="1"/>
                </p:cNvSpPr>
                <p:nvPr/>
              </p:nvSpPr>
              <p:spPr bwMode="auto">
                <a:xfrm>
                  <a:off x="3515" y="482"/>
                  <a:ext cx="0" cy="1587"/>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156" name="Text Box 22">
                  <a:extLst>
                    <a:ext uri="{FF2B5EF4-FFF2-40B4-BE49-F238E27FC236}">
                      <a16:creationId xmlns:a16="http://schemas.microsoft.com/office/drawing/2014/main" id="{4B091761-7490-4A64-A8F1-1DFDCBCA588F}"/>
                    </a:ext>
                  </a:extLst>
                </p:cNvPr>
                <p:cNvSpPr txBox="1">
                  <a:spLocks noChangeArrowheads="1"/>
                </p:cNvSpPr>
                <p:nvPr/>
              </p:nvSpPr>
              <p:spPr bwMode="auto">
                <a:xfrm>
                  <a:off x="3470" y="1282"/>
                  <a:ext cx="2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i="1">
                      <a:solidFill>
                        <a:srgbClr val="FF3300"/>
                      </a:solidFill>
                    </a:rPr>
                    <a:t>P</a:t>
                  </a:r>
                </a:p>
              </p:txBody>
            </p:sp>
          </p:grpSp>
        </p:grpSp>
        <p:graphicFrame>
          <p:nvGraphicFramePr>
            <p:cNvPr id="91157" name="Object 23">
              <a:extLst>
                <a:ext uri="{FF2B5EF4-FFF2-40B4-BE49-F238E27FC236}">
                  <a16:creationId xmlns:a16="http://schemas.microsoft.com/office/drawing/2014/main" id="{59297E3B-BDF7-4AE7-9BF9-6051B87EB2A0}"/>
                </a:ext>
              </a:extLst>
            </p:cNvPr>
            <p:cNvGraphicFramePr>
              <a:graphicFrameLocks noChangeAspect="1"/>
            </p:cNvGraphicFramePr>
            <p:nvPr/>
          </p:nvGraphicFramePr>
          <p:xfrm>
            <a:off x="4241" y="318"/>
            <a:ext cx="1315" cy="345"/>
          </p:xfrm>
          <a:graphic>
            <a:graphicData uri="http://schemas.openxmlformats.org/presentationml/2006/ole">
              <mc:AlternateContent xmlns:mc="http://schemas.openxmlformats.org/markup-compatibility/2006">
                <mc:Choice xmlns:v="urn:schemas-microsoft-com:vml" Requires="v">
                  <p:oleObj spid="_x0000_s91171" name="公式" r:id="rId8" imgW="799753" imgH="203112" progId="Equation.3">
                    <p:embed/>
                  </p:oleObj>
                </mc:Choice>
                <mc:Fallback>
                  <p:oleObj name="公式" r:id="rId8" imgW="799753" imgH="203112" progId="Equation.3">
                    <p:embed/>
                    <p:pic>
                      <p:nvPicPr>
                        <p:cNvPr id="0" name="Object 2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241" y="318"/>
                          <a:ext cx="1315" cy="345"/>
                        </a:xfrm>
                        <a:prstGeom prst="rect">
                          <a:avLst/>
                        </a:prstGeom>
                        <a:solidFill>
                          <a:srgbClr val="FF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1158" name="Text Box 24">
              <a:extLst>
                <a:ext uri="{FF2B5EF4-FFF2-40B4-BE49-F238E27FC236}">
                  <a16:creationId xmlns:a16="http://schemas.microsoft.com/office/drawing/2014/main" id="{D5DF5300-281D-431F-B5B7-A1B5DA659311}"/>
                </a:ext>
              </a:extLst>
            </p:cNvPr>
            <p:cNvSpPr txBox="1">
              <a:spLocks noChangeArrowheads="1"/>
            </p:cNvSpPr>
            <p:nvPr/>
          </p:nvSpPr>
          <p:spPr bwMode="auto">
            <a:xfrm>
              <a:off x="2516" y="1389"/>
              <a:ext cx="40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i="1">
                  <a:solidFill>
                    <a:srgbClr val="FF3300"/>
                  </a:solidFill>
                </a:rPr>
                <a:t>r/a</a:t>
              </a:r>
            </a:p>
          </p:txBody>
        </p:sp>
        <p:sp>
          <p:nvSpPr>
            <p:cNvPr id="91159" name="Text Box 25">
              <a:extLst>
                <a:ext uri="{FF2B5EF4-FFF2-40B4-BE49-F238E27FC236}">
                  <a16:creationId xmlns:a16="http://schemas.microsoft.com/office/drawing/2014/main" id="{B263F46F-8A86-423A-8102-B81BC681CF88}"/>
                </a:ext>
              </a:extLst>
            </p:cNvPr>
            <p:cNvSpPr txBox="1">
              <a:spLocks noChangeArrowheads="1"/>
            </p:cNvSpPr>
            <p:nvPr/>
          </p:nvSpPr>
          <p:spPr bwMode="auto">
            <a:xfrm>
              <a:off x="3379" y="2024"/>
              <a:ext cx="40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i="1">
                  <a:solidFill>
                    <a:srgbClr val="FF3300"/>
                  </a:solidFill>
                </a:rPr>
                <a:t>d/b</a:t>
              </a:r>
            </a:p>
          </p:txBody>
        </p:sp>
      </p:grpSp>
      <p:sp>
        <p:nvSpPr>
          <p:cNvPr id="120838" name="Text Box 6">
            <a:extLst>
              <a:ext uri="{FF2B5EF4-FFF2-40B4-BE49-F238E27FC236}">
                <a16:creationId xmlns:a16="http://schemas.microsoft.com/office/drawing/2014/main" id="{6A32E400-F14C-4E0F-84A2-A08C60DACE1F}"/>
              </a:ext>
            </a:extLst>
          </p:cNvPr>
          <p:cNvSpPr txBox="1">
            <a:spLocks noChangeArrowheads="1"/>
          </p:cNvSpPr>
          <p:nvPr/>
        </p:nvSpPr>
        <p:spPr bwMode="auto">
          <a:xfrm>
            <a:off x="155575" y="2997200"/>
            <a:ext cx="3886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t>a</a:t>
            </a:r>
            <a:r>
              <a:rPr lang="en-US" altLang="zh-CN" sz="2800" b="1"/>
              <a:t> ~</a:t>
            </a:r>
            <a:r>
              <a:rPr lang="zh-CN" altLang="en-US" sz="2800" b="1">
                <a:latin typeface="宋体" panose="02010600030101010101" pitchFamily="2" charset="-122"/>
              </a:rPr>
              <a:t>捕食者掠取食饵能力</a:t>
            </a:r>
          </a:p>
        </p:txBody>
      </p:sp>
      <p:sp>
        <p:nvSpPr>
          <p:cNvPr id="120861" name="Text Box 29">
            <a:extLst>
              <a:ext uri="{FF2B5EF4-FFF2-40B4-BE49-F238E27FC236}">
                <a16:creationId xmlns:a16="http://schemas.microsoft.com/office/drawing/2014/main" id="{4DB4078E-4A87-49D5-A52F-A0DCD1A34613}"/>
              </a:ext>
            </a:extLst>
          </p:cNvPr>
          <p:cNvSpPr txBox="1">
            <a:spLocks noChangeArrowheads="1"/>
          </p:cNvSpPr>
          <p:nvPr/>
        </p:nvSpPr>
        <p:spPr bwMode="auto">
          <a:xfrm>
            <a:off x="225425" y="3789363"/>
            <a:ext cx="5616575" cy="519112"/>
          </a:xfrm>
          <a:prstGeom prst="rect">
            <a:avLst/>
          </a:prstGeom>
          <a:solidFill>
            <a:srgbClr val="99FF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latin typeface="宋体" panose="02010600030101010101" pitchFamily="2" charset="-122"/>
              </a:rPr>
              <a:t>捕食者数量与</a:t>
            </a:r>
            <a:r>
              <a:rPr lang="en-US" altLang="zh-CN" sz="2800" b="1" i="1"/>
              <a:t>r</a:t>
            </a:r>
            <a:r>
              <a:rPr lang="zh-CN" altLang="en-US" sz="2800" b="1">
                <a:latin typeface="宋体" panose="02010600030101010101" pitchFamily="2" charset="-122"/>
              </a:rPr>
              <a:t>成正比</a:t>
            </a:r>
            <a:r>
              <a:rPr lang="en-US" altLang="zh-CN" sz="2800" b="1">
                <a:latin typeface="宋体" panose="02010600030101010101" pitchFamily="2" charset="-122"/>
              </a:rPr>
              <a:t>, </a:t>
            </a:r>
            <a:r>
              <a:rPr lang="zh-CN" altLang="en-US" sz="2800" b="1">
                <a:latin typeface="宋体" panose="02010600030101010101" pitchFamily="2" charset="-122"/>
              </a:rPr>
              <a:t>与</a:t>
            </a:r>
            <a:r>
              <a:rPr lang="en-US" altLang="zh-CN" sz="2800" b="1" i="1"/>
              <a:t>a</a:t>
            </a:r>
            <a:r>
              <a:rPr lang="zh-CN" altLang="en-US" sz="2800" b="1"/>
              <a:t>成反比</a:t>
            </a:r>
          </a:p>
        </p:txBody>
      </p:sp>
      <p:sp>
        <p:nvSpPr>
          <p:cNvPr id="120862" name="Text Box 30">
            <a:extLst>
              <a:ext uri="{FF2B5EF4-FFF2-40B4-BE49-F238E27FC236}">
                <a16:creationId xmlns:a16="http://schemas.microsoft.com/office/drawing/2014/main" id="{54D63AEB-45E5-4602-A632-1DECDD69BC71}"/>
              </a:ext>
            </a:extLst>
          </p:cNvPr>
          <p:cNvSpPr txBox="1">
            <a:spLocks noChangeArrowheads="1"/>
          </p:cNvSpPr>
          <p:nvPr/>
        </p:nvSpPr>
        <p:spPr bwMode="auto">
          <a:xfrm>
            <a:off x="225425" y="5805488"/>
            <a:ext cx="5616575" cy="519112"/>
          </a:xfrm>
          <a:prstGeom prst="rect">
            <a:avLst/>
          </a:prstGeom>
          <a:solidFill>
            <a:srgbClr val="99FF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食饵</a:t>
            </a:r>
            <a:r>
              <a:rPr lang="zh-CN" altLang="en-US" sz="2800" b="1">
                <a:latin typeface="宋体" panose="02010600030101010101" pitchFamily="2" charset="-122"/>
              </a:rPr>
              <a:t>数量与</a:t>
            </a:r>
            <a:r>
              <a:rPr lang="en-US" altLang="zh-CN" sz="2800" b="1" i="1"/>
              <a:t>d</a:t>
            </a:r>
            <a:r>
              <a:rPr lang="zh-CN" altLang="en-US" sz="2800" b="1">
                <a:latin typeface="宋体" panose="02010600030101010101" pitchFamily="2" charset="-122"/>
              </a:rPr>
              <a:t>成正比</a:t>
            </a:r>
            <a:r>
              <a:rPr lang="en-US" altLang="zh-CN" sz="2800" b="1">
                <a:latin typeface="宋体" panose="02010600030101010101" pitchFamily="2" charset="-122"/>
              </a:rPr>
              <a:t>, </a:t>
            </a:r>
            <a:r>
              <a:rPr lang="zh-CN" altLang="en-US" sz="2800" b="1">
                <a:latin typeface="宋体" panose="02010600030101010101" pitchFamily="2" charset="-122"/>
              </a:rPr>
              <a:t>与</a:t>
            </a:r>
            <a:r>
              <a:rPr lang="en-US" altLang="zh-CN" sz="2800" b="1" i="1"/>
              <a:t>b</a:t>
            </a:r>
            <a:r>
              <a:rPr lang="zh-CN" altLang="en-US" sz="2800" b="1"/>
              <a:t>成反比</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in)">
                                      <p:cBhvr>
                                        <p:cTn id="7" dur="10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3"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1000" fill="hold"/>
                                        <p:tgtEl>
                                          <p:spTgt spid="2"/>
                                        </p:tgtEl>
                                        <p:attrNameLst>
                                          <p:attrName>ppt_w</p:attrName>
                                        </p:attrNameLst>
                                      </p:cBhvr>
                                      <p:tavLst>
                                        <p:tav tm="0">
                                          <p:val>
                                            <p:fltVal val="0"/>
                                          </p:val>
                                        </p:tav>
                                        <p:tav tm="100000">
                                          <p:val>
                                            <p:strVal val="#ppt_w"/>
                                          </p:val>
                                        </p:tav>
                                      </p:tavLst>
                                    </p:anim>
                                    <p:anim calcmode="lin" valueType="num">
                                      <p:cBhvr>
                                        <p:cTn id="13" dur="1000" fill="hold"/>
                                        <p:tgtEl>
                                          <p:spTgt spid="2"/>
                                        </p:tgtEl>
                                        <p:attrNameLst>
                                          <p:attrName>ppt_h</p:attrName>
                                        </p:attrNameLst>
                                      </p:cBhvr>
                                      <p:tavLst>
                                        <p:tav tm="0">
                                          <p:val>
                                            <p:fltVal val="0"/>
                                          </p:val>
                                        </p:tav>
                                        <p:tav tm="100000">
                                          <p:val>
                                            <p:strVal val="#ppt_h"/>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18" presetClass="entr" presetSubtype="6" fill="hold" grpId="0" nodeType="clickEffect">
                                  <p:stCondLst>
                                    <p:cond delay="0"/>
                                  </p:stCondLst>
                                  <p:childTnLst>
                                    <p:set>
                                      <p:cBhvr>
                                        <p:cTn id="17" dur="1" fill="hold">
                                          <p:stCondLst>
                                            <p:cond delay="0"/>
                                          </p:stCondLst>
                                        </p:cTn>
                                        <p:tgtEl>
                                          <p:spTgt spid="120837"/>
                                        </p:tgtEl>
                                        <p:attrNameLst>
                                          <p:attrName>style.visibility</p:attrName>
                                        </p:attrNameLst>
                                      </p:cBhvr>
                                      <p:to>
                                        <p:strVal val="visible"/>
                                      </p:to>
                                    </p:set>
                                    <p:animEffect transition="in" filter="strips(downRight)">
                                      <p:cBhvr>
                                        <p:cTn id="18" dur="1000"/>
                                        <p:tgtEl>
                                          <p:spTgt spid="120837"/>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5" presetClass="entr" presetSubtype="10" fill="hold" grpId="0" nodeType="clickEffect">
                                  <p:stCondLst>
                                    <p:cond delay="0"/>
                                  </p:stCondLst>
                                  <p:childTnLst>
                                    <p:set>
                                      <p:cBhvr>
                                        <p:cTn id="22" dur="1" fill="hold">
                                          <p:stCondLst>
                                            <p:cond delay="0"/>
                                          </p:stCondLst>
                                        </p:cTn>
                                        <p:tgtEl>
                                          <p:spTgt spid="120838"/>
                                        </p:tgtEl>
                                        <p:attrNameLst>
                                          <p:attrName>style.visibility</p:attrName>
                                        </p:attrNameLst>
                                      </p:cBhvr>
                                      <p:to>
                                        <p:strVal val="visible"/>
                                      </p:to>
                                    </p:set>
                                    <p:animEffect transition="in" filter="checkerboard(across)">
                                      <p:cBhvr>
                                        <p:cTn id="23" dur="1000"/>
                                        <p:tgtEl>
                                          <p:spTgt spid="120838"/>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120861"/>
                                        </p:tgtEl>
                                        <p:attrNameLst>
                                          <p:attrName>style.visibility</p:attrName>
                                        </p:attrNameLst>
                                      </p:cBhvr>
                                      <p:to>
                                        <p:strVal val="visible"/>
                                      </p:to>
                                    </p:set>
                                    <p:anim calcmode="lin" valueType="num">
                                      <p:cBhvr>
                                        <p:cTn id="28" dur="1000" fill="hold"/>
                                        <p:tgtEl>
                                          <p:spTgt spid="120861"/>
                                        </p:tgtEl>
                                        <p:attrNameLst>
                                          <p:attrName>ppt_w</p:attrName>
                                        </p:attrNameLst>
                                      </p:cBhvr>
                                      <p:tavLst>
                                        <p:tav tm="0">
                                          <p:val>
                                            <p:fltVal val="0"/>
                                          </p:val>
                                        </p:tav>
                                        <p:tav tm="100000">
                                          <p:val>
                                            <p:strVal val="#ppt_w"/>
                                          </p:val>
                                        </p:tav>
                                      </p:tavLst>
                                    </p:anim>
                                    <p:anim calcmode="lin" valueType="num">
                                      <p:cBhvr>
                                        <p:cTn id="29" dur="1000" fill="hold"/>
                                        <p:tgtEl>
                                          <p:spTgt spid="120861"/>
                                        </p:tgtEl>
                                        <p:attrNameLst>
                                          <p:attrName>ppt_h</p:attrName>
                                        </p:attrNameLst>
                                      </p:cBhvr>
                                      <p:tavLst>
                                        <p:tav tm="0">
                                          <p:val>
                                            <p:fltVal val="0"/>
                                          </p:val>
                                        </p:tav>
                                        <p:tav tm="100000">
                                          <p:val>
                                            <p:strVal val="#ppt_h"/>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23" presetClass="entr" presetSubtype="16" fill="hold" nodeType="clickEffect">
                                  <p:stCondLst>
                                    <p:cond delay="0"/>
                                  </p:stCondLst>
                                  <p:childTnLst>
                                    <p:set>
                                      <p:cBhvr>
                                        <p:cTn id="33" dur="1" fill="hold">
                                          <p:stCondLst>
                                            <p:cond delay="0"/>
                                          </p:stCondLst>
                                        </p:cTn>
                                        <p:tgtEl>
                                          <p:spTgt spid="3"/>
                                        </p:tgtEl>
                                        <p:attrNameLst>
                                          <p:attrName>style.visibility</p:attrName>
                                        </p:attrNameLst>
                                      </p:cBhvr>
                                      <p:to>
                                        <p:strVal val="visible"/>
                                      </p:to>
                                    </p:set>
                                    <p:anim calcmode="lin" valueType="num">
                                      <p:cBhvr>
                                        <p:cTn id="34" dur="1000" fill="hold"/>
                                        <p:tgtEl>
                                          <p:spTgt spid="3"/>
                                        </p:tgtEl>
                                        <p:attrNameLst>
                                          <p:attrName>ppt_w</p:attrName>
                                        </p:attrNameLst>
                                      </p:cBhvr>
                                      <p:tavLst>
                                        <p:tav tm="0">
                                          <p:val>
                                            <p:fltVal val="0"/>
                                          </p:val>
                                        </p:tav>
                                        <p:tav tm="100000">
                                          <p:val>
                                            <p:strVal val="#ppt_w"/>
                                          </p:val>
                                        </p:tav>
                                      </p:tavLst>
                                    </p:anim>
                                    <p:anim calcmode="lin" valueType="num">
                                      <p:cBhvr>
                                        <p:cTn id="35" dur="1000" fill="hold"/>
                                        <p:tgtEl>
                                          <p:spTgt spid="3"/>
                                        </p:tgtEl>
                                        <p:attrNameLst>
                                          <p:attrName>ppt_h</p:attrName>
                                        </p:attrNameLst>
                                      </p:cBhvr>
                                      <p:tavLst>
                                        <p:tav tm="0">
                                          <p:val>
                                            <p:fltVal val="0"/>
                                          </p:val>
                                        </p:tav>
                                        <p:tav tm="100000">
                                          <p:val>
                                            <p:strVal val="#ppt_h"/>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5" presetClass="entr" presetSubtype="10" fill="hold" grpId="0" nodeType="clickEffect">
                                  <p:stCondLst>
                                    <p:cond delay="0"/>
                                  </p:stCondLst>
                                  <p:childTnLst>
                                    <p:set>
                                      <p:cBhvr>
                                        <p:cTn id="39" dur="1" fill="hold">
                                          <p:stCondLst>
                                            <p:cond delay="0"/>
                                          </p:stCondLst>
                                        </p:cTn>
                                        <p:tgtEl>
                                          <p:spTgt spid="120839"/>
                                        </p:tgtEl>
                                        <p:attrNameLst>
                                          <p:attrName>style.visibility</p:attrName>
                                        </p:attrNameLst>
                                      </p:cBhvr>
                                      <p:to>
                                        <p:strVal val="visible"/>
                                      </p:to>
                                    </p:set>
                                    <p:animEffect transition="in" filter="checkerboard(across)">
                                      <p:cBhvr>
                                        <p:cTn id="40" dur="1000"/>
                                        <p:tgtEl>
                                          <p:spTgt spid="120839"/>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5" presetClass="entr" presetSubtype="10" fill="hold" grpId="0" nodeType="clickEffect">
                                  <p:stCondLst>
                                    <p:cond delay="0"/>
                                  </p:stCondLst>
                                  <p:childTnLst>
                                    <p:set>
                                      <p:cBhvr>
                                        <p:cTn id="44" dur="1" fill="hold">
                                          <p:stCondLst>
                                            <p:cond delay="0"/>
                                          </p:stCondLst>
                                        </p:cTn>
                                        <p:tgtEl>
                                          <p:spTgt spid="120840"/>
                                        </p:tgtEl>
                                        <p:attrNameLst>
                                          <p:attrName>style.visibility</p:attrName>
                                        </p:attrNameLst>
                                      </p:cBhvr>
                                      <p:to>
                                        <p:strVal val="visible"/>
                                      </p:to>
                                    </p:set>
                                    <p:animEffect transition="in" filter="checkerboard(across)">
                                      <p:cBhvr>
                                        <p:cTn id="45" dur="1000"/>
                                        <p:tgtEl>
                                          <p:spTgt spid="120840"/>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3" presetClass="entr" presetSubtype="16" fill="hold" grpId="0" nodeType="clickEffect">
                                  <p:stCondLst>
                                    <p:cond delay="0"/>
                                  </p:stCondLst>
                                  <p:childTnLst>
                                    <p:set>
                                      <p:cBhvr>
                                        <p:cTn id="49" dur="1" fill="hold">
                                          <p:stCondLst>
                                            <p:cond delay="0"/>
                                          </p:stCondLst>
                                        </p:cTn>
                                        <p:tgtEl>
                                          <p:spTgt spid="120862"/>
                                        </p:tgtEl>
                                        <p:attrNameLst>
                                          <p:attrName>style.visibility</p:attrName>
                                        </p:attrNameLst>
                                      </p:cBhvr>
                                      <p:to>
                                        <p:strVal val="visible"/>
                                      </p:to>
                                    </p:set>
                                    <p:anim calcmode="lin" valueType="num">
                                      <p:cBhvr>
                                        <p:cTn id="50" dur="1000" fill="hold"/>
                                        <p:tgtEl>
                                          <p:spTgt spid="120862"/>
                                        </p:tgtEl>
                                        <p:attrNameLst>
                                          <p:attrName>ppt_w</p:attrName>
                                        </p:attrNameLst>
                                      </p:cBhvr>
                                      <p:tavLst>
                                        <p:tav tm="0">
                                          <p:val>
                                            <p:fltVal val="0"/>
                                          </p:val>
                                        </p:tav>
                                        <p:tav tm="100000">
                                          <p:val>
                                            <p:strVal val="#ppt_w"/>
                                          </p:val>
                                        </p:tav>
                                      </p:tavLst>
                                    </p:anim>
                                    <p:anim calcmode="lin" valueType="num">
                                      <p:cBhvr>
                                        <p:cTn id="51" dur="1000" fill="hold"/>
                                        <p:tgtEl>
                                          <p:spTgt spid="12086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37" grpId="0" animBg="1"/>
      <p:bldP spid="120839" grpId="0" animBg="1"/>
      <p:bldP spid="120840" grpId="0" animBg="1"/>
      <p:bldP spid="120838" grpId="0" animBg="1"/>
      <p:bldP spid="120861" grpId="0" animBg="1"/>
      <p:bldP spid="120862"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Text Box 2">
            <a:extLst>
              <a:ext uri="{FF2B5EF4-FFF2-40B4-BE49-F238E27FC236}">
                <a16:creationId xmlns:a16="http://schemas.microsoft.com/office/drawing/2014/main" id="{27837137-4864-4DE6-869D-E34528655E36}"/>
              </a:ext>
            </a:extLst>
          </p:cNvPr>
          <p:cNvSpPr txBox="1">
            <a:spLocks noChangeArrowheads="1"/>
          </p:cNvSpPr>
          <p:nvPr/>
        </p:nvSpPr>
        <p:spPr bwMode="auto">
          <a:xfrm>
            <a:off x="179388" y="381000"/>
            <a:ext cx="1044575" cy="106680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3200" b="1">
                <a:latin typeface="楷体_GB2312" pitchFamily="49" charset="-122"/>
                <a:ea typeface="楷体_GB2312" pitchFamily="49" charset="-122"/>
              </a:rPr>
              <a:t>模型解释</a:t>
            </a:r>
          </a:p>
        </p:txBody>
      </p:sp>
      <p:sp>
        <p:nvSpPr>
          <p:cNvPr id="91140" name="Text Box 4">
            <a:extLst>
              <a:ext uri="{FF2B5EF4-FFF2-40B4-BE49-F238E27FC236}">
                <a16:creationId xmlns:a16="http://schemas.microsoft.com/office/drawing/2014/main" id="{0EA6E2B6-55A9-4415-9B98-8701E0751253}"/>
              </a:ext>
            </a:extLst>
          </p:cNvPr>
          <p:cNvSpPr txBox="1">
            <a:spLocks noChangeArrowheads="1"/>
          </p:cNvSpPr>
          <p:nvPr/>
        </p:nvSpPr>
        <p:spPr bwMode="auto">
          <a:xfrm>
            <a:off x="1390650" y="406400"/>
            <a:ext cx="6781800"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zh-CN" altLang="en-US" sz="2800" b="1"/>
              <a:t>一次大战期间地中海渔业的捕捞量下降，但是其中</a:t>
            </a:r>
            <a:r>
              <a:rPr lang="zh-CN" altLang="en-US" sz="2800" b="1">
                <a:latin typeface="宋体" panose="02010600030101010101" pitchFamily="2" charset="-122"/>
              </a:rPr>
              <a:t>鲨鱼的比例却在增加，为什么？</a:t>
            </a:r>
          </a:p>
        </p:txBody>
      </p:sp>
      <p:sp>
        <p:nvSpPr>
          <p:cNvPr id="91141" name="Text Box 5">
            <a:extLst>
              <a:ext uri="{FF2B5EF4-FFF2-40B4-BE49-F238E27FC236}">
                <a16:creationId xmlns:a16="http://schemas.microsoft.com/office/drawing/2014/main" id="{D3F864C9-5CA4-47C9-A21D-A322B0B7F860}"/>
              </a:ext>
            </a:extLst>
          </p:cNvPr>
          <p:cNvSpPr txBox="1">
            <a:spLocks noChangeArrowheads="1"/>
          </p:cNvSpPr>
          <p:nvPr/>
        </p:nvSpPr>
        <p:spPr bwMode="auto">
          <a:xfrm>
            <a:off x="1619250" y="2205038"/>
            <a:ext cx="2667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t>r</a:t>
            </a:r>
            <a:r>
              <a:rPr lang="en-US" altLang="zh-CN" sz="2800" b="1">
                <a:sym typeface="Symbol" panose="05050102010706020507" pitchFamily="18" charset="2"/>
              </a:rPr>
              <a:t></a:t>
            </a:r>
            <a:r>
              <a:rPr lang="en-US" altLang="zh-CN" sz="2800" b="1" i="1">
                <a:sym typeface="Symbol" panose="05050102010706020507" pitchFamily="18" charset="2"/>
              </a:rPr>
              <a:t>r-</a:t>
            </a:r>
            <a:r>
              <a:rPr lang="en-US" altLang="zh-CN" sz="2800" b="1" baseline="-25000">
                <a:sym typeface="Symbol" panose="05050102010706020507" pitchFamily="18" charset="2"/>
              </a:rPr>
              <a:t>1</a:t>
            </a:r>
            <a:r>
              <a:rPr lang="en-US" altLang="zh-CN" sz="2800" b="1">
                <a:sym typeface="Symbol" panose="05050102010706020507" pitchFamily="18" charset="2"/>
              </a:rPr>
              <a:t>, </a:t>
            </a:r>
            <a:r>
              <a:rPr lang="en-US" altLang="zh-CN" sz="2800" b="1" i="1">
                <a:sym typeface="Symbol" panose="05050102010706020507" pitchFamily="18" charset="2"/>
              </a:rPr>
              <a:t>d</a:t>
            </a:r>
            <a:r>
              <a:rPr lang="en-US" altLang="zh-CN" sz="2800" b="1">
                <a:sym typeface="Symbol" panose="05050102010706020507" pitchFamily="18" charset="2"/>
              </a:rPr>
              <a:t></a:t>
            </a:r>
            <a:r>
              <a:rPr lang="en-US" altLang="zh-CN" sz="2800" b="1" i="1">
                <a:sym typeface="Symbol" panose="05050102010706020507" pitchFamily="18" charset="2"/>
              </a:rPr>
              <a:t>d+</a:t>
            </a:r>
            <a:r>
              <a:rPr lang="en-US" altLang="zh-CN" sz="2800" b="1" baseline="-25000">
                <a:sym typeface="Symbol" panose="05050102010706020507" pitchFamily="18" charset="2"/>
              </a:rPr>
              <a:t>1</a:t>
            </a:r>
          </a:p>
        </p:txBody>
      </p:sp>
      <p:sp>
        <p:nvSpPr>
          <p:cNvPr id="91144" name="Text Box 8">
            <a:extLst>
              <a:ext uri="{FF2B5EF4-FFF2-40B4-BE49-F238E27FC236}">
                <a16:creationId xmlns:a16="http://schemas.microsoft.com/office/drawing/2014/main" id="{67645EAA-0991-4CBA-BFC5-7CA0108FF2D6}"/>
              </a:ext>
            </a:extLst>
          </p:cNvPr>
          <p:cNvSpPr txBox="1">
            <a:spLocks noChangeArrowheads="1"/>
          </p:cNvSpPr>
          <p:nvPr/>
        </p:nvSpPr>
        <p:spPr bwMode="auto">
          <a:xfrm>
            <a:off x="323850" y="2205038"/>
            <a:ext cx="914400" cy="519112"/>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捕捞</a:t>
            </a:r>
          </a:p>
        </p:txBody>
      </p:sp>
      <p:sp>
        <p:nvSpPr>
          <p:cNvPr id="91145" name="Text Box 9">
            <a:extLst>
              <a:ext uri="{FF2B5EF4-FFF2-40B4-BE49-F238E27FC236}">
                <a16:creationId xmlns:a16="http://schemas.microsoft.com/office/drawing/2014/main" id="{8F82ACF4-6285-4A05-A799-EDF1DF682FF3}"/>
              </a:ext>
            </a:extLst>
          </p:cNvPr>
          <p:cNvSpPr txBox="1">
            <a:spLocks noChangeArrowheads="1"/>
          </p:cNvSpPr>
          <p:nvPr/>
        </p:nvSpPr>
        <p:spPr bwMode="auto">
          <a:xfrm>
            <a:off x="323850" y="3429000"/>
            <a:ext cx="914400" cy="94615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战时捕捞</a:t>
            </a:r>
          </a:p>
        </p:txBody>
      </p:sp>
      <p:sp>
        <p:nvSpPr>
          <p:cNvPr id="91146" name="Text Box 10">
            <a:extLst>
              <a:ext uri="{FF2B5EF4-FFF2-40B4-BE49-F238E27FC236}">
                <a16:creationId xmlns:a16="http://schemas.microsoft.com/office/drawing/2014/main" id="{C6BD52B7-514B-416D-9246-C88CFFDDEC2B}"/>
              </a:ext>
            </a:extLst>
          </p:cNvPr>
          <p:cNvSpPr txBox="1">
            <a:spLocks noChangeArrowheads="1"/>
          </p:cNvSpPr>
          <p:nvPr/>
        </p:nvSpPr>
        <p:spPr bwMode="auto">
          <a:xfrm>
            <a:off x="1600200" y="3644900"/>
            <a:ext cx="3810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t>r</a:t>
            </a:r>
            <a:r>
              <a:rPr lang="en-US" altLang="zh-CN" sz="2800" b="1">
                <a:sym typeface="Symbol" panose="05050102010706020507" pitchFamily="18" charset="2"/>
              </a:rPr>
              <a:t></a:t>
            </a:r>
            <a:r>
              <a:rPr lang="en-US" altLang="zh-CN" sz="2800" b="1" i="1">
                <a:sym typeface="Symbol" panose="05050102010706020507" pitchFamily="18" charset="2"/>
              </a:rPr>
              <a:t>r-</a:t>
            </a:r>
            <a:r>
              <a:rPr lang="en-US" altLang="zh-CN" sz="2800" b="1" baseline="-25000">
                <a:sym typeface="Symbol" panose="05050102010706020507" pitchFamily="18" charset="2"/>
              </a:rPr>
              <a:t>2</a:t>
            </a:r>
            <a:r>
              <a:rPr lang="en-US" altLang="zh-CN" sz="2800" b="1">
                <a:sym typeface="Symbol" panose="05050102010706020507" pitchFamily="18" charset="2"/>
              </a:rPr>
              <a:t>, </a:t>
            </a:r>
            <a:r>
              <a:rPr lang="en-US" altLang="zh-CN" sz="2800" b="1" i="1">
                <a:sym typeface="Symbol" panose="05050102010706020507" pitchFamily="18" charset="2"/>
              </a:rPr>
              <a:t>d</a:t>
            </a:r>
            <a:r>
              <a:rPr lang="en-US" altLang="zh-CN" sz="2800" b="1">
                <a:sym typeface="Symbol" panose="05050102010706020507" pitchFamily="18" charset="2"/>
              </a:rPr>
              <a:t></a:t>
            </a:r>
            <a:r>
              <a:rPr lang="en-US" altLang="zh-CN" sz="2800" b="1" i="1">
                <a:sym typeface="Symbol" panose="05050102010706020507" pitchFamily="18" charset="2"/>
              </a:rPr>
              <a:t>d+</a:t>
            </a:r>
            <a:r>
              <a:rPr lang="en-US" altLang="zh-CN" sz="2800" b="1" baseline="-25000">
                <a:sym typeface="Symbol" panose="05050102010706020507" pitchFamily="18" charset="2"/>
              </a:rPr>
              <a:t>2</a:t>
            </a:r>
            <a:r>
              <a:rPr lang="en-US" altLang="zh-CN" sz="2800" b="1" i="1">
                <a:sym typeface="Symbol" panose="05050102010706020507" pitchFamily="18" charset="2"/>
              </a:rPr>
              <a:t> , </a:t>
            </a:r>
            <a:r>
              <a:rPr lang="en-US" altLang="zh-CN" sz="2800" b="1" baseline="-25000">
                <a:sym typeface="Symbol" panose="05050102010706020507" pitchFamily="18" charset="2"/>
              </a:rPr>
              <a:t>2</a:t>
            </a:r>
            <a:r>
              <a:rPr lang="en-US" altLang="zh-CN" sz="2800" b="1" i="1">
                <a:sym typeface="Symbol" panose="05050102010706020507" pitchFamily="18" charset="2"/>
              </a:rPr>
              <a:t> &lt; </a:t>
            </a:r>
            <a:r>
              <a:rPr lang="en-US" altLang="zh-CN" sz="2800" b="1" baseline="-25000">
                <a:sym typeface="Symbol" panose="05050102010706020507" pitchFamily="18" charset="2"/>
              </a:rPr>
              <a:t>1</a:t>
            </a:r>
          </a:p>
        </p:txBody>
      </p:sp>
      <p:grpSp>
        <p:nvGrpSpPr>
          <p:cNvPr id="2" name="Group 55">
            <a:extLst>
              <a:ext uri="{FF2B5EF4-FFF2-40B4-BE49-F238E27FC236}">
                <a16:creationId xmlns:a16="http://schemas.microsoft.com/office/drawing/2014/main" id="{74A10346-7863-491E-BF81-CA0139BB00B2}"/>
              </a:ext>
            </a:extLst>
          </p:cNvPr>
          <p:cNvGrpSpPr>
            <a:grpSpLocks/>
          </p:cNvGrpSpPr>
          <p:nvPr/>
        </p:nvGrpSpPr>
        <p:grpSpPr bwMode="auto">
          <a:xfrm>
            <a:off x="1258888" y="2852738"/>
            <a:ext cx="2952750" cy="504825"/>
            <a:chOff x="793" y="1797"/>
            <a:chExt cx="1860" cy="318"/>
          </a:xfrm>
        </p:grpSpPr>
        <p:graphicFrame>
          <p:nvGraphicFramePr>
            <p:cNvPr id="92169" name="Object 7">
              <a:extLst>
                <a:ext uri="{FF2B5EF4-FFF2-40B4-BE49-F238E27FC236}">
                  <a16:creationId xmlns:a16="http://schemas.microsoft.com/office/drawing/2014/main" id="{2D2362C8-12CF-4E0B-9886-DAC5E07A4F4D}"/>
                </a:ext>
              </a:extLst>
            </p:cNvPr>
            <p:cNvGraphicFramePr>
              <a:graphicFrameLocks noChangeAspect="1"/>
            </p:cNvGraphicFramePr>
            <p:nvPr/>
          </p:nvGraphicFramePr>
          <p:xfrm>
            <a:off x="1020" y="1797"/>
            <a:ext cx="1633" cy="318"/>
          </p:xfrm>
          <a:graphic>
            <a:graphicData uri="http://schemas.openxmlformats.org/presentationml/2006/ole">
              <mc:AlternateContent xmlns:mc="http://schemas.openxmlformats.org/markup-compatibility/2006">
                <mc:Choice xmlns:v="urn:schemas-microsoft-com:vml" Requires="v">
                  <p:oleObj spid="_x0000_s92228" name="公式" r:id="rId3" imgW="1028254" imgH="253890" progId="Equation.3">
                    <p:embed/>
                  </p:oleObj>
                </mc:Choice>
                <mc:Fallback>
                  <p:oleObj name="公式" r:id="rId3" imgW="1028254" imgH="25389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0" y="1797"/>
                          <a:ext cx="1633" cy="318"/>
                        </a:xfrm>
                        <a:prstGeom prst="rect">
                          <a:avLst/>
                        </a:prstGeom>
                        <a:noFill/>
                        <a:ln>
                          <a:noFill/>
                        </a:ln>
                        <a:effectLst/>
                        <a:extLst>
                          <a:ext uri="{909E8E84-426E-40DD-AFC4-6F175D3DCCD1}">
                            <a14:hiddenFill xmlns:a14="http://schemas.microsoft.com/office/drawing/2010/main">
                              <a:solidFill>
                                <a:srgbClr val="99FF66"/>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170" name="AutoShape 12">
              <a:extLst>
                <a:ext uri="{FF2B5EF4-FFF2-40B4-BE49-F238E27FC236}">
                  <a16:creationId xmlns:a16="http://schemas.microsoft.com/office/drawing/2014/main" id="{18DBFB9A-3FFF-4E69-A26D-557F841C80A9}"/>
                </a:ext>
              </a:extLst>
            </p:cNvPr>
            <p:cNvSpPr>
              <a:spLocks noChangeArrowheads="1"/>
            </p:cNvSpPr>
            <p:nvPr/>
          </p:nvSpPr>
          <p:spPr bwMode="auto">
            <a:xfrm rot="-5400000">
              <a:off x="686" y="1904"/>
              <a:ext cx="306" cy="91"/>
            </a:xfrm>
            <a:prstGeom prst="downArrow">
              <a:avLst>
                <a:gd name="adj1" fmla="val 50000"/>
                <a:gd name="adj2" fmla="val 25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3" name="Group 47">
            <a:extLst>
              <a:ext uri="{FF2B5EF4-FFF2-40B4-BE49-F238E27FC236}">
                <a16:creationId xmlns:a16="http://schemas.microsoft.com/office/drawing/2014/main" id="{9F87B142-8182-4B85-BB2D-70E189A9EA21}"/>
              </a:ext>
            </a:extLst>
          </p:cNvPr>
          <p:cNvGrpSpPr>
            <a:grpSpLocks/>
          </p:cNvGrpSpPr>
          <p:nvPr/>
        </p:nvGrpSpPr>
        <p:grpSpPr bwMode="auto">
          <a:xfrm>
            <a:off x="8020050" y="2963863"/>
            <a:ext cx="1143000" cy="847725"/>
            <a:chOff x="4800" y="1962"/>
            <a:chExt cx="720" cy="534"/>
          </a:xfrm>
        </p:grpSpPr>
        <p:grpSp>
          <p:nvGrpSpPr>
            <p:cNvPr id="92172" name="Group 26">
              <a:extLst>
                <a:ext uri="{FF2B5EF4-FFF2-40B4-BE49-F238E27FC236}">
                  <a16:creationId xmlns:a16="http://schemas.microsoft.com/office/drawing/2014/main" id="{FBCFDC21-BAEE-431E-940E-574A2CD0091A}"/>
                </a:ext>
              </a:extLst>
            </p:cNvPr>
            <p:cNvGrpSpPr>
              <a:grpSpLocks/>
            </p:cNvGrpSpPr>
            <p:nvPr/>
          </p:nvGrpSpPr>
          <p:grpSpPr bwMode="auto">
            <a:xfrm>
              <a:off x="4800" y="2131"/>
              <a:ext cx="336" cy="365"/>
              <a:chOff x="4032" y="1776"/>
              <a:chExt cx="336" cy="365"/>
            </a:xfrm>
          </p:grpSpPr>
          <p:sp>
            <p:nvSpPr>
              <p:cNvPr id="92173" name="Oval 27">
                <a:extLst>
                  <a:ext uri="{FF2B5EF4-FFF2-40B4-BE49-F238E27FC236}">
                    <a16:creationId xmlns:a16="http://schemas.microsoft.com/office/drawing/2014/main" id="{AC80207C-9C06-40E7-9B80-CE7197788189}"/>
                  </a:ext>
                </a:extLst>
              </p:cNvPr>
              <p:cNvSpPr>
                <a:spLocks noChangeArrowheads="1"/>
              </p:cNvSpPr>
              <p:nvPr/>
            </p:nvSpPr>
            <p:spPr bwMode="auto">
              <a:xfrm>
                <a:off x="4032" y="1872"/>
                <a:ext cx="336" cy="1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92174" name="Text Box 28">
                <a:extLst>
                  <a:ext uri="{FF2B5EF4-FFF2-40B4-BE49-F238E27FC236}">
                    <a16:creationId xmlns:a16="http://schemas.microsoft.com/office/drawing/2014/main" id="{A1F7008C-818A-4291-83D9-943B7C122D16}"/>
                  </a:ext>
                </a:extLst>
              </p:cNvPr>
              <p:cNvSpPr txBox="1">
                <a:spLocks noChangeArrowheads="1"/>
              </p:cNvSpPr>
              <p:nvPr/>
            </p:nvSpPr>
            <p:spPr bwMode="auto">
              <a:xfrm>
                <a:off x="4080" y="1776"/>
                <a:ext cx="19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b="1"/>
                  <a:t>•</a:t>
                </a:r>
              </a:p>
            </p:txBody>
          </p:sp>
        </p:grpSp>
        <p:graphicFrame>
          <p:nvGraphicFramePr>
            <p:cNvPr id="92175" name="Object 30">
              <a:extLst>
                <a:ext uri="{FF2B5EF4-FFF2-40B4-BE49-F238E27FC236}">
                  <a16:creationId xmlns:a16="http://schemas.microsoft.com/office/drawing/2014/main" id="{A5BEF28A-3C5D-4F91-85BC-6CB62BCC8795}"/>
                </a:ext>
              </a:extLst>
            </p:cNvPr>
            <p:cNvGraphicFramePr>
              <a:graphicFrameLocks noChangeAspect="1"/>
            </p:cNvGraphicFramePr>
            <p:nvPr/>
          </p:nvGraphicFramePr>
          <p:xfrm>
            <a:off x="4891" y="1962"/>
            <a:ext cx="629" cy="265"/>
          </p:xfrm>
          <a:graphic>
            <a:graphicData uri="http://schemas.openxmlformats.org/presentationml/2006/ole">
              <mc:AlternateContent xmlns:mc="http://schemas.openxmlformats.org/markup-compatibility/2006">
                <mc:Choice xmlns:v="urn:schemas-microsoft-com:vml" Requires="v">
                  <p:oleObj spid="_x0000_s92229" name="公式" r:id="rId5" imgW="698197" imgH="253890" progId="Equation.3">
                    <p:embed/>
                  </p:oleObj>
                </mc:Choice>
                <mc:Fallback>
                  <p:oleObj name="公式" r:id="rId5" imgW="698197" imgH="253890" progId="Equation.3">
                    <p:embed/>
                    <p:pic>
                      <p:nvPicPr>
                        <p:cNvPr id="0" name="Object 3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91" y="1962"/>
                          <a:ext cx="629" cy="2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5" name="Group 46">
            <a:extLst>
              <a:ext uri="{FF2B5EF4-FFF2-40B4-BE49-F238E27FC236}">
                <a16:creationId xmlns:a16="http://schemas.microsoft.com/office/drawing/2014/main" id="{59E34980-A969-423F-86D1-75E197DAC61E}"/>
              </a:ext>
            </a:extLst>
          </p:cNvPr>
          <p:cNvGrpSpPr>
            <a:grpSpLocks/>
          </p:cNvGrpSpPr>
          <p:nvPr/>
        </p:nvGrpSpPr>
        <p:grpSpPr bwMode="auto">
          <a:xfrm>
            <a:off x="6496050" y="2781300"/>
            <a:ext cx="1270000" cy="792163"/>
            <a:chOff x="2784" y="1680"/>
            <a:chExt cx="800" cy="499"/>
          </a:xfrm>
        </p:grpSpPr>
        <p:grpSp>
          <p:nvGrpSpPr>
            <p:cNvPr id="92177" name="Group 23">
              <a:extLst>
                <a:ext uri="{FF2B5EF4-FFF2-40B4-BE49-F238E27FC236}">
                  <a16:creationId xmlns:a16="http://schemas.microsoft.com/office/drawing/2014/main" id="{3BD455DA-024D-4E2E-BF53-58F7CE78C824}"/>
                </a:ext>
              </a:extLst>
            </p:cNvPr>
            <p:cNvGrpSpPr>
              <a:grpSpLocks/>
            </p:cNvGrpSpPr>
            <p:nvPr/>
          </p:nvGrpSpPr>
          <p:grpSpPr bwMode="auto">
            <a:xfrm>
              <a:off x="3248" y="1680"/>
              <a:ext cx="336" cy="365"/>
              <a:chOff x="4032" y="1776"/>
              <a:chExt cx="336" cy="365"/>
            </a:xfrm>
          </p:grpSpPr>
          <p:sp>
            <p:nvSpPr>
              <p:cNvPr id="92178" name="Oval 24">
                <a:extLst>
                  <a:ext uri="{FF2B5EF4-FFF2-40B4-BE49-F238E27FC236}">
                    <a16:creationId xmlns:a16="http://schemas.microsoft.com/office/drawing/2014/main" id="{9281A703-326A-4B86-8ED6-ED06E9A4385F}"/>
                  </a:ext>
                </a:extLst>
              </p:cNvPr>
              <p:cNvSpPr>
                <a:spLocks noChangeArrowheads="1"/>
              </p:cNvSpPr>
              <p:nvPr/>
            </p:nvSpPr>
            <p:spPr bwMode="auto">
              <a:xfrm>
                <a:off x="4032" y="1872"/>
                <a:ext cx="336" cy="1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92179" name="Text Box 25">
                <a:extLst>
                  <a:ext uri="{FF2B5EF4-FFF2-40B4-BE49-F238E27FC236}">
                    <a16:creationId xmlns:a16="http://schemas.microsoft.com/office/drawing/2014/main" id="{93ABC5D7-CA7F-44C6-B708-0DE4930848BB}"/>
                  </a:ext>
                </a:extLst>
              </p:cNvPr>
              <p:cNvSpPr txBox="1">
                <a:spLocks noChangeArrowheads="1"/>
              </p:cNvSpPr>
              <p:nvPr/>
            </p:nvSpPr>
            <p:spPr bwMode="auto">
              <a:xfrm>
                <a:off x="4080" y="1776"/>
                <a:ext cx="19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b="1"/>
                  <a:t>•</a:t>
                </a:r>
              </a:p>
            </p:txBody>
          </p:sp>
        </p:grpSp>
        <p:graphicFrame>
          <p:nvGraphicFramePr>
            <p:cNvPr id="92180" name="Object 31">
              <a:extLst>
                <a:ext uri="{FF2B5EF4-FFF2-40B4-BE49-F238E27FC236}">
                  <a16:creationId xmlns:a16="http://schemas.microsoft.com/office/drawing/2014/main" id="{340089BA-1527-4800-B2C7-1764525DF003}"/>
                </a:ext>
              </a:extLst>
            </p:cNvPr>
            <p:cNvGraphicFramePr>
              <a:graphicFrameLocks noChangeAspect="1"/>
            </p:cNvGraphicFramePr>
            <p:nvPr/>
          </p:nvGraphicFramePr>
          <p:xfrm>
            <a:off x="2784" y="1910"/>
            <a:ext cx="672" cy="269"/>
          </p:xfrm>
          <a:graphic>
            <a:graphicData uri="http://schemas.openxmlformats.org/presentationml/2006/ole">
              <mc:AlternateContent xmlns:mc="http://schemas.openxmlformats.org/markup-compatibility/2006">
                <mc:Choice xmlns:v="urn:schemas-microsoft-com:vml" Requires="v">
                  <p:oleObj spid="_x0000_s92230" name="公式" r:id="rId7" imgW="748975" imgH="253890" progId="Equation.3">
                    <p:embed/>
                  </p:oleObj>
                </mc:Choice>
                <mc:Fallback>
                  <p:oleObj name="公式" r:id="rId7" imgW="748975" imgH="253890" progId="Equation.3">
                    <p:embed/>
                    <p:pic>
                      <p:nvPicPr>
                        <p:cNvPr id="0" name="Object 3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84" y="1910"/>
                          <a:ext cx="672" cy="26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91173" name="Text Box 37">
            <a:extLst>
              <a:ext uri="{FF2B5EF4-FFF2-40B4-BE49-F238E27FC236}">
                <a16:creationId xmlns:a16="http://schemas.microsoft.com/office/drawing/2014/main" id="{F1AE3706-58B7-43B9-84A7-86339405CAC6}"/>
              </a:ext>
            </a:extLst>
          </p:cNvPr>
          <p:cNvSpPr txBox="1">
            <a:spLocks noChangeArrowheads="1"/>
          </p:cNvSpPr>
          <p:nvPr/>
        </p:nvSpPr>
        <p:spPr bwMode="auto">
          <a:xfrm>
            <a:off x="5840413" y="4221163"/>
            <a:ext cx="3124200" cy="1031875"/>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20000"/>
              </a:spcBef>
            </a:pPr>
            <a:r>
              <a:rPr lang="zh-CN" altLang="en-US" sz="2800" b="1">
                <a:latin typeface="宋体" panose="02010600030101010101" pitchFamily="2" charset="-122"/>
              </a:rPr>
              <a:t>食饵</a:t>
            </a:r>
            <a:r>
              <a:rPr lang="en-US" altLang="zh-CN" sz="2800" b="1">
                <a:latin typeface="宋体" panose="02010600030101010101" pitchFamily="2" charset="-122"/>
              </a:rPr>
              <a:t>(</a:t>
            </a:r>
            <a:r>
              <a:rPr lang="zh-CN" altLang="en-US" sz="2800" b="1">
                <a:latin typeface="宋体" panose="02010600030101010101" pitchFamily="2" charset="-122"/>
              </a:rPr>
              <a:t>鱼</a:t>
            </a:r>
            <a:r>
              <a:rPr lang="en-US" altLang="zh-CN" sz="2800" b="1">
                <a:latin typeface="宋体" panose="02010600030101010101" pitchFamily="2" charset="-122"/>
              </a:rPr>
              <a:t>)</a:t>
            </a:r>
            <a:r>
              <a:rPr lang="zh-CN" altLang="en-US" sz="2800" b="1"/>
              <a:t>减少，</a:t>
            </a:r>
          </a:p>
          <a:p>
            <a:pPr eaLnBrk="1" hangingPunct="1">
              <a:spcBef>
                <a:spcPct val="20000"/>
              </a:spcBef>
            </a:pPr>
            <a:r>
              <a:rPr lang="zh-CN" altLang="en-US" sz="2800" b="1">
                <a:latin typeface="宋体" panose="02010600030101010101" pitchFamily="2" charset="-122"/>
              </a:rPr>
              <a:t>捕食者</a:t>
            </a:r>
            <a:r>
              <a:rPr lang="en-US" altLang="zh-CN" sz="2800" b="1">
                <a:latin typeface="宋体" panose="02010600030101010101" pitchFamily="2" charset="-122"/>
              </a:rPr>
              <a:t>(</a:t>
            </a:r>
            <a:r>
              <a:rPr lang="zh-CN" altLang="en-US" sz="2800" b="1">
                <a:latin typeface="宋体" panose="02010600030101010101" pitchFamily="2" charset="-122"/>
              </a:rPr>
              <a:t>鲨鱼</a:t>
            </a:r>
            <a:r>
              <a:rPr lang="en-US" altLang="zh-CN" sz="2800" b="1">
                <a:latin typeface="宋体" panose="02010600030101010101" pitchFamily="2" charset="-122"/>
              </a:rPr>
              <a:t>)</a:t>
            </a:r>
            <a:r>
              <a:rPr lang="zh-CN" altLang="en-US" sz="2800" b="1"/>
              <a:t>增加</a:t>
            </a:r>
          </a:p>
        </p:txBody>
      </p:sp>
      <p:sp>
        <p:nvSpPr>
          <p:cNvPr id="91185" name="Text Box 49">
            <a:extLst>
              <a:ext uri="{FF2B5EF4-FFF2-40B4-BE49-F238E27FC236}">
                <a16:creationId xmlns:a16="http://schemas.microsoft.com/office/drawing/2014/main" id="{36370436-E9A6-4CB8-B5F0-D24E6313069C}"/>
              </a:ext>
            </a:extLst>
          </p:cNvPr>
          <p:cNvSpPr txBox="1">
            <a:spLocks noChangeArrowheads="1"/>
          </p:cNvSpPr>
          <p:nvPr/>
        </p:nvSpPr>
        <p:spPr bwMode="auto">
          <a:xfrm>
            <a:off x="250825" y="1557338"/>
            <a:ext cx="1657350" cy="519112"/>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自然环境</a:t>
            </a:r>
          </a:p>
        </p:txBody>
      </p:sp>
      <p:grpSp>
        <p:nvGrpSpPr>
          <p:cNvPr id="9" name="Group 59">
            <a:extLst>
              <a:ext uri="{FF2B5EF4-FFF2-40B4-BE49-F238E27FC236}">
                <a16:creationId xmlns:a16="http://schemas.microsoft.com/office/drawing/2014/main" id="{45E1B837-5CB4-40A0-84A7-F3DAB52C24FA}"/>
              </a:ext>
            </a:extLst>
          </p:cNvPr>
          <p:cNvGrpSpPr>
            <a:grpSpLocks/>
          </p:cNvGrpSpPr>
          <p:nvPr/>
        </p:nvGrpSpPr>
        <p:grpSpPr bwMode="auto">
          <a:xfrm>
            <a:off x="2124075" y="1557338"/>
            <a:ext cx="3743325" cy="503237"/>
            <a:chOff x="1338" y="981"/>
            <a:chExt cx="2358" cy="317"/>
          </a:xfrm>
        </p:grpSpPr>
        <p:graphicFrame>
          <p:nvGraphicFramePr>
            <p:cNvPr id="92184" name="Object 6">
              <a:extLst>
                <a:ext uri="{FF2B5EF4-FFF2-40B4-BE49-F238E27FC236}">
                  <a16:creationId xmlns:a16="http://schemas.microsoft.com/office/drawing/2014/main" id="{9F5840D4-5D23-4CC7-9DAF-E991146FB3B0}"/>
                </a:ext>
              </a:extLst>
            </p:cNvPr>
            <p:cNvGraphicFramePr>
              <a:graphicFrameLocks noChangeAspect="1"/>
            </p:cNvGraphicFramePr>
            <p:nvPr/>
          </p:nvGraphicFramePr>
          <p:xfrm>
            <a:off x="2199" y="981"/>
            <a:ext cx="1497" cy="317"/>
          </p:xfrm>
          <a:graphic>
            <a:graphicData uri="http://schemas.openxmlformats.org/presentationml/2006/ole">
              <mc:AlternateContent xmlns:mc="http://schemas.openxmlformats.org/markup-compatibility/2006">
                <mc:Choice xmlns:v="urn:schemas-microsoft-com:vml" Requires="v">
                  <p:oleObj spid="_x0000_s92231" name="公式" r:id="rId9" imgW="1346200" imgH="241300" progId="Equation.3">
                    <p:embed/>
                  </p:oleObj>
                </mc:Choice>
                <mc:Fallback>
                  <p:oleObj name="公式" r:id="rId9" imgW="1346200" imgH="241300" progId="Equation.3">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99" y="981"/>
                          <a:ext cx="1497" cy="317"/>
                        </a:xfrm>
                        <a:prstGeom prst="rect">
                          <a:avLst/>
                        </a:prstGeom>
                        <a:noFill/>
                        <a:ln>
                          <a:noFill/>
                        </a:ln>
                        <a:effectLst/>
                        <a:extLst>
                          <a:ext uri="{909E8E84-426E-40DD-AFC4-6F175D3DCCD1}">
                            <a14:hiddenFill xmlns:a14="http://schemas.microsoft.com/office/drawing/2010/main">
                              <a:solidFill>
                                <a:srgbClr val="66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185" name="Object 50">
              <a:extLst>
                <a:ext uri="{FF2B5EF4-FFF2-40B4-BE49-F238E27FC236}">
                  <a16:creationId xmlns:a16="http://schemas.microsoft.com/office/drawing/2014/main" id="{88DBD6AF-A9EC-4ECE-BC4A-868772C98AA4}"/>
                </a:ext>
              </a:extLst>
            </p:cNvPr>
            <p:cNvGraphicFramePr>
              <a:graphicFrameLocks noChangeAspect="1"/>
            </p:cNvGraphicFramePr>
            <p:nvPr/>
          </p:nvGraphicFramePr>
          <p:xfrm>
            <a:off x="1338" y="981"/>
            <a:ext cx="771" cy="316"/>
          </p:xfrm>
          <a:graphic>
            <a:graphicData uri="http://schemas.openxmlformats.org/presentationml/2006/ole">
              <mc:AlternateContent xmlns:mc="http://schemas.openxmlformats.org/markup-compatibility/2006">
                <mc:Choice xmlns:v="urn:schemas-microsoft-com:vml" Requires="v">
                  <p:oleObj spid="_x0000_s92232" name="公式" r:id="rId11" imgW="494870" imgH="203024" progId="Equation.3">
                    <p:embed/>
                  </p:oleObj>
                </mc:Choice>
                <mc:Fallback>
                  <p:oleObj name="公式" r:id="rId11" imgW="494870" imgH="203024" progId="Equation.3">
                    <p:embed/>
                    <p:pic>
                      <p:nvPicPr>
                        <p:cNvPr id="0" name="Object 5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338" y="981"/>
                          <a:ext cx="771" cy="316"/>
                        </a:xfrm>
                        <a:prstGeom prst="rect">
                          <a:avLst/>
                        </a:prstGeom>
                        <a:noFill/>
                        <a:ln>
                          <a:noFill/>
                        </a:ln>
                        <a:effectLst/>
                        <a:extLst>
                          <a:ext uri="{909E8E84-426E-40DD-AFC4-6F175D3DCCD1}">
                            <a14:hiddenFill xmlns:a14="http://schemas.microsoft.com/office/drawing/2010/main">
                              <a:solidFill>
                                <a:srgbClr val="66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92186" name="Object 3">
            <a:extLst>
              <a:ext uri="{FF2B5EF4-FFF2-40B4-BE49-F238E27FC236}">
                <a16:creationId xmlns:a16="http://schemas.microsoft.com/office/drawing/2014/main" id="{CE354DC5-9CAB-4681-9151-C77F80D10158}"/>
              </a:ext>
            </a:extLst>
          </p:cNvPr>
          <p:cNvGraphicFramePr>
            <a:graphicFrameLocks noChangeAspect="1"/>
          </p:cNvGraphicFramePr>
          <p:nvPr/>
        </p:nvGraphicFramePr>
        <p:xfrm>
          <a:off x="8102600" y="549275"/>
          <a:ext cx="862013" cy="587375"/>
        </p:xfrm>
        <a:graphic>
          <a:graphicData uri="http://schemas.openxmlformats.org/presentationml/2006/ole">
            <mc:AlternateContent xmlns:mc="http://schemas.openxmlformats.org/markup-compatibility/2006">
              <mc:Choice xmlns:v="urn:schemas-microsoft-com:vml" Requires="v">
                <p:oleObj spid="_x0000_s92233" name="Clip" r:id="rId13" imgW="952129" imgH="542857" progId="MS_ClipArt_Gallery.2">
                  <p:embed/>
                </p:oleObj>
              </mc:Choice>
              <mc:Fallback>
                <p:oleObj name="Clip" r:id="rId13" imgW="952129" imgH="542857" progId="MS_ClipArt_Gallery.2">
                  <p:embed/>
                  <p:pic>
                    <p:nvPicPr>
                      <p:cNvPr id="0" name="Object 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102600" y="549275"/>
                        <a:ext cx="862013" cy="587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0" name="Group 56">
            <a:extLst>
              <a:ext uri="{FF2B5EF4-FFF2-40B4-BE49-F238E27FC236}">
                <a16:creationId xmlns:a16="http://schemas.microsoft.com/office/drawing/2014/main" id="{8D5C245B-2596-4A11-BBB6-1BB248CA990B}"/>
              </a:ext>
            </a:extLst>
          </p:cNvPr>
          <p:cNvGrpSpPr>
            <a:grpSpLocks/>
          </p:cNvGrpSpPr>
          <p:nvPr/>
        </p:nvGrpSpPr>
        <p:grpSpPr bwMode="auto">
          <a:xfrm>
            <a:off x="1258888" y="4365625"/>
            <a:ext cx="2800350" cy="503238"/>
            <a:chOff x="793" y="2750"/>
            <a:chExt cx="1764" cy="317"/>
          </a:xfrm>
        </p:grpSpPr>
        <p:graphicFrame>
          <p:nvGraphicFramePr>
            <p:cNvPr id="92188" name="Object 11">
              <a:extLst>
                <a:ext uri="{FF2B5EF4-FFF2-40B4-BE49-F238E27FC236}">
                  <a16:creationId xmlns:a16="http://schemas.microsoft.com/office/drawing/2014/main" id="{0087667C-AFA3-44D5-AD82-209DDFCEE789}"/>
                </a:ext>
              </a:extLst>
            </p:cNvPr>
            <p:cNvGraphicFramePr>
              <a:graphicFrameLocks noChangeAspect="1"/>
            </p:cNvGraphicFramePr>
            <p:nvPr/>
          </p:nvGraphicFramePr>
          <p:xfrm>
            <a:off x="975" y="2750"/>
            <a:ext cx="1582" cy="317"/>
          </p:xfrm>
          <a:graphic>
            <a:graphicData uri="http://schemas.openxmlformats.org/presentationml/2006/ole">
              <mc:AlternateContent xmlns:mc="http://schemas.openxmlformats.org/markup-compatibility/2006">
                <mc:Choice xmlns:v="urn:schemas-microsoft-com:vml" Requires="v">
                  <p:oleObj spid="_x0000_s92234" name="公式" r:id="rId15" imgW="1129810" imgH="253890" progId="Equation.3">
                    <p:embed/>
                  </p:oleObj>
                </mc:Choice>
                <mc:Fallback>
                  <p:oleObj name="公式" r:id="rId15" imgW="1129810" imgH="253890" progId="Equation.3">
                    <p:embed/>
                    <p:pic>
                      <p:nvPicPr>
                        <p:cNvPr id="0" name="Object 1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975" y="2750"/>
                          <a:ext cx="1582" cy="317"/>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189" name="AutoShape 52">
              <a:extLst>
                <a:ext uri="{FF2B5EF4-FFF2-40B4-BE49-F238E27FC236}">
                  <a16:creationId xmlns:a16="http://schemas.microsoft.com/office/drawing/2014/main" id="{D59025C1-698C-4F23-8386-65AFA2D3B3C8}"/>
                </a:ext>
              </a:extLst>
            </p:cNvPr>
            <p:cNvSpPr>
              <a:spLocks noChangeArrowheads="1"/>
            </p:cNvSpPr>
            <p:nvPr/>
          </p:nvSpPr>
          <p:spPr bwMode="auto">
            <a:xfrm rot="-5400000">
              <a:off x="686" y="2857"/>
              <a:ext cx="306" cy="91"/>
            </a:xfrm>
            <a:prstGeom prst="downArrow">
              <a:avLst>
                <a:gd name="adj1" fmla="val 50000"/>
                <a:gd name="adj2" fmla="val 25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aphicFrame>
        <p:nvGraphicFramePr>
          <p:cNvPr id="91189" name="Object 53">
            <a:extLst>
              <a:ext uri="{FF2B5EF4-FFF2-40B4-BE49-F238E27FC236}">
                <a16:creationId xmlns:a16="http://schemas.microsoft.com/office/drawing/2014/main" id="{FA071B8E-6877-478B-BE53-60361C41E88C}"/>
              </a:ext>
            </a:extLst>
          </p:cNvPr>
          <p:cNvGraphicFramePr>
            <a:graphicFrameLocks noChangeAspect="1"/>
          </p:cNvGraphicFramePr>
          <p:nvPr/>
        </p:nvGraphicFramePr>
        <p:xfrm>
          <a:off x="4500563" y="2924175"/>
          <a:ext cx="1098550" cy="503238"/>
        </p:xfrm>
        <a:graphic>
          <a:graphicData uri="http://schemas.openxmlformats.org/presentationml/2006/ole">
            <mc:AlternateContent xmlns:mc="http://schemas.openxmlformats.org/markup-compatibility/2006">
              <mc:Choice xmlns:v="urn:schemas-microsoft-com:vml" Requires="v">
                <p:oleObj spid="_x0000_s92235" name="公式" r:id="rId17" imgW="469696" imgH="215806" progId="Equation.3">
                  <p:embed/>
                </p:oleObj>
              </mc:Choice>
              <mc:Fallback>
                <p:oleObj name="公式" r:id="rId17" imgW="469696" imgH="215806" progId="Equation.3">
                  <p:embed/>
                  <p:pic>
                    <p:nvPicPr>
                      <p:cNvPr id="0" name="Object 5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500563" y="2924175"/>
                        <a:ext cx="1098550" cy="503238"/>
                      </a:xfrm>
                      <a:prstGeom prst="rect">
                        <a:avLst/>
                      </a:prstGeom>
                      <a:solidFill>
                        <a:srgbClr val="99FF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1190" name="Object 54">
            <a:extLst>
              <a:ext uri="{FF2B5EF4-FFF2-40B4-BE49-F238E27FC236}">
                <a16:creationId xmlns:a16="http://schemas.microsoft.com/office/drawing/2014/main" id="{7F04A667-293A-4DCE-A702-D750F8B5C5A3}"/>
              </a:ext>
            </a:extLst>
          </p:cNvPr>
          <p:cNvGraphicFramePr>
            <a:graphicFrameLocks noChangeAspect="1"/>
          </p:cNvGraphicFramePr>
          <p:nvPr/>
        </p:nvGraphicFramePr>
        <p:xfrm>
          <a:off x="4356100" y="4365625"/>
          <a:ext cx="1187450" cy="503238"/>
        </p:xfrm>
        <a:graphic>
          <a:graphicData uri="http://schemas.openxmlformats.org/presentationml/2006/ole">
            <mc:AlternateContent xmlns:mc="http://schemas.openxmlformats.org/markup-compatibility/2006">
              <mc:Choice xmlns:v="urn:schemas-microsoft-com:vml" Requires="v">
                <p:oleObj spid="_x0000_s92236" name="公式" r:id="rId19" imgW="507780" imgH="215806" progId="Equation.3">
                  <p:embed/>
                </p:oleObj>
              </mc:Choice>
              <mc:Fallback>
                <p:oleObj name="公式" r:id="rId19" imgW="507780" imgH="215806" progId="Equation.3">
                  <p:embed/>
                  <p:pic>
                    <p:nvPicPr>
                      <p:cNvPr id="0" name="Object 54"/>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356100" y="4365625"/>
                        <a:ext cx="1187450" cy="503238"/>
                      </a:xfrm>
                      <a:prstGeom prst="rect">
                        <a:avLst/>
                      </a:prstGeom>
                      <a:solidFill>
                        <a:srgbClr val="99FF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1" name="Group 58">
            <a:extLst>
              <a:ext uri="{FF2B5EF4-FFF2-40B4-BE49-F238E27FC236}">
                <a16:creationId xmlns:a16="http://schemas.microsoft.com/office/drawing/2014/main" id="{0DFC81D6-1C43-46D4-8C1A-ECAA8A8318A7}"/>
              </a:ext>
            </a:extLst>
          </p:cNvPr>
          <p:cNvGrpSpPr>
            <a:grpSpLocks/>
          </p:cNvGrpSpPr>
          <p:nvPr/>
        </p:nvGrpSpPr>
        <p:grpSpPr bwMode="auto">
          <a:xfrm>
            <a:off x="381000" y="5283200"/>
            <a:ext cx="8569325" cy="1117600"/>
            <a:chOff x="204" y="3456"/>
            <a:chExt cx="5398" cy="704"/>
          </a:xfrm>
        </p:grpSpPr>
        <p:sp>
          <p:nvSpPr>
            <p:cNvPr id="92193" name="Text Box 40">
              <a:extLst>
                <a:ext uri="{FF2B5EF4-FFF2-40B4-BE49-F238E27FC236}">
                  <a16:creationId xmlns:a16="http://schemas.microsoft.com/office/drawing/2014/main" id="{C151DD46-09AE-4A5D-BF39-3F9900B2042D}"/>
                </a:ext>
              </a:extLst>
            </p:cNvPr>
            <p:cNvSpPr txBox="1">
              <a:spLocks noChangeArrowheads="1"/>
            </p:cNvSpPr>
            <p:nvPr/>
          </p:nvSpPr>
          <p:spPr bwMode="auto">
            <a:xfrm>
              <a:off x="204" y="3456"/>
              <a:ext cx="5398" cy="704"/>
            </a:xfrm>
            <a:prstGeom prst="rect">
              <a:avLst/>
            </a:prstGeom>
            <a:solidFill>
              <a:srgbClr val="FFFF0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en-US" altLang="zh-CN" sz="2800" b="1"/>
                <a:t>             </a:t>
              </a:r>
              <a:r>
                <a:rPr lang="zh-CN" altLang="en-US" sz="2800" b="1"/>
                <a:t>还表明：对</a:t>
              </a:r>
              <a:r>
                <a:rPr lang="zh-CN" altLang="en-US" sz="2800" b="1">
                  <a:latin typeface="宋体" panose="02010600030101010101" pitchFamily="2" charset="-122"/>
                </a:rPr>
                <a:t>害虫</a:t>
              </a:r>
              <a:r>
                <a:rPr lang="en-US" altLang="zh-CN" sz="2800" b="1">
                  <a:latin typeface="宋体" panose="02010600030101010101" pitchFamily="2" charset="-122"/>
                </a:rPr>
                <a:t>(</a:t>
              </a:r>
              <a:r>
                <a:rPr lang="zh-CN" altLang="en-US" sz="2800" b="1">
                  <a:latin typeface="宋体" panose="02010600030101010101" pitchFamily="2" charset="-122"/>
                </a:rPr>
                <a:t>食饵</a:t>
              </a:r>
              <a:r>
                <a:rPr lang="en-US" altLang="zh-CN" sz="2800" b="1">
                  <a:latin typeface="宋体" panose="02010600030101010101" pitchFamily="2" charset="-122"/>
                </a:rPr>
                <a:t>)</a:t>
              </a:r>
              <a:r>
                <a:rPr lang="en-US" altLang="zh-CN" sz="2800" b="1"/>
                <a:t>—</a:t>
              </a:r>
              <a:r>
                <a:rPr lang="zh-CN" altLang="en-US" sz="2800" b="1">
                  <a:latin typeface="宋体" panose="02010600030101010101" pitchFamily="2" charset="-122"/>
                </a:rPr>
                <a:t>益虫</a:t>
              </a:r>
              <a:r>
                <a:rPr lang="en-US" altLang="zh-CN" sz="2800" b="1">
                  <a:latin typeface="宋体" panose="02010600030101010101" pitchFamily="2" charset="-122"/>
                </a:rPr>
                <a:t>(</a:t>
              </a:r>
              <a:r>
                <a:rPr lang="zh-CN" altLang="en-US" sz="2800" b="1">
                  <a:latin typeface="宋体" panose="02010600030101010101" pitchFamily="2" charset="-122"/>
                </a:rPr>
                <a:t>捕食者</a:t>
              </a:r>
              <a:r>
                <a:rPr lang="en-US" altLang="zh-CN" sz="2800" b="1">
                  <a:latin typeface="宋体" panose="02010600030101010101" pitchFamily="2" charset="-122"/>
                </a:rPr>
                <a:t>)</a:t>
              </a:r>
              <a:r>
                <a:rPr lang="zh-CN" altLang="en-US" sz="2800" b="1">
                  <a:latin typeface="宋体" panose="02010600030101010101" pitchFamily="2" charset="-122"/>
                </a:rPr>
                <a:t>系统，使用灭两种</a:t>
              </a:r>
              <a:r>
                <a:rPr lang="zh-CN" altLang="en-US" sz="2800" b="1"/>
                <a:t>虫的</a:t>
              </a:r>
              <a:r>
                <a:rPr lang="zh-CN" altLang="en-US" sz="2800" b="1">
                  <a:latin typeface="宋体" panose="02010600030101010101" pitchFamily="2" charset="-122"/>
                </a:rPr>
                <a:t>杀虫剂</a:t>
              </a:r>
              <a:r>
                <a:rPr lang="en-US" altLang="zh-CN" sz="2800" b="1">
                  <a:latin typeface="宋体" panose="02010600030101010101" pitchFamily="2" charset="-122"/>
                </a:rPr>
                <a:t>, </a:t>
              </a:r>
              <a:r>
                <a:rPr lang="zh-CN" altLang="en-US" sz="2800" b="1">
                  <a:latin typeface="宋体" panose="02010600030101010101" pitchFamily="2" charset="-122"/>
                </a:rPr>
                <a:t>会使害虫增加，益虫减少</a:t>
              </a:r>
              <a:r>
                <a:rPr lang="en-US" altLang="zh-CN" sz="2800" b="1">
                  <a:latin typeface="宋体" panose="02010600030101010101" pitchFamily="2" charset="-122"/>
                </a:rPr>
                <a:t>.</a:t>
              </a:r>
            </a:p>
          </p:txBody>
        </p:sp>
        <p:graphicFrame>
          <p:nvGraphicFramePr>
            <p:cNvPr id="92194" name="Object 57">
              <a:extLst>
                <a:ext uri="{FF2B5EF4-FFF2-40B4-BE49-F238E27FC236}">
                  <a16:creationId xmlns:a16="http://schemas.microsoft.com/office/drawing/2014/main" id="{9D4ACA07-B102-43C5-93FF-F558A1A6A43B}"/>
                </a:ext>
              </a:extLst>
            </p:cNvPr>
            <p:cNvGraphicFramePr>
              <a:graphicFrameLocks noChangeAspect="1"/>
            </p:cNvGraphicFramePr>
            <p:nvPr/>
          </p:nvGraphicFramePr>
          <p:xfrm>
            <a:off x="204" y="3475"/>
            <a:ext cx="692" cy="317"/>
          </p:xfrm>
          <a:graphic>
            <a:graphicData uri="http://schemas.openxmlformats.org/presentationml/2006/ole">
              <mc:AlternateContent xmlns:mc="http://schemas.openxmlformats.org/markup-compatibility/2006">
                <mc:Choice xmlns:v="urn:schemas-microsoft-com:vml" Requires="v">
                  <p:oleObj spid="_x0000_s92237" name="公式" r:id="rId21" imgW="469696" imgH="215806" progId="Equation.3">
                    <p:embed/>
                  </p:oleObj>
                </mc:Choice>
                <mc:Fallback>
                  <p:oleObj name="公式" r:id="rId21" imgW="469696" imgH="215806" progId="Equation.3">
                    <p:embed/>
                    <p:pic>
                      <p:nvPicPr>
                        <p:cNvPr id="0" name="Object 57"/>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04" y="3475"/>
                          <a:ext cx="692" cy="317"/>
                        </a:xfrm>
                        <a:prstGeom prst="rect">
                          <a:avLst/>
                        </a:prstGeom>
                        <a:solidFill>
                          <a:srgbClr val="FFFF00">
                            <a:alpha val="50195"/>
                          </a:srgb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42031" name="Group 47">
            <a:extLst>
              <a:ext uri="{FF2B5EF4-FFF2-40B4-BE49-F238E27FC236}">
                <a16:creationId xmlns:a16="http://schemas.microsoft.com/office/drawing/2014/main" id="{209EEFBF-E59A-4F89-A1E0-EA7021ACC28E}"/>
              </a:ext>
            </a:extLst>
          </p:cNvPr>
          <p:cNvGrpSpPr>
            <a:grpSpLocks/>
          </p:cNvGrpSpPr>
          <p:nvPr/>
        </p:nvGrpSpPr>
        <p:grpSpPr bwMode="auto">
          <a:xfrm>
            <a:off x="5724525" y="1773238"/>
            <a:ext cx="3455988" cy="2514600"/>
            <a:chOff x="3606" y="1117"/>
            <a:chExt cx="2177" cy="1584"/>
          </a:xfrm>
        </p:grpSpPr>
        <p:grpSp>
          <p:nvGrpSpPr>
            <p:cNvPr id="92196" name="Group 48">
              <a:extLst>
                <a:ext uri="{FF2B5EF4-FFF2-40B4-BE49-F238E27FC236}">
                  <a16:creationId xmlns:a16="http://schemas.microsoft.com/office/drawing/2014/main" id="{DD841B5A-C522-40D1-8469-C3BCB4DC3818}"/>
                </a:ext>
              </a:extLst>
            </p:cNvPr>
            <p:cNvGrpSpPr>
              <a:grpSpLocks/>
            </p:cNvGrpSpPr>
            <p:nvPr/>
          </p:nvGrpSpPr>
          <p:grpSpPr bwMode="auto">
            <a:xfrm>
              <a:off x="3623" y="1117"/>
              <a:ext cx="2160" cy="1584"/>
              <a:chOff x="3504" y="1344"/>
              <a:chExt cx="2160" cy="1584"/>
            </a:xfrm>
          </p:grpSpPr>
          <p:sp>
            <p:nvSpPr>
              <p:cNvPr id="92197" name="Line 16">
                <a:extLst>
                  <a:ext uri="{FF2B5EF4-FFF2-40B4-BE49-F238E27FC236}">
                    <a16:creationId xmlns:a16="http://schemas.microsoft.com/office/drawing/2014/main" id="{5DF76162-A7FE-49F6-B442-F8015D0200EA}"/>
                  </a:ext>
                </a:extLst>
              </p:cNvPr>
              <p:cNvSpPr>
                <a:spLocks noChangeShapeType="1"/>
              </p:cNvSpPr>
              <p:nvPr/>
            </p:nvSpPr>
            <p:spPr bwMode="auto">
              <a:xfrm>
                <a:off x="3696" y="2688"/>
                <a:ext cx="182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198" name="Line 17">
                <a:extLst>
                  <a:ext uri="{FF2B5EF4-FFF2-40B4-BE49-F238E27FC236}">
                    <a16:creationId xmlns:a16="http://schemas.microsoft.com/office/drawing/2014/main" id="{F1AB62CA-1F0E-412A-9E1C-C78D6FFEBFD0}"/>
                  </a:ext>
                </a:extLst>
              </p:cNvPr>
              <p:cNvSpPr>
                <a:spLocks noChangeShapeType="1"/>
              </p:cNvSpPr>
              <p:nvPr/>
            </p:nvSpPr>
            <p:spPr bwMode="auto">
              <a:xfrm flipV="1">
                <a:off x="3696" y="1440"/>
                <a:ext cx="0" cy="124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92199" name="Group 22">
                <a:extLst>
                  <a:ext uri="{FF2B5EF4-FFF2-40B4-BE49-F238E27FC236}">
                    <a16:creationId xmlns:a16="http://schemas.microsoft.com/office/drawing/2014/main" id="{C6EEA595-F17F-4FBD-A0CE-4B29126E8342}"/>
                  </a:ext>
                </a:extLst>
              </p:cNvPr>
              <p:cNvGrpSpPr>
                <a:grpSpLocks/>
              </p:cNvGrpSpPr>
              <p:nvPr/>
            </p:nvGrpSpPr>
            <p:grpSpPr bwMode="auto">
              <a:xfrm>
                <a:off x="4032" y="1680"/>
                <a:ext cx="336" cy="365"/>
                <a:chOff x="4032" y="1776"/>
                <a:chExt cx="336" cy="365"/>
              </a:xfrm>
            </p:grpSpPr>
            <p:sp>
              <p:nvSpPr>
                <p:cNvPr id="92200" name="Oval 18">
                  <a:extLst>
                    <a:ext uri="{FF2B5EF4-FFF2-40B4-BE49-F238E27FC236}">
                      <a16:creationId xmlns:a16="http://schemas.microsoft.com/office/drawing/2014/main" id="{35B58BED-8CED-435C-A781-1145590E08A6}"/>
                    </a:ext>
                  </a:extLst>
                </p:cNvPr>
                <p:cNvSpPr>
                  <a:spLocks noChangeArrowheads="1"/>
                </p:cNvSpPr>
                <p:nvPr/>
              </p:nvSpPr>
              <p:spPr bwMode="auto">
                <a:xfrm>
                  <a:off x="4032" y="1872"/>
                  <a:ext cx="336" cy="19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92201" name="Text Box 21">
                  <a:extLst>
                    <a:ext uri="{FF2B5EF4-FFF2-40B4-BE49-F238E27FC236}">
                      <a16:creationId xmlns:a16="http://schemas.microsoft.com/office/drawing/2014/main" id="{CD6EB5B1-0FED-470E-85C1-C9B93E4841C0}"/>
                    </a:ext>
                  </a:extLst>
                </p:cNvPr>
                <p:cNvSpPr txBox="1">
                  <a:spLocks noChangeArrowheads="1"/>
                </p:cNvSpPr>
                <p:nvPr/>
              </p:nvSpPr>
              <p:spPr bwMode="auto">
                <a:xfrm>
                  <a:off x="4080" y="1776"/>
                  <a:ext cx="19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b="1"/>
                    <a:t>•</a:t>
                  </a:r>
                </a:p>
              </p:txBody>
            </p:sp>
          </p:grpSp>
          <p:graphicFrame>
            <p:nvGraphicFramePr>
              <p:cNvPr id="92202" name="Object 29">
                <a:extLst>
                  <a:ext uri="{FF2B5EF4-FFF2-40B4-BE49-F238E27FC236}">
                    <a16:creationId xmlns:a16="http://schemas.microsoft.com/office/drawing/2014/main" id="{490815E9-AE6F-4726-828F-F7394E445DD3}"/>
                  </a:ext>
                </a:extLst>
              </p:cNvPr>
              <p:cNvGraphicFramePr>
                <a:graphicFrameLocks noChangeAspect="1"/>
              </p:cNvGraphicFramePr>
              <p:nvPr/>
            </p:nvGraphicFramePr>
            <p:xfrm>
              <a:off x="4032" y="1534"/>
              <a:ext cx="528" cy="253"/>
            </p:xfrm>
            <a:graphic>
              <a:graphicData uri="http://schemas.openxmlformats.org/presentationml/2006/ole">
                <mc:AlternateContent xmlns:mc="http://schemas.openxmlformats.org/markup-compatibility/2006">
                  <mc:Choice xmlns:v="urn:schemas-microsoft-com:vml" Requires="v">
                    <p:oleObj spid="_x0000_s92238" name="公式" r:id="rId22" imgW="596900" imgH="241300" progId="Equation.3">
                      <p:embed/>
                    </p:oleObj>
                  </mc:Choice>
                  <mc:Fallback>
                    <p:oleObj name="公式" r:id="rId22" imgW="596900" imgH="241300" progId="Equation.3">
                      <p:embed/>
                      <p:pic>
                        <p:nvPicPr>
                          <p:cNvPr id="0" name="Object 29"/>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032" y="1534"/>
                            <a:ext cx="528" cy="2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203" name="Text Box 32">
                <a:extLst>
                  <a:ext uri="{FF2B5EF4-FFF2-40B4-BE49-F238E27FC236}">
                    <a16:creationId xmlns:a16="http://schemas.microsoft.com/office/drawing/2014/main" id="{FF57912E-BA6C-4138-BA68-CCD18361F3EE}"/>
                  </a:ext>
                </a:extLst>
              </p:cNvPr>
              <p:cNvSpPr txBox="1">
                <a:spLocks noChangeArrowheads="1"/>
              </p:cNvSpPr>
              <p:nvPr/>
            </p:nvSpPr>
            <p:spPr bwMode="auto">
              <a:xfrm>
                <a:off x="5376" y="2640"/>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i="1"/>
                  <a:t>x</a:t>
                </a:r>
              </a:p>
            </p:txBody>
          </p:sp>
          <p:sp>
            <p:nvSpPr>
              <p:cNvPr id="92204" name="Text Box 33">
                <a:extLst>
                  <a:ext uri="{FF2B5EF4-FFF2-40B4-BE49-F238E27FC236}">
                    <a16:creationId xmlns:a16="http://schemas.microsoft.com/office/drawing/2014/main" id="{81A37554-4D48-45ED-913B-F91A3AAA7F84}"/>
                  </a:ext>
                </a:extLst>
              </p:cNvPr>
              <p:cNvSpPr txBox="1">
                <a:spLocks noChangeArrowheads="1"/>
              </p:cNvSpPr>
              <p:nvPr/>
            </p:nvSpPr>
            <p:spPr bwMode="auto">
              <a:xfrm>
                <a:off x="3504" y="1344"/>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i="1"/>
                  <a:t>y</a:t>
                </a:r>
              </a:p>
            </p:txBody>
          </p:sp>
        </p:grpSp>
        <p:sp>
          <p:nvSpPr>
            <p:cNvPr id="92205" name="Text Box 46">
              <a:extLst>
                <a:ext uri="{FF2B5EF4-FFF2-40B4-BE49-F238E27FC236}">
                  <a16:creationId xmlns:a16="http://schemas.microsoft.com/office/drawing/2014/main" id="{2632CD48-712B-42E8-BFB1-DA2E3CB07BB1}"/>
                </a:ext>
              </a:extLst>
            </p:cNvPr>
            <p:cNvSpPr txBox="1">
              <a:spLocks noChangeArrowheads="1"/>
            </p:cNvSpPr>
            <p:nvPr/>
          </p:nvSpPr>
          <p:spPr bwMode="auto">
            <a:xfrm>
              <a:off x="3606" y="2387"/>
              <a:ext cx="27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i="1"/>
                <a:t>O</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91140"/>
                                        </p:tgtEl>
                                        <p:attrNameLst>
                                          <p:attrName>style.visibility</p:attrName>
                                        </p:attrNameLst>
                                      </p:cBhvr>
                                      <p:to>
                                        <p:strVal val="visible"/>
                                      </p:to>
                                    </p:set>
                                    <p:animEffect transition="in" filter="checkerboard(across)">
                                      <p:cBhvr>
                                        <p:cTn id="7" dur="1000"/>
                                        <p:tgtEl>
                                          <p:spTgt spid="9114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91185"/>
                                        </p:tgtEl>
                                        <p:attrNameLst>
                                          <p:attrName>style.visibility</p:attrName>
                                        </p:attrNameLst>
                                      </p:cBhvr>
                                      <p:to>
                                        <p:strVal val="visible"/>
                                      </p:to>
                                    </p:set>
                                    <p:anim calcmode="lin" valueType="num">
                                      <p:cBhvr additive="base">
                                        <p:cTn id="12" dur="1000" fill="hold"/>
                                        <p:tgtEl>
                                          <p:spTgt spid="91185"/>
                                        </p:tgtEl>
                                        <p:attrNameLst>
                                          <p:attrName>ppt_x</p:attrName>
                                        </p:attrNameLst>
                                      </p:cBhvr>
                                      <p:tavLst>
                                        <p:tav tm="0">
                                          <p:val>
                                            <p:strVal val="0-#ppt_w/2"/>
                                          </p:val>
                                        </p:tav>
                                        <p:tav tm="100000">
                                          <p:val>
                                            <p:strVal val="#ppt_x"/>
                                          </p:val>
                                        </p:tav>
                                      </p:tavLst>
                                    </p:anim>
                                    <p:anim calcmode="lin" valueType="num">
                                      <p:cBhvr additive="base">
                                        <p:cTn id="13" dur="1000" fill="hold"/>
                                        <p:tgtEl>
                                          <p:spTgt spid="91185"/>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5" presetClass="entr" presetSubtype="10"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checkerboard(across)">
                                      <p:cBhvr>
                                        <p:cTn id="18" dur="1000"/>
                                        <p:tgtEl>
                                          <p:spTgt spid="9"/>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9" presetClass="entr" presetSubtype="0" fill="hold" nodeType="clickEffect">
                                  <p:stCondLst>
                                    <p:cond delay="0"/>
                                  </p:stCondLst>
                                  <p:childTnLst>
                                    <p:set>
                                      <p:cBhvr>
                                        <p:cTn id="22" dur="1" fill="hold">
                                          <p:stCondLst>
                                            <p:cond delay="0"/>
                                          </p:stCondLst>
                                        </p:cTn>
                                        <p:tgtEl>
                                          <p:spTgt spid="42031"/>
                                        </p:tgtEl>
                                        <p:attrNameLst>
                                          <p:attrName>style.visibility</p:attrName>
                                        </p:attrNameLst>
                                      </p:cBhvr>
                                      <p:to>
                                        <p:strVal val="visible"/>
                                      </p:to>
                                    </p:set>
                                    <p:animEffect transition="in" filter="dissolve">
                                      <p:cBhvr>
                                        <p:cTn id="23" dur="1000"/>
                                        <p:tgtEl>
                                          <p:spTgt spid="42031"/>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grpId="0" nodeType="clickEffect">
                                  <p:stCondLst>
                                    <p:cond delay="0"/>
                                  </p:stCondLst>
                                  <p:childTnLst>
                                    <p:set>
                                      <p:cBhvr>
                                        <p:cTn id="27" dur="1" fill="hold">
                                          <p:stCondLst>
                                            <p:cond delay="499"/>
                                          </p:stCondLst>
                                        </p:cTn>
                                        <p:tgtEl>
                                          <p:spTgt spid="91144"/>
                                        </p:tgtEl>
                                        <p:attrNameLst>
                                          <p:attrName>style.visibility</p:attrName>
                                        </p:attrNameLst>
                                      </p:cBhvr>
                                      <p:to>
                                        <p:strVal val="visible"/>
                                      </p:to>
                                    </p:se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91141"/>
                                        </p:tgtEl>
                                        <p:attrNameLst>
                                          <p:attrName>style.visibility</p:attrName>
                                        </p:attrNameLst>
                                      </p:cBhvr>
                                      <p:to>
                                        <p:strVal val="visible"/>
                                      </p:to>
                                    </p:set>
                                    <p:animEffect transition="in" filter="wipe(left)">
                                      <p:cBhvr>
                                        <p:cTn id="32" dur="1000"/>
                                        <p:tgtEl>
                                          <p:spTgt spid="9114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wipe(left)">
                                      <p:cBhvr>
                                        <p:cTn id="37" dur="1000"/>
                                        <p:tgtEl>
                                          <p:spTgt spid="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nodeType="clickEffect">
                                  <p:stCondLst>
                                    <p:cond delay="0"/>
                                  </p:stCondLst>
                                  <p:childTnLst>
                                    <p:set>
                                      <p:cBhvr>
                                        <p:cTn id="41" dur="1" fill="hold">
                                          <p:stCondLst>
                                            <p:cond delay="0"/>
                                          </p:stCondLst>
                                        </p:cTn>
                                        <p:tgtEl>
                                          <p:spTgt spid="3"/>
                                        </p:tgtEl>
                                        <p:attrNameLst>
                                          <p:attrName>style.visibility</p:attrName>
                                        </p:attrNameLst>
                                      </p:cBhvr>
                                      <p:to>
                                        <p:strVal val="visible"/>
                                      </p:to>
                                    </p:set>
                                    <p:animEffect transition="in" filter="dissolve">
                                      <p:cBhvr>
                                        <p:cTn id="42" dur="1000"/>
                                        <p:tgtEl>
                                          <p:spTgt spid="3"/>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91189"/>
                                        </p:tgtEl>
                                        <p:attrNameLst>
                                          <p:attrName>style.visibility</p:attrName>
                                        </p:attrNameLst>
                                      </p:cBhvr>
                                      <p:to>
                                        <p:strVal val="visible"/>
                                      </p:to>
                                    </p:set>
                                    <p:animEffect transition="in" filter="wipe(left)">
                                      <p:cBhvr>
                                        <p:cTn id="47" dur="1000"/>
                                        <p:tgtEl>
                                          <p:spTgt spid="91189"/>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 presetClass="entr" presetSubtype="0" fill="hold" grpId="0" nodeType="clickEffect">
                                  <p:stCondLst>
                                    <p:cond delay="0"/>
                                  </p:stCondLst>
                                  <p:childTnLst>
                                    <p:set>
                                      <p:cBhvr>
                                        <p:cTn id="51" dur="1" fill="hold">
                                          <p:stCondLst>
                                            <p:cond delay="499"/>
                                          </p:stCondLst>
                                        </p:cTn>
                                        <p:tgtEl>
                                          <p:spTgt spid="91145"/>
                                        </p:tgtEl>
                                        <p:attrNameLst>
                                          <p:attrName>style.visibility</p:attrName>
                                        </p:attrNameLst>
                                      </p:cBhvr>
                                      <p:to>
                                        <p:strVal val="visible"/>
                                      </p:to>
                                    </p:set>
                                  </p:childTnLst>
                                </p:cTn>
                              </p:par>
                            </p:childTnLst>
                          </p:cTn>
                        </p:par>
                      </p:childTnLst>
                    </p:cTn>
                  </p:par>
                  <p:par>
                    <p:cTn id="52" fill="hold" nodeType="clickPar">
                      <p:stCondLst>
                        <p:cond delay="indefinite"/>
                      </p:stCondLst>
                      <p:childTnLst>
                        <p:par>
                          <p:cTn id="53" fill="hold" nodeType="withGroup">
                            <p:stCondLst>
                              <p:cond delay="0"/>
                            </p:stCondLst>
                            <p:childTnLst>
                              <p:par>
                                <p:cTn id="54" presetID="4" presetClass="entr" presetSubtype="16" fill="hold" grpId="0" nodeType="clickEffect">
                                  <p:stCondLst>
                                    <p:cond delay="0"/>
                                  </p:stCondLst>
                                  <p:childTnLst>
                                    <p:set>
                                      <p:cBhvr>
                                        <p:cTn id="55" dur="1" fill="hold">
                                          <p:stCondLst>
                                            <p:cond delay="0"/>
                                          </p:stCondLst>
                                        </p:cTn>
                                        <p:tgtEl>
                                          <p:spTgt spid="91146"/>
                                        </p:tgtEl>
                                        <p:attrNameLst>
                                          <p:attrName>style.visibility</p:attrName>
                                        </p:attrNameLst>
                                      </p:cBhvr>
                                      <p:to>
                                        <p:strVal val="visible"/>
                                      </p:to>
                                    </p:set>
                                    <p:animEffect transition="in" filter="box(in)">
                                      <p:cBhvr>
                                        <p:cTn id="56" dur="500"/>
                                        <p:tgtEl>
                                          <p:spTgt spid="91146"/>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3" presetClass="entr" presetSubtype="16" fill="hold" nodeType="clickEffect">
                                  <p:stCondLst>
                                    <p:cond delay="0"/>
                                  </p:stCondLst>
                                  <p:childTnLst>
                                    <p:set>
                                      <p:cBhvr>
                                        <p:cTn id="60" dur="1" fill="hold">
                                          <p:stCondLst>
                                            <p:cond delay="0"/>
                                          </p:stCondLst>
                                        </p:cTn>
                                        <p:tgtEl>
                                          <p:spTgt spid="10"/>
                                        </p:tgtEl>
                                        <p:attrNameLst>
                                          <p:attrName>style.visibility</p:attrName>
                                        </p:attrNameLst>
                                      </p:cBhvr>
                                      <p:to>
                                        <p:strVal val="visible"/>
                                      </p:to>
                                    </p:set>
                                    <p:anim calcmode="lin" valueType="num">
                                      <p:cBhvr>
                                        <p:cTn id="61" dur="500" fill="hold"/>
                                        <p:tgtEl>
                                          <p:spTgt spid="10"/>
                                        </p:tgtEl>
                                        <p:attrNameLst>
                                          <p:attrName>ppt_w</p:attrName>
                                        </p:attrNameLst>
                                      </p:cBhvr>
                                      <p:tavLst>
                                        <p:tav tm="0">
                                          <p:val>
                                            <p:fltVal val="0"/>
                                          </p:val>
                                        </p:tav>
                                        <p:tav tm="100000">
                                          <p:val>
                                            <p:strVal val="#ppt_w"/>
                                          </p:val>
                                        </p:tav>
                                      </p:tavLst>
                                    </p:anim>
                                    <p:anim calcmode="lin" valueType="num">
                                      <p:cBhvr>
                                        <p:cTn id="62" dur="500" fill="hold"/>
                                        <p:tgtEl>
                                          <p:spTgt spid="10"/>
                                        </p:tgtEl>
                                        <p:attrNameLst>
                                          <p:attrName>ppt_h</p:attrName>
                                        </p:attrNameLst>
                                      </p:cBhvr>
                                      <p:tavLst>
                                        <p:tav tm="0">
                                          <p:val>
                                            <p:fltVal val="0"/>
                                          </p:val>
                                        </p:tav>
                                        <p:tav tm="100000">
                                          <p:val>
                                            <p:strVal val="#ppt_h"/>
                                          </p:val>
                                        </p:tav>
                                      </p:tavLst>
                                    </p:anim>
                                  </p:childTnLst>
                                </p:cTn>
                              </p:par>
                            </p:childTnLst>
                          </p:cTn>
                        </p:par>
                      </p:childTnLst>
                    </p:cTn>
                  </p:par>
                  <p:par>
                    <p:cTn id="63" fill="hold" nodeType="clickPar">
                      <p:stCondLst>
                        <p:cond delay="indefinite"/>
                      </p:stCondLst>
                      <p:childTnLst>
                        <p:par>
                          <p:cTn id="64" fill="hold" nodeType="withGroup">
                            <p:stCondLst>
                              <p:cond delay="0"/>
                            </p:stCondLst>
                            <p:childTnLst>
                              <p:par>
                                <p:cTn id="65" presetID="9" presetClass="entr" presetSubtype="0" fill="hold" nodeType="clickEffect">
                                  <p:stCondLst>
                                    <p:cond delay="0"/>
                                  </p:stCondLst>
                                  <p:childTnLst>
                                    <p:set>
                                      <p:cBhvr>
                                        <p:cTn id="66" dur="1" fill="hold">
                                          <p:stCondLst>
                                            <p:cond delay="0"/>
                                          </p:stCondLst>
                                        </p:cTn>
                                        <p:tgtEl>
                                          <p:spTgt spid="5"/>
                                        </p:tgtEl>
                                        <p:attrNameLst>
                                          <p:attrName>style.visibility</p:attrName>
                                        </p:attrNameLst>
                                      </p:cBhvr>
                                      <p:to>
                                        <p:strVal val="visible"/>
                                      </p:to>
                                    </p:set>
                                    <p:animEffect transition="in" filter="dissolve">
                                      <p:cBhvr>
                                        <p:cTn id="67" dur="1000"/>
                                        <p:tgtEl>
                                          <p:spTgt spid="5"/>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5" presetClass="entr" presetSubtype="10" fill="hold" nodeType="clickEffect">
                                  <p:stCondLst>
                                    <p:cond delay="0"/>
                                  </p:stCondLst>
                                  <p:childTnLst>
                                    <p:set>
                                      <p:cBhvr>
                                        <p:cTn id="71" dur="1" fill="hold">
                                          <p:stCondLst>
                                            <p:cond delay="0"/>
                                          </p:stCondLst>
                                        </p:cTn>
                                        <p:tgtEl>
                                          <p:spTgt spid="91190"/>
                                        </p:tgtEl>
                                        <p:attrNameLst>
                                          <p:attrName>style.visibility</p:attrName>
                                        </p:attrNameLst>
                                      </p:cBhvr>
                                      <p:to>
                                        <p:strVal val="visible"/>
                                      </p:to>
                                    </p:set>
                                    <p:animEffect transition="in" filter="checkerboard(across)">
                                      <p:cBhvr>
                                        <p:cTn id="72" dur="1000"/>
                                        <p:tgtEl>
                                          <p:spTgt spid="91190"/>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4" presetClass="entr" presetSubtype="16" fill="hold" grpId="0" nodeType="clickEffect">
                                  <p:stCondLst>
                                    <p:cond delay="0"/>
                                  </p:stCondLst>
                                  <p:childTnLst>
                                    <p:set>
                                      <p:cBhvr>
                                        <p:cTn id="76" dur="1" fill="hold">
                                          <p:stCondLst>
                                            <p:cond delay="0"/>
                                          </p:stCondLst>
                                        </p:cTn>
                                        <p:tgtEl>
                                          <p:spTgt spid="91173"/>
                                        </p:tgtEl>
                                        <p:attrNameLst>
                                          <p:attrName>style.visibility</p:attrName>
                                        </p:attrNameLst>
                                      </p:cBhvr>
                                      <p:to>
                                        <p:strVal val="visible"/>
                                      </p:to>
                                    </p:set>
                                    <p:animEffect transition="in" filter="box(in)">
                                      <p:cBhvr>
                                        <p:cTn id="77" dur="1000"/>
                                        <p:tgtEl>
                                          <p:spTgt spid="91173"/>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18" presetClass="entr" presetSubtype="6" fill="hold" nodeType="clickEffect">
                                  <p:stCondLst>
                                    <p:cond delay="0"/>
                                  </p:stCondLst>
                                  <p:childTnLst>
                                    <p:set>
                                      <p:cBhvr>
                                        <p:cTn id="81" dur="1" fill="hold">
                                          <p:stCondLst>
                                            <p:cond delay="0"/>
                                          </p:stCondLst>
                                        </p:cTn>
                                        <p:tgtEl>
                                          <p:spTgt spid="11"/>
                                        </p:tgtEl>
                                        <p:attrNameLst>
                                          <p:attrName>style.visibility</p:attrName>
                                        </p:attrNameLst>
                                      </p:cBhvr>
                                      <p:to>
                                        <p:strVal val="visible"/>
                                      </p:to>
                                    </p:set>
                                    <p:animEffect transition="in" filter="strips(downRight)">
                                      <p:cBhvr>
                                        <p:cTn id="82"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40" grpId="0" animBg="1" autoUpdateAnimBg="0"/>
      <p:bldP spid="91141" grpId="0" animBg="1" autoUpdateAnimBg="0"/>
      <p:bldP spid="91144" grpId="0" animBg="1" autoUpdateAnimBg="0"/>
      <p:bldP spid="91145" grpId="0" animBg="1" autoUpdateAnimBg="0"/>
      <p:bldP spid="91146" grpId="0" animBg="1" autoUpdateAnimBg="0"/>
      <p:bldP spid="91173" grpId="0" animBg="1"/>
      <p:bldP spid="91185"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Text Box 2">
            <a:extLst>
              <a:ext uri="{FF2B5EF4-FFF2-40B4-BE49-F238E27FC236}">
                <a16:creationId xmlns:a16="http://schemas.microsoft.com/office/drawing/2014/main" id="{831DD84A-8FC4-41C1-B5EE-FBEAE033A0F0}"/>
              </a:ext>
            </a:extLst>
          </p:cNvPr>
          <p:cNvSpPr txBox="1">
            <a:spLocks noChangeArrowheads="1"/>
          </p:cNvSpPr>
          <p:nvPr/>
        </p:nvSpPr>
        <p:spPr bwMode="auto">
          <a:xfrm>
            <a:off x="773113" y="533400"/>
            <a:ext cx="7543800" cy="579438"/>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ea typeface="楷体_GB2312" pitchFamily="49" charset="-122"/>
              </a:rPr>
              <a:t>食饵</a:t>
            </a:r>
            <a:r>
              <a:rPr lang="en-US" altLang="zh-CN" sz="3200" b="1">
                <a:ea typeface="楷体_GB2312" pitchFamily="49" charset="-122"/>
              </a:rPr>
              <a:t>-</a:t>
            </a:r>
            <a:r>
              <a:rPr lang="zh-CN" altLang="en-US" sz="3200" b="1">
                <a:ea typeface="楷体_GB2312" pitchFamily="49" charset="-122"/>
              </a:rPr>
              <a:t>捕食者模型</a:t>
            </a:r>
            <a:r>
              <a:rPr lang="en-US" altLang="zh-CN" sz="3200" b="1">
                <a:ea typeface="楷体_GB2312" pitchFamily="49" charset="-122"/>
              </a:rPr>
              <a:t>(Volterra)</a:t>
            </a:r>
            <a:r>
              <a:rPr lang="zh-CN" altLang="zh-CN" sz="3200" b="1">
                <a:ea typeface="楷体_GB2312" pitchFamily="49" charset="-122"/>
              </a:rPr>
              <a:t>的缺点与改进</a:t>
            </a:r>
            <a:endParaRPr lang="zh-CN" altLang="en-US" sz="3200" b="1">
              <a:ea typeface="楷体_GB2312" pitchFamily="49" charset="-122"/>
            </a:endParaRPr>
          </a:p>
        </p:txBody>
      </p:sp>
      <p:grpSp>
        <p:nvGrpSpPr>
          <p:cNvPr id="2" name="Group 2">
            <a:extLst>
              <a:ext uri="{FF2B5EF4-FFF2-40B4-BE49-F238E27FC236}">
                <a16:creationId xmlns:a16="http://schemas.microsoft.com/office/drawing/2014/main" id="{DA98B9CB-9542-45B7-A06C-2BF0FF48C443}"/>
              </a:ext>
            </a:extLst>
          </p:cNvPr>
          <p:cNvGrpSpPr>
            <a:grpSpLocks/>
          </p:cNvGrpSpPr>
          <p:nvPr/>
        </p:nvGrpSpPr>
        <p:grpSpPr bwMode="auto">
          <a:xfrm>
            <a:off x="2484438" y="3013075"/>
            <a:ext cx="6048375" cy="1011238"/>
            <a:chOff x="1565" y="1898"/>
            <a:chExt cx="3810" cy="637"/>
          </a:xfrm>
        </p:grpSpPr>
        <p:graphicFrame>
          <p:nvGraphicFramePr>
            <p:cNvPr id="93188" name="Object 8">
              <a:extLst>
                <a:ext uri="{FF2B5EF4-FFF2-40B4-BE49-F238E27FC236}">
                  <a16:creationId xmlns:a16="http://schemas.microsoft.com/office/drawing/2014/main" id="{AAE3FC6D-4D94-4A82-80F5-7718544391EA}"/>
                </a:ext>
              </a:extLst>
            </p:cNvPr>
            <p:cNvGraphicFramePr>
              <a:graphicFrameLocks noChangeAspect="1"/>
            </p:cNvGraphicFramePr>
            <p:nvPr/>
          </p:nvGraphicFramePr>
          <p:xfrm>
            <a:off x="1565" y="1898"/>
            <a:ext cx="1723" cy="609"/>
          </p:xfrm>
          <a:graphic>
            <a:graphicData uri="http://schemas.openxmlformats.org/presentationml/2006/ole">
              <mc:AlternateContent xmlns:mc="http://schemas.openxmlformats.org/markup-compatibility/2006">
                <mc:Choice xmlns:v="urn:schemas-microsoft-com:vml" Requires="v">
                  <p:oleObj spid="_x0000_s93217" name="公式" r:id="rId3" imgW="1676400" imgH="571500" progId="Equation.3">
                    <p:embed/>
                  </p:oleObj>
                </mc:Choice>
                <mc:Fallback>
                  <p:oleObj name="公式" r:id="rId3" imgW="1676400" imgH="571500" progId="Equation.3">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65" y="1898"/>
                          <a:ext cx="1723" cy="609"/>
                        </a:xfrm>
                        <a:prstGeom prst="rect">
                          <a:avLst/>
                        </a:prstGeom>
                        <a:noFill/>
                        <a:ln>
                          <a:noFill/>
                        </a:ln>
                        <a:effectLst/>
                        <a:extLst>
                          <a:ext uri="{909E8E84-426E-40DD-AFC4-6F175D3DCCD1}">
                            <a14:hiddenFill xmlns:a14="http://schemas.microsoft.com/office/drawing/2010/main">
                              <a:solidFill>
                                <a:srgbClr val="00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3189" name="Object 9">
              <a:extLst>
                <a:ext uri="{FF2B5EF4-FFF2-40B4-BE49-F238E27FC236}">
                  <a16:creationId xmlns:a16="http://schemas.microsoft.com/office/drawing/2014/main" id="{DACE7F8F-3079-4A2B-9C20-65E82C619C9B}"/>
                </a:ext>
              </a:extLst>
            </p:cNvPr>
            <p:cNvGraphicFramePr>
              <a:graphicFrameLocks noChangeAspect="1"/>
            </p:cNvGraphicFramePr>
            <p:nvPr/>
          </p:nvGraphicFramePr>
          <p:xfrm>
            <a:off x="3424" y="1933"/>
            <a:ext cx="1951" cy="602"/>
          </p:xfrm>
          <a:graphic>
            <a:graphicData uri="http://schemas.openxmlformats.org/presentationml/2006/ole">
              <mc:AlternateContent xmlns:mc="http://schemas.openxmlformats.org/markup-compatibility/2006">
                <mc:Choice xmlns:v="urn:schemas-microsoft-com:vml" Requires="v">
                  <p:oleObj spid="_x0000_s93218" name="公式" r:id="rId5" imgW="1866900" imgH="571500" progId="Equation.3">
                    <p:embed/>
                  </p:oleObj>
                </mc:Choice>
                <mc:Fallback>
                  <p:oleObj name="公式" r:id="rId5" imgW="1866900" imgH="571500" progId="Equation.3">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24" y="1933"/>
                          <a:ext cx="1951" cy="602"/>
                        </a:xfrm>
                        <a:prstGeom prst="rect">
                          <a:avLst/>
                        </a:prstGeom>
                        <a:noFill/>
                        <a:ln>
                          <a:noFill/>
                        </a:ln>
                        <a:effectLst/>
                        <a:extLst>
                          <a:ext uri="{909E8E84-426E-40DD-AFC4-6F175D3DCCD1}">
                            <a14:hiddenFill xmlns:a14="http://schemas.microsoft.com/office/drawing/2010/main">
                              <a:solidFill>
                                <a:srgbClr val="00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 name="Group 3">
            <a:extLst>
              <a:ext uri="{FF2B5EF4-FFF2-40B4-BE49-F238E27FC236}">
                <a16:creationId xmlns:a16="http://schemas.microsoft.com/office/drawing/2014/main" id="{E1E380F2-484B-47CF-8B8C-EA193CD138ED}"/>
              </a:ext>
            </a:extLst>
          </p:cNvPr>
          <p:cNvGrpSpPr>
            <a:grpSpLocks/>
          </p:cNvGrpSpPr>
          <p:nvPr/>
        </p:nvGrpSpPr>
        <p:grpSpPr bwMode="auto">
          <a:xfrm>
            <a:off x="684213" y="4581525"/>
            <a:ext cx="8064500" cy="1093788"/>
            <a:chOff x="431" y="2886"/>
            <a:chExt cx="5080" cy="689"/>
          </a:xfrm>
        </p:grpSpPr>
        <p:graphicFrame>
          <p:nvGraphicFramePr>
            <p:cNvPr id="93191" name="Object 6">
              <a:extLst>
                <a:ext uri="{FF2B5EF4-FFF2-40B4-BE49-F238E27FC236}">
                  <a16:creationId xmlns:a16="http://schemas.microsoft.com/office/drawing/2014/main" id="{1DEBDB42-64EF-49B5-841E-55DDAE4DE340}"/>
                </a:ext>
              </a:extLst>
            </p:cNvPr>
            <p:cNvGraphicFramePr>
              <a:graphicFrameLocks noChangeAspect="1"/>
            </p:cNvGraphicFramePr>
            <p:nvPr/>
          </p:nvGraphicFramePr>
          <p:xfrm>
            <a:off x="431" y="2886"/>
            <a:ext cx="2586" cy="671"/>
          </p:xfrm>
          <a:graphic>
            <a:graphicData uri="http://schemas.openxmlformats.org/presentationml/2006/ole">
              <mc:AlternateContent xmlns:mc="http://schemas.openxmlformats.org/markup-compatibility/2006">
                <mc:Choice xmlns:v="urn:schemas-microsoft-com:vml" Requires="v">
                  <p:oleObj spid="_x0000_s93219" name="公式" r:id="rId7" imgW="1701800" imgH="482600" progId="Equation.3">
                    <p:embed/>
                  </p:oleObj>
                </mc:Choice>
                <mc:Fallback>
                  <p:oleObj name="公式" r:id="rId7" imgW="1701800" imgH="482600"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31" y="2886"/>
                          <a:ext cx="2586" cy="671"/>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3192" name="Object 7">
              <a:extLst>
                <a:ext uri="{FF2B5EF4-FFF2-40B4-BE49-F238E27FC236}">
                  <a16:creationId xmlns:a16="http://schemas.microsoft.com/office/drawing/2014/main" id="{895C5AF9-AF0C-46E4-BFD0-5B340A578AAE}"/>
                </a:ext>
              </a:extLst>
            </p:cNvPr>
            <p:cNvGraphicFramePr>
              <a:graphicFrameLocks noChangeAspect="1"/>
            </p:cNvGraphicFramePr>
            <p:nvPr/>
          </p:nvGraphicFramePr>
          <p:xfrm>
            <a:off x="3198" y="2886"/>
            <a:ext cx="2313" cy="689"/>
          </p:xfrm>
          <a:graphic>
            <a:graphicData uri="http://schemas.openxmlformats.org/presentationml/2006/ole">
              <mc:AlternateContent xmlns:mc="http://schemas.openxmlformats.org/markup-compatibility/2006">
                <mc:Choice xmlns:v="urn:schemas-microsoft-com:vml" Requires="v">
                  <p:oleObj spid="_x0000_s93220" name="公式" r:id="rId9" imgW="2286000" imgH="571500" progId="Equation.3">
                    <p:embed/>
                  </p:oleObj>
                </mc:Choice>
                <mc:Fallback>
                  <p:oleObj name="公式" r:id="rId9" imgW="2286000" imgH="571500" progId="Equation.3">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98" y="2886"/>
                          <a:ext cx="2313" cy="689"/>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4" name="Group 21">
            <a:extLst>
              <a:ext uri="{FF2B5EF4-FFF2-40B4-BE49-F238E27FC236}">
                <a16:creationId xmlns:a16="http://schemas.microsoft.com/office/drawing/2014/main" id="{0D1C19ED-A183-49BE-B237-2B446E4F3817}"/>
              </a:ext>
            </a:extLst>
          </p:cNvPr>
          <p:cNvGrpSpPr>
            <a:grpSpLocks/>
          </p:cNvGrpSpPr>
          <p:nvPr/>
        </p:nvGrpSpPr>
        <p:grpSpPr bwMode="auto">
          <a:xfrm>
            <a:off x="2819400" y="2438400"/>
            <a:ext cx="5105400" cy="533400"/>
            <a:chOff x="1776" y="2112"/>
            <a:chExt cx="2928" cy="336"/>
          </a:xfrm>
        </p:grpSpPr>
        <p:graphicFrame>
          <p:nvGraphicFramePr>
            <p:cNvPr id="93194" name="Object 4">
              <a:extLst>
                <a:ext uri="{FF2B5EF4-FFF2-40B4-BE49-F238E27FC236}">
                  <a16:creationId xmlns:a16="http://schemas.microsoft.com/office/drawing/2014/main" id="{C5AB9E3F-4EC2-473F-9F02-B17B75CCCFEF}"/>
                </a:ext>
              </a:extLst>
            </p:cNvPr>
            <p:cNvGraphicFramePr>
              <a:graphicFrameLocks noChangeAspect="1"/>
            </p:cNvGraphicFramePr>
            <p:nvPr/>
          </p:nvGraphicFramePr>
          <p:xfrm>
            <a:off x="1776" y="2112"/>
            <a:ext cx="1296" cy="336"/>
          </p:xfrm>
          <a:graphic>
            <a:graphicData uri="http://schemas.openxmlformats.org/presentationml/2006/ole">
              <mc:AlternateContent xmlns:mc="http://schemas.openxmlformats.org/markup-compatibility/2006">
                <mc:Choice xmlns:v="urn:schemas-microsoft-com:vml" Requires="v">
                  <p:oleObj spid="_x0000_s93221" name="公式" r:id="rId11" imgW="1206500" imgH="241300" progId="Equation.3">
                    <p:embed/>
                  </p:oleObj>
                </mc:Choice>
                <mc:Fallback>
                  <p:oleObj name="公式" r:id="rId11" imgW="1206500" imgH="241300" progId="Equation.3">
                    <p:embed/>
                    <p:pic>
                      <p:nvPicPr>
                        <p:cNvPr id="0" name="Object 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776" y="2112"/>
                          <a:ext cx="1296" cy="336"/>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3195" name="Object 5">
              <a:extLst>
                <a:ext uri="{FF2B5EF4-FFF2-40B4-BE49-F238E27FC236}">
                  <a16:creationId xmlns:a16="http://schemas.microsoft.com/office/drawing/2014/main" id="{BB49C77E-7D80-475C-BA4C-E97FC531DD6E}"/>
                </a:ext>
              </a:extLst>
            </p:cNvPr>
            <p:cNvGraphicFramePr>
              <a:graphicFrameLocks noChangeAspect="1"/>
            </p:cNvGraphicFramePr>
            <p:nvPr/>
          </p:nvGraphicFramePr>
          <p:xfrm>
            <a:off x="3264" y="2112"/>
            <a:ext cx="1440" cy="336"/>
          </p:xfrm>
          <a:graphic>
            <a:graphicData uri="http://schemas.openxmlformats.org/presentationml/2006/ole">
              <mc:AlternateContent xmlns:mc="http://schemas.openxmlformats.org/markup-compatibility/2006">
                <mc:Choice xmlns:v="urn:schemas-microsoft-com:vml" Requires="v">
                  <p:oleObj spid="_x0000_s93222" name="公式" r:id="rId13" imgW="1358310" imgH="241195" progId="Equation.3">
                    <p:embed/>
                  </p:oleObj>
                </mc:Choice>
                <mc:Fallback>
                  <p:oleObj name="公式" r:id="rId13" imgW="1358310" imgH="241195" progId="Equation.3">
                    <p:embed/>
                    <p:pic>
                      <p:nvPicPr>
                        <p:cNvPr id="0" name="Object 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264" y="2112"/>
                          <a:ext cx="1440" cy="336"/>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92180" name="Text Box 20">
            <a:extLst>
              <a:ext uri="{FF2B5EF4-FFF2-40B4-BE49-F238E27FC236}">
                <a16:creationId xmlns:a16="http://schemas.microsoft.com/office/drawing/2014/main" id="{819A6E44-71BD-49B8-A094-71A3E223126B}"/>
              </a:ext>
            </a:extLst>
          </p:cNvPr>
          <p:cNvSpPr txBox="1">
            <a:spLocks noChangeArrowheads="1"/>
          </p:cNvSpPr>
          <p:nvPr/>
        </p:nvSpPr>
        <p:spPr bwMode="auto">
          <a:xfrm>
            <a:off x="304800" y="2438400"/>
            <a:ext cx="2209800" cy="519113"/>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a:t>Volterra</a:t>
            </a:r>
            <a:r>
              <a:rPr lang="zh-CN" altLang="en-US" sz="2800" b="1">
                <a:latin typeface="宋体" panose="02010600030101010101" pitchFamily="2" charset="-122"/>
              </a:rPr>
              <a:t>模型</a:t>
            </a:r>
          </a:p>
        </p:txBody>
      </p:sp>
      <p:grpSp>
        <p:nvGrpSpPr>
          <p:cNvPr id="5" name="Group 24">
            <a:extLst>
              <a:ext uri="{FF2B5EF4-FFF2-40B4-BE49-F238E27FC236}">
                <a16:creationId xmlns:a16="http://schemas.microsoft.com/office/drawing/2014/main" id="{8C45CE3D-A0FA-47CD-A05B-5F4EDE99FA53}"/>
              </a:ext>
            </a:extLst>
          </p:cNvPr>
          <p:cNvGrpSpPr>
            <a:grpSpLocks/>
          </p:cNvGrpSpPr>
          <p:nvPr/>
        </p:nvGrpSpPr>
        <p:grpSpPr bwMode="auto">
          <a:xfrm>
            <a:off x="1371600" y="3505200"/>
            <a:ext cx="990600" cy="685800"/>
            <a:chOff x="480" y="2784"/>
            <a:chExt cx="624" cy="432"/>
          </a:xfrm>
        </p:grpSpPr>
        <p:sp>
          <p:nvSpPr>
            <p:cNvPr id="93198" name="Text Box 22">
              <a:extLst>
                <a:ext uri="{FF2B5EF4-FFF2-40B4-BE49-F238E27FC236}">
                  <a16:creationId xmlns:a16="http://schemas.microsoft.com/office/drawing/2014/main" id="{6E94969E-8726-4266-8018-B2C3340E5568}"/>
                </a:ext>
              </a:extLst>
            </p:cNvPr>
            <p:cNvSpPr txBox="1">
              <a:spLocks noChangeArrowheads="1"/>
            </p:cNvSpPr>
            <p:nvPr/>
          </p:nvSpPr>
          <p:spPr bwMode="auto">
            <a:xfrm>
              <a:off x="480" y="2928"/>
              <a:ext cx="624" cy="288"/>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a:t>改写</a:t>
              </a:r>
            </a:p>
          </p:txBody>
        </p:sp>
        <p:sp>
          <p:nvSpPr>
            <p:cNvPr id="93199" name="AutoShape 23">
              <a:extLst>
                <a:ext uri="{FF2B5EF4-FFF2-40B4-BE49-F238E27FC236}">
                  <a16:creationId xmlns:a16="http://schemas.microsoft.com/office/drawing/2014/main" id="{7652502D-6BEC-49FE-AF56-3D5643C7D327}"/>
                </a:ext>
              </a:extLst>
            </p:cNvPr>
            <p:cNvSpPr>
              <a:spLocks noChangeArrowheads="1"/>
            </p:cNvSpPr>
            <p:nvPr/>
          </p:nvSpPr>
          <p:spPr bwMode="auto">
            <a:xfrm>
              <a:off x="480" y="2784"/>
              <a:ext cx="528" cy="144"/>
            </a:xfrm>
            <a:prstGeom prst="rightArrow">
              <a:avLst>
                <a:gd name="adj1" fmla="val 50000"/>
                <a:gd name="adj2" fmla="val 91667"/>
              </a:avLst>
            </a:prstGeom>
            <a:solidFill>
              <a:schemeClr val="hlink"/>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92194" name="Text Box 34">
            <a:extLst>
              <a:ext uri="{FF2B5EF4-FFF2-40B4-BE49-F238E27FC236}">
                <a16:creationId xmlns:a16="http://schemas.microsoft.com/office/drawing/2014/main" id="{FF7DE50C-EA56-4563-A217-52E64D2362EB}"/>
              </a:ext>
            </a:extLst>
          </p:cNvPr>
          <p:cNvSpPr txBox="1">
            <a:spLocks noChangeArrowheads="1"/>
          </p:cNvSpPr>
          <p:nvPr/>
        </p:nvSpPr>
        <p:spPr bwMode="auto">
          <a:xfrm>
            <a:off x="990600" y="1143000"/>
            <a:ext cx="6934200"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zh-CN" altLang="en-US" sz="2800" b="1"/>
              <a:t>多数</a:t>
            </a:r>
            <a:r>
              <a:rPr lang="zh-CN" altLang="en-US" sz="2800" b="1">
                <a:latin typeface="宋体" panose="02010600030101010101" pitchFamily="2" charset="-122"/>
              </a:rPr>
              <a:t>食饵</a:t>
            </a:r>
            <a:r>
              <a:rPr lang="en-US" altLang="zh-CN" sz="2800" b="1"/>
              <a:t>—</a:t>
            </a:r>
            <a:r>
              <a:rPr lang="zh-CN" altLang="en-US" sz="2800" b="1">
                <a:latin typeface="宋体" panose="02010600030101010101" pitchFamily="2" charset="-122"/>
              </a:rPr>
              <a:t>捕食者系统观察不到周期震荡</a:t>
            </a:r>
            <a:r>
              <a:rPr lang="en-US" altLang="zh-CN" sz="2800" b="1">
                <a:latin typeface="宋体" panose="02010600030101010101" pitchFamily="2" charset="-122"/>
              </a:rPr>
              <a:t>,</a:t>
            </a:r>
            <a:r>
              <a:rPr lang="zh-CN" altLang="en-US" sz="2800" b="1">
                <a:latin typeface="宋体" panose="02010600030101010101" pitchFamily="2" charset="-122"/>
              </a:rPr>
              <a:t>而是趋向某个平衡状态</a:t>
            </a:r>
            <a:r>
              <a:rPr lang="en-US" altLang="zh-CN" sz="2800" b="1">
                <a:latin typeface="宋体" panose="02010600030101010101" pitchFamily="2" charset="-122"/>
              </a:rPr>
              <a:t>,</a:t>
            </a:r>
            <a:r>
              <a:rPr lang="zh-CN" altLang="en-US" sz="2800" b="1">
                <a:latin typeface="宋体" panose="02010600030101010101" pitchFamily="2" charset="-122"/>
              </a:rPr>
              <a:t>即存在稳定平衡点</a:t>
            </a:r>
            <a:r>
              <a:rPr lang="en-US" altLang="zh-CN" sz="2800" b="1">
                <a:latin typeface="宋体" panose="02010600030101010101" pitchFamily="2" charset="-122"/>
              </a:rPr>
              <a:t>.</a:t>
            </a:r>
          </a:p>
        </p:txBody>
      </p:sp>
      <p:grpSp>
        <p:nvGrpSpPr>
          <p:cNvPr id="6" name="Group 36">
            <a:extLst>
              <a:ext uri="{FF2B5EF4-FFF2-40B4-BE49-F238E27FC236}">
                <a16:creationId xmlns:a16="http://schemas.microsoft.com/office/drawing/2014/main" id="{08AE17EC-82A5-4316-8D88-8C8428315807}"/>
              </a:ext>
            </a:extLst>
          </p:cNvPr>
          <p:cNvGrpSpPr>
            <a:grpSpLocks/>
          </p:cNvGrpSpPr>
          <p:nvPr/>
        </p:nvGrpSpPr>
        <p:grpSpPr bwMode="auto">
          <a:xfrm>
            <a:off x="2743200" y="4114800"/>
            <a:ext cx="2543175" cy="457200"/>
            <a:chOff x="1728" y="2688"/>
            <a:chExt cx="1602" cy="288"/>
          </a:xfrm>
        </p:grpSpPr>
        <p:sp>
          <p:nvSpPr>
            <p:cNvPr id="93202" name="Text Box 28">
              <a:extLst>
                <a:ext uri="{FF2B5EF4-FFF2-40B4-BE49-F238E27FC236}">
                  <a16:creationId xmlns:a16="http://schemas.microsoft.com/office/drawing/2014/main" id="{8027A7D8-A34E-4D42-BA1A-C10C4B8DDA41}"/>
                </a:ext>
              </a:extLst>
            </p:cNvPr>
            <p:cNvSpPr txBox="1">
              <a:spLocks noChangeArrowheads="1"/>
            </p:cNvSpPr>
            <p:nvPr/>
          </p:nvSpPr>
          <p:spPr bwMode="auto">
            <a:xfrm>
              <a:off x="1728" y="2688"/>
              <a:ext cx="1248" cy="288"/>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a:t>加</a:t>
              </a:r>
              <a:r>
                <a:rPr lang="en-US" altLang="zh-CN" b="1"/>
                <a:t>Logistic</a:t>
              </a:r>
              <a:r>
                <a:rPr lang="zh-CN" altLang="en-US" b="1"/>
                <a:t>项</a:t>
              </a:r>
            </a:p>
          </p:txBody>
        </p:sp>
        <p:sp>
          <p:nvSpPr>
            <p:cNvPr id="93203" name="AutoShape 35">
              <a:extLst>
                <a:ext uri="{FF2B5EF4-FFF2-40B4-BE49-F238E27FC236}">
                  <a16:creationId xmlns:a16="http://schemas.microsoft.com/office/drawing/2014/main" id="{A34E985C-6ACC-439C-A11C-B528A7F5E5B5}"/>
                </a:ext>
              </a:extLst>
            </p:cNvPr>
            <p:cNvSpPr>
              <a:spLocks noChangeArrowheads="1"/>
            </p:cNvSpPr>
            <p:nvPr/>
          </p:nvSpPr>
          <p:spPr bwMode="auto">
            <a:xfrm>
              <a:off x="3024" y="2784"/>
              <a:ext cx="306" cy="144"/>
            </a:xfrm>
            <a:prstGeom prst="downArrow">
              <a:avLst>
                <a:gd name="adj1" fmla="val 50000"/>
                <a:gd name="adj2" fmla="val 25000"/>
              </a:avLst>
            </a:prstGeom>
            <a:solidFill>
              <a:schemeClr val="hlink"/>
            </a:solidFill>
            <a:ln w="9525">
              <a:solidFill>
                <a:schemeClr val="tx1"/>
              </a:solidFill>
              <a:miter lim="800000"/>
              <a:headEnd/>
              <a:tailEnd/>
            </a:ln>
          </p:spPr>
          <p:txBody>
            <a:bodyPr vert="eaVert"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92197" name="Text Box 37">
            <a:extLst>
              <a:ext uri="{FF2B5EF4-FFF2-40B4-BE49-F238E27FC236}">
                <a16:creationId xmlns:a16="http://schemas.microsoft.com/office/drawing/2014/main" id="{597E7232-454A-4E38-9299-BFDF95C0861A}"/>
              </a:ext>
            </a:extLst>
          </p:cNvPr>
          <p:cNvSpPr txBox="1">
            <a:spLocks noChangeArrowheads="1"/>
          </p:cNvSpPr>
          <p:nvPr/>
        </p:nvSpPr>
        <p:spPr bwMode="auto">
          <a:xfrm>
            <a:off x="3352800" y="5867400"/>
            <a:ext cx="2438400" cy="519113"/>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有</a:t>
            </a:r>
            <a:r>
              <a:rPr lang="zh-CN" altLang="en-US" sz="2800" b="1">
                <a:latin typeface="宋体" panose="02010600030101010101" pitchFamily="2" charset="-122"/>
              </a:rPr>
              <a:t>稳定平衡点</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92194"/>
                                        </p:tgtEl>
                                        <p:attrNameLst>
                                          <p:attrName>style.visibility</p:attrName>
                                        </p:attrNameLst>
                                      </p:cBhvr>
                                      <p:to>
                                        <p:strVal val="visible"/>
                                      </p:to>
                                    </p:set>
                                    <p:animEffect transition="in" filter="box(in)">
                                      <p:cBhvr>
                                        <p:cTn id="7" dur="1000"/>
                                        <p:tgtEl>
                                          <p:spTgt spid="9219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92180"/>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left)">
                                      <p:cBhvr>
                                        <p:cTn id="16" dur="1000"/>
                                        <p:tgtEl>
                                          <p:spTgt spid="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wipe(left)">
                                      <p:cBhvr>
                                        <p:cTn id="21" dur="1000"/>
                                        <p:tgtEl>
                                          <p:spTgt spid="5"/>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wipe(left)">
                                      <p:cBhvr>
                                        <p:cTn id="26" dur="1000"/>
                                        <p:tgtEl>
                                          <p:spTgt spid="2"/>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499"/>
                                          </p:stCondLst>
                                        </p:cTn>
                                        <p:tgtEl>
                                          <p:spTgt spid="6"/>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3" presetClass="entr" presetSubtype="10" fill="hold" nodeType="clickEffect">
                                  <p:stCondLst>
                                    <p:cond delay="0"/>
                                  </p:stCondLst>
                                  <p:childTnLst>
                                    <p:set>
                                      <p:cBhvr>
                                        <p:cTn id="34" dur="1" fill="hold">
                                          <p:stCondLst>
                                            <p:cond delay="0"/>
                                          </p:stCondLst>
                                        </p:cTn>
                                        <p:tgtEl>
                                          <p:spTgt spid="3"/>
                                        </p:tgtEl>
                                        <p:attrNameLst>
                                          <p:attrName>style.visibility</p:attrName>
                                        </p:attrNameLst>
                                      </p:cBhvr>
                                      <p:to>
                                        <p:strVal val="visible"/>
                                      </p:to>
                                    </p:set>
                                    <p:animEffect transition="in" filter="blinds(horizontal)">
                                      <p:cBhvr>
                                        <p:cTn id="35" dur="1000"/>
                                        <p:tgtEl>
                                          <p:spTgt spid="3"/>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16" presetClass="entr" presetSubtype="42" fill="hold" grpId="0" nodeType="clickEffect">
                                  <p:stCondLst>
                                    <p:cond delay="0"/>
                                  </p:stCondLst>
                                  <p:childTnLst>
                                    <p:set>
                                      <p:cBhvr>
                                        <p:cTn id="39" dur="1" fill="hold">
                                          <p:stCondLst>
                                            <p:cond delay="0"/>
                                          </p:stCondLst>
                                        </p:cTn>
                                        <p:tgtEl>
                                          <p:spTgt spid="92197"/>
                                        </p:tgtEl>
                                        <p:attrNameLst>
                                          <p:attrName>style.visibility</p:attrName>
                                        </p:attrNameLst>
                                      </p:cBhvr>
                                      <p:to>
                                        <p:strVal val="visible"/>
                                      </p:to>
                                    </p:set>
                                    <p:animEffect transition="in" filter="barn(outHorizontal)">
                                      <p:cBhvr>
                                        <p:cTn id="40" dur="1000"/>
                                        <p:tgtEl>
                                          <p:spTgt spid="921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80" grpId="0" animBg="1" autoUpdateAnimBg="0"/>
      <p:bldP spid="92194" grpId="0" autoUpdateAnimBg="0"/>
      <p:bldP spid="92197" grpId="0" animBg="1" autoUpdateAnimBg="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Text Box 2">
            <a:extLst>
              <a:ext uri="{FF2B5EF4-FFF2-40B4-BE49-F238E27FC236}">
                <a16:creationId xmlns:a16="http://schemas.microsoft.com/office/drawing/2014/main" id="{C29D3FE3-56EC-42F5-9D6A-0E1E253A9C65}"/>
              </a:ext>
            </a:extLst>
          </p:cNvPr>
          <p:cNvSpPr txBox="1">
            <a:spLocks noChangeArrowheads="1"/>
          </p:cNvSpPr>
          <p:nvPr/>
        </p:nvSpPr>
        <p:spPr bwMode="auto">
          <a:xfrm>
            <a:off x="609600" y="1066800"/>
            <a:ext cx="8210550"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Char char="•"/>
            </a:pPr>
            <a:r>
              <a:rPr lang="en-US" altLang="zh-CN" sz="2800" b="1"/>
              <a:t> </a:t>
            </a:r>
            <a:r>
              <a:rPr lang="zh-CN" altLang="en-US" sz="2800" b="1"/>
              <a:t>相轨线是封闭曲线，结构不稳定</a:t>
            </a:r>
            <a:r>
              <a:rPr lang="en-US" altLang="zh-CN" sz="2800" b="1"/>
              <a:t>——</a:t>
            </a:r>
            <a:r>
              <a:rPr lang="zh-CN" altLang="en-US" sz="2800" b="1"/>
              <a:t>一旦离开某一条闭轨线，就进入另一条闭轨线，不恢复原状</a:t>
            </a:r>
            <a:r>
              <a:rPr lang="en-US" altLang="zh-CN" sz="2800" b="1"/>
              <a:t>.</a:t>
            </a:r>
          </a:p>
        </p:txBody>
      </p:sp>
      <p:sp>
        <p:nvSpPr>
          <p:cNvPr id="108547" name="Text Box 3">
            <a:extLst>
              <a:ext uri="{FF2B5EF4-FFF2-40B4-BE49-F238E27FC236}">
                <a16:creationId xmlns:a16="http://schemas.microsoft.com/office/drawing/2014/main" id="{AAE8884C-C183-4552-8F32-B4B370DC7EDF}"/>
              </a:ext>
            </a:extLst>
          </p:cNvPr>
          <p:cNvSpPr txBox="1">
            <a:spLocks noChangeArrowheads="1"/>
          </p:cNvSpPr>
          <p:nvPr/>
        </p:nvSpPr>
        <p:spPr bwMode="auto">
          <a:xfrm>
            <a:off x="611188" y="2235200"/>
            <a:ext cx="8281987" cy="11176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Char char="•"/>
            </a:pPr>
            <a:r>
              <a:rPr lang="en-US" altLang="zh-CN" sz="2800" b="1"/>
              <a:t> </a:t>
            </a:r>
            <a:r>
              <a:rPr lang="zh-CN" altLang="en-US" sz="2800" b="1"/>
              <a:t>自然界存在的周期性平衡生态系统是结构稳定的，即偏离周期轨道后，内部制约使系统恢复原状</a:t>
            </a:r>
            <a:r>
              <a:rPr lang="en-US" altLang="zh-CN" sz="2800" b="1"/>
              <a:t>.</a:t>
            </a:r>
          </a:p>
        </p:txBody>
      </p:sp>
      <p:sp>
        <p:nvSpPr>
          <p:cNvPr id="94212" name="Text Box 5">
            <a:extLst>
              <a:ext uri="{FF2B5EF4-FFF2-40B4-BE49-F238E27FC236}">
                <a16:creationId xmlns:a16="http://schemas.microsoft.com/office/drawing/2014/main" id="{32976233-60CD-432A-A15C-F52B14CF1DD4}"/>
              </a:ext>
            </a:extLst>
          </p:cNvPr>
          <p:cNvSpPr txBox="1">
            <a:spLocks noChangeArrowheads="1"/>
          </p:cNvSpPr>
          <p:nvPr/>
        </p:nvSpPr>
        <p:spPr bwMode="auto">
          <a:xfrm>
            <a:off x="762000" y="563563"/>
            <a:ext cx="7543800" cy="579437"/>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ea typeface="楷体_GB2312" pitchFamily="49" charset="-122"/>
              </a:rPr>
              <a:t>食饵</a:t>
            </a:r>
            <a:r>
              <a:rPr lang="en-US" altLang="zh-CN" sz="3200" b="1">
                <a:ea typeface="楷体_GB2312" pitchFamily="49" charset="-122"/>
              </a:rPr>
              <a:t>-</a:t>
            </a:r>
            <a:r>
              <a:rPr lang="zh-CN" altLang="en-US" sz="3200" b="1">
                <a:ea typeface="楷体_GB2312" pitchFamily="49" charset="-122"/>
              </a:rPr>
              <a:t>捕食者模型</a:t>
            </a:r>
            <a:r>
              <a:rPr lang="en-US" altLang="zh-CN" sz="3200" b="1">
                <a:ea typeface="楷体_GB2312" pitchFamily="49" charset="-122"/>
              </a:rPr>
              <a:t>(Volterra)</a:t>
            </a:r>
            <a:r>
              <a:rPr lang="zh-CN" altLang="zh-CN" sz="3200" b="1">
                <a:ea typeface="楷体_GB2312" pitchFamily="49" charset="-122"/>
              </a:rPr>
              <a:t>的缺点与改进</a:t>
            </a:r>
            <a:endParaRPr lang="zh-CN" altLang="en-US" sz="3200" b="1">
              <a:ea typeface="楷体_GB2312" pitchFamily="49" charset="-122"/>
            </a:endParaRPr>
          </a:p>
        </p:txBody>
      </p:sp>
      <p:graphicFrame>
        <p:nvGraphicFramePr>
          <p:cNvPr id="108552" name="Object 8">
            <a:extLst>
              <a:ext uri="{FF2B5EF4-FFF2-40B4-BE49-F238E27FC236}">
                <a16:creationId xmlns:a16="http://schemas.microsoft.com/office/drawing/2014/main" id="{932F8AE0-169A-470F-9616-5CED42FE495A}"/>
              </a:ext>
            </a:extLst>
          </p:cNvPr>
          <p:cNvGraphicFramePr>
            <a:graphicFrameLocks noChangeAspect="1"/>
          </p:cNvGraphicFramePr>
          <p:nvPr/>
        </p:nvGraphicFramePr>
        <p:xfrm>
          <a:off x="539750" y="3308350"/>
          <a:ext cx="4103688" cy="1141413"/>
        </p:xfrm>
        <a:graphic>
          <a:graphicData uri="http://schemas.openxmlformats.org/presentationml/2006/ole">
            <mc:AlternateContent xmlns:mc="http://schemas.openxmlformats.org/markup-compatibility/2006">
              <mc:Choice xmlns:v="urn:schemas-microsoft-com:vml" Requires="v">
                <p:oleObj spid="_x0000_s94225" name="公式" r:id="rId3" imgW="1943100" imgH="482600" progId="Equation.3">
                  <p:embed/>
                </p:oleObj>
              </mc:Choice>
              <mc:Fallback>
                <p:oleObj name="公式" r:id="rId3" imgW="1943100" imgH="482600" progId="Equation.3">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750" y="3308350"/>
                        <a:ext cx="4103688" cy="1141413"/>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8553" name="Object 9">
            <a:extLst>
              <a:ext uri="{FF2B5EF4-FFF2-40B4-BE49-F238E27FC236}">
                <a16:creationId xmlns:a16="http://schemas.microsoft.com/office/drawing/2014/main" id="{C4878B65-A238-4EA8-94B1-542F0895ABE2}"/>
              </a:ext>
            </a:extLst>
          </p:cNvPr>
          <p:cNvGraphicFramePr>
            <a:graphicFrameLocks noChangeAspect="1"/>
          </p:cNvGraphicFramePr>
          <p:nvPr/>
        </p:nvGraphicFramePr>
        <p:xfrm>
          <a:off x="4716463" y="3308350"/>
          <a:ext cx="4176712" cy="1152525"/>
        </p:xfrm>
        <a:graphic>
          <a:graphicData uri="http://schemas.openxmlformats.org/presentationml/2006/ole">
            <mc:AlternateContent xmlns:mc="http://schemas.openxmlformats.org/markup-compatibility/2006">
              <mc:Choice xmlns:v="urn:schemas-microsoft-com:vml" Requires="v">
                <p:oleObj spid="_x0000_s94226" name="公式" r:id="rId5" imgW="1790700" imgH="482600" progId="Equation.3">
                  <p:embed/>
                </p:oleObj>
              </mc:Choice>
              <mc:Fallback>
                <p:oleObj name="公式" r:id="rId5" imgW="1790700" imgH="482600" progId="Equation.3">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16463" y="3308350"/>
                        <a:ext cx="4176712" cy="1152525"/>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8554" name="Text Box 10">
            <a:extLst>
              <a:ext uri="{FF2B5EF4-FFF2-40B4-BE49-F238E27FC236}">
                <a16:creationId xmlns:a16="http://schemas.microsoft.com/office/drawing/2014/main" id="{0D7F2425-9D8A-4B49-85A7-8E3615389DD4}"/>
              </a:ext>
            </a:extLst>
          </p:cNvPr>
          <p:cNvSpPr txBox="1">
            <a:spLocks noChangeArrowheads="1"/>
          </p:cNvSpPr>
          <p:nvPr/>
        </p:nvSpPr>
        <p:spPr bwMode="auto">
          <a:xfrm>
            <a:off x="539750" y="4267200"/>
            <a:ext cx="3671888"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15000"/>
              </a:lnSpc>
              <a:spcBef>
                <a:spcPct val="50000"/>
              </a:spcBef>
            </a:pPr>
            <a:r>
              <a:rPr lang="en-US" altLang="zh-CN" sz="2800" b="1" i="1"/>
              <a:t>r</a:t>
            </a:r>
            <a:r>
              <a:rPr lang="en-US" altLang="zh-CN" sz="2800" b="1" baseline="-25000"/>
              <a:t>1</a:t>
            </a:r>
            <a:r>
              <a:rPr lang="en-US" altLang="zh-CN" sz="2800" b="1"/>
              <a:t>=1, </a:t>
            </a:r>
            <a:r>
              <a:rPr lang="en-US" altLang="zh-CN" sz="2800" b="1" i="1"/>
              <a:t>N</a:t>
            </a:r>
            <a:r>
              <a:rPr lang="en-US" altLang="zh-CN" sz="2800" b="1" baseline="-25000"/>
              <a:t>1</a:t>
            </a:r>
            <a:r>
              <a:rPr lang="en-US" altLang="zh-CN" sz="2800" b="1"/>
              <a:t>=20, </a:t>
            </a:r>
            <a:r>
              <a:rPr lang="en-US" altLang="zh-CN" sz="2800" b="1" i="1">
                <a:sym typeface="Symbol" panose="05050102010706020507" pitchFamily="18" charset="2"/>
              </a:rPr>
              <a:t></a:t>
            </a:r>
            <a:r>
              <a:rPr lang="en-US" altLang="zh-CN" sz="2800" b="1" baseline="-25000">
                <a:sym typeface="Symbol" panose="05050102010706020507" pitchFamily="18" charset="2"/>
              </a:rPr>
              <a:t>1</a:t>
            </a:r>
            <a:r>
              <a:rPr lang="en-US" altLang="zh-CN" sz="2800" b="1">
                <a:sym typeface="Symbol" panose="05050102010706020507" pitchFamily="18" charset="2"/>
              </a:rPr>
              <a:t>=0.1, </a:t>
            </a:r>
            <a:r>
              <a:rPr lang="en-US" altLang="zh-CN" sz="2800" b="1" i="1">
                <a:sym typeface="Symbol" panose="05050102010706020507" pitchFamily="18" charset="2"/>
              </a:rPr>
              <a:t>w</a:t>
            </a:r>
            <a:r>
              <a:rPr lang="en-US" altLang="zh-CN" sz="2800" b="1">
                <a:sym typeface="Symbol" panose="05050102010706020507" pitchFamily="18" charset="2"/>
              </a:rPr>
              <a:t>=0.2, </a:t>
            </a:r>
            <a:r>
              <a:rPr lang="en-US" altLang="zh-CN" sz="2800" b="1" i="1"/>
              <a:t>r</a:t>
            </a:r>
            <a:r>
              <a:rPr lang="en-US" altLang="zh-CN" sz="2800" b="1" baseline="-25000"/>
              <a:t>2</a:t>
            </a:r>
            <a:r>
              <a:rPr lang="en-US" altLang="zh-CN" sz="2800" b="1"/>
              <a:t>=0.5, </a:t>
            </a:r>
            <a:r>
              <a:rPr lang="en-US" altLang="zh-CN" sz="2800" b="1" i="1">
                <a:sym typeface="Symbol" panose="05050102010706020507" pitchFamily="18" charset="2"/>
              </a:rPr>
              <a:t></a:t>
            </a:r>
            <a:r>
              <a:rPr lang="en-US" altLang="zh-CN" sz="2800" b="1" baseline="-25000">
                <a:sym typeface="Symbol" panose="05050102010706020507" pitchFamily="18" charset="2"/>
              </a:rPr>
              <a:t>2</a:t>
            </a:r>
            <a:r>
              <a:rPr lang="en-US" altLang="zh-CN" sz="2800" b="1">
                <a:sym typeface="Symbol" panose="05050102010706020507" pitchFamily="18" charset="2"/>
              </a:rPr>
              <a:t>=0.18</a:t>
            </a:r>
          </a:p>
        </p:txBody>
      </p:sp>
      <p:sp>
        <p:nvSpPr>
          <p:cNvPr id="108555" name="Text Box 11">
            <a:extLst>
              <a:ext uri="{FF2B5EF4-FFF2-40B4-BE49-F238E27FC236}">
                <a16:creationId xmlns:a16="http://schemas.microsoft.com/office/drawing/2014/main" id="{B81C5EF8-F6D2-4406-89BD-FF87D1480C38}"/>
              </a:ext>
            </a:extLst>
          </p:cNvPr>
          <p:cNvSpPr txBox="1">
            <a:spLocks noChangeArrowheads="1"/>
          </p:cNvSpPr>
          <p:nvPr/>
        </p:nvSpPr>
        <p:spPr bwMode="auto">
          <a:xfrm>
            <a:off x="539750" y="5403850"/>
            <a:ext cx="3167063" cy="519113"/>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相轨线趋向极限环</a:t>
            </a:r>
          </a:p>
        </p:txBody>
      </p:sp>
      <p:pic>
        <p:nvPicPr>
          <p:cNvPr id="108556" name="Picture 12">
            <a:extLst>
              <a:ext uri="{FF2B5EF4-FFF2-40B4-BE49-F238E27FC236}">
                <a16:creationId xmlns:a16="http://schemas.microsoft.com/office/drawing/2014/main" id="{C3AA2811-6293-4C71-A240-7A5EDB66218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19600" y="4343400"/>
            <a:ext cx="4176713" cy="2157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Group 14">
            <a:extLst>
              <a:ext uri="{FF2B5EF4-FFF2-40B4-BE49-F238E27FC236}">
                <a16:creationId xmlns:a16="http://schemas.microsoft.com/office/drawing/2014/main" id="{AD2BDB2A-8BBE-4BF9-B5DA-D6B8D03538B3}"/>
              </a:ext>
            </a:extLst>
          </p:cNvPr>
          <p:cNvGrpSpPr>
            <a:grpSpLocks/>
          </p:cNvGrpSpPr>
          <p:nvPr/>
        </p:nvGrpSpPr>
        <p:grpSpPr bwMode="auto">
          <a:xfrm>
            <a:off x="1547813" y="5980113"/>
            <a:ext cx="2087562" cy="519112"/>
            <a:chOff x="975" y="3874"/>
            <a:chExt cx="1315" cy="327"/>
          </a:xfrm>
        </p:grpSpPr>
        <p:sp>
          <p:nvSpPr>
            <p:cNvPr id="94219" name="Text Box 4">
              <a:extLst>
                <a:ext uri="{FF2B5EF4-FFF2-40B4-BE49-F238E27FC236}">
                  <a16:creationId xmlns:a16="http://schemas.microsoft.com/office/drawing/2014/main" id="{CBA15620-8047-4D0B-A708-092B80EEF37B}"/>
                </a:ext>
              </a:extLst>
            </p:cNvPr>
            <p:cNvSpPr txBox="1">
              <a:spLocks noChangeArrowheads="1"/>
            </p:cNvSpPr>
            <p:nvPr/>
          </p:nvSpPr>
          <p:spPr bwMode="auto">
            <a:xfrm>
              <a:off x="1234" y="3874"/>
              <a:ext cx="1056" cy="327"/>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ea typeface="楷体_GB2312" pitchFamily="49" charset="-122"/>
                </a:rPr>
                <a:t>结构稳定 </a:t>
              </a:r>
            </a:p>
          </p:txBody>
        </p:sp>
        <p:sp>
          <p:nvSpPr>
            <p:cNvPr id="94220" name="AutoShape 13">
              <a:extLst>
                <a:ext uri="{FF2B5EF4-FFF2-40B4-BE49-F238E27FC236}">
                  <a16:creationId xmlns:a16="http://schemas.microsoft.com/office/drawing/2014/main" id="{A3594F3A-575A-4DA2-BF24-10F45BD532E7}"/>
                </a:ext>
              </a:extLst>
            </p:cNvPr>
            <p:cNvSpPr>
              <a:spLocks noChangeArrowheads="1"/>
            </p:cNvSpPr>
            <p:nvPr/>
          </p:nvSpPr>
          <p:spPr bwMode="auto">
            <a:xfrm>
              <a:off x="975" y="3884"/>
              <a:ext cx="136" cy="306"/>
            </a:xfrm>
            <a:prstGeom prst="rightArrow">
              <a:avLst>
                <a:gd name="adj1" fmla="val 50000"/>
                <a:gd name="adj2" fmla="val 25000"/>
              </a:avLst>
            </a:prstGeom>
            <a:solidFill>
              <a:srgbClr val="FFFF00"/>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08546"/>
                                        </p:tgtEl>
                                        <p:attrNameLst>
                                          <p:attrName>style.visibility</p:attrName>
                                        </p:attrNameLst>
                                      </p:cBhvr>
                                      <p:to>
                                        <p:strVal val="visible"/>
                                      </p:to>
                                    </p:set>
                                    <p:animEffect transition="in" filter="strips(downRight)">
                                      <p:cBhvr>
                                        <p:cTn id="7" dur="1000"/>
                                        <p:tgtEl>
                                          <p:spTgt spid="10854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8547"/>
                                        </p:tgtEl>
                                        <p:attrNameLst>
                                          <p:attrName>style.visibility</p:attrName>
                                        </p:attrNameLst>
                                      </p:cBhvr>
                                      <p:to>
                                        <p:strVal val="visible"/>
                                      </p:to>
                                    </p:set>
                                    <p:animEffect transition="in" filter="fade">
                                      <p:cBhvr>
                                        <p:cTn id="12" dur="1000"/>
                                        <p:tgtEl>
                                          <p:spTgt spid="10854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108552"/>
                                        </p:tgtEl>
                                        <p:attrNameLst>
                                          <p:attrName>style.visibility</p:attrName>
                                        </p:attrNameLst>
                                      </p:cBhvr>
                                      <p:to>
                                        <p:strVal val="visible"/>
                                      </p:to>
                                    </p:set>
                                    <p:animEffect transition="in" filter="box(in)">
                                      <p:cBhvr>
                                        <p:cTn id="17" dur="1000"/>
                                        <p:tgtEl>
                                          <p:spTgt spid="10855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nodeType="clickEffect">
                                  <p:stCondLst>
                                    <p:cond delay="0"/>
                                  </p:stCondLst>
                                  <p:childTnLst>
                                    <p:set>
                                      <p:cBhvr>
                                        <p:cTn id="21" dur="1" fill="hold">
                                          <p:stCondLst>
                                            <p:cond delay="0"/>
                                          </p:stCondLst>
                                        </p:cTn>
                                        <p:tgtEl>
                                          <p:spTgt spid="108553"/>
                                        </p:tgtEl>
                                        <p:attrNameLst>
                                          <p:attrName>style.visibility</p:attrName>
                                        </p:attrNameLst>
                                      </p:cBhvr>
                                      <p:to>
                                        <p:strVal val="visible"/>
                                      </p:to>
                                    </p:set>
                                    <p:animEffect transition="in" filter="checkerboard(across)">
                                      <p:cBhvr>
                                        <p:cTn id="22" dur="1000"/>
                                        <p:tgtEl>
                                          <p:spTgt spid="10855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108554"/>
                                        </p:tgtEl>
                                        <p:attrNameLst>
                                          <p:attrName>style.visibility</p:attrName>
                                        </p:attrNameLst>
                                      </p:cBhvr>
                                      <p:to>
                                        <p:strVal val="visible"/>
                                      </p:to>
                                    </p:set>
                                    <p:animEffect transition="in" filter="checkerboard(across)">
                                      <p:cBhvr>
                                        <p:cTn id="27" dur="1000"/>
                                        <p:tgtEl>
                                          <p:spTgt spid="10855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3" presetClass="entr" presetSubtype="16" fill="hold" nodeType="clickEffect">
                                  <p:stCondLst>
                                    <p:cond delay="0"/>
                                  </p:stCondLst>
                                  <p:childTnLst>
                                    <p:set>
                                      <p:cBhvr>
                                        <p:cTn id="31" dur="1" fill="hold">
                                          <p:stCondLst>
                                            <p:cond delay="0"/>
                                          </p:stCondLst>
                                        </p:cTn>
                                        <p:tgtEl>
                                          <p:spTgt spid="108556"/>
                                        </p:tgtEl>
                                        <p:attrNameLst>
                                          <p:attrName>style.visibility</p:attrName>
                                        </p:attrNameLst>
                                      </p:cBhvr>
                                      <p:to>
                                        <p:strVal val="visible"/>
                                      </p:to>
                                    </p:set>
                                    <p:anim calcmode="lin" valueType="num">
                                      <p:cBhvr>
                                        <p:cTn id="32" dur="1000" fill="hold"/>
                                        <p:tgtEl>
                                          <p:spTgt spid="108556"/>
                                        </p:tgtEl>
                                        <p:attrNameLst>
                                          <p:attrName>ppt_w</p:attrName>
                                        </p:attrNameLst>
                                      </p:cBhvr>
                                      <p:tavLst>
                                        <p:tav tm="0">
                                          <p:val>
                                            <p:fltVal val="0"/>
                                          </p:val>
                                        </p:tav>
                                        <p:tav tm="100000">
                                          <p:val>
                                            <p:strVal val="#ppt_w"/>
                                          </p:val>
                                        </p:tav>
                                      </p:tavLst>
                                    </p:anim>
                                    <p:anim calcmode="lin" valueType="num">
                                      <p:cBhvr>
                                        <p:cTn id="33" dur="1000" fill="hold"/>
                                        <p:tgtEl>
                                          <p:spTgt spid="108556"/>
                                        </p:tgtEl>
                                        <p:attrNameLst>
                                          <p:attrName>ppt_h</p:attrName>
                                        </p:attrNameLst>
                                      </p:cBhvr>
                                      <p:tavLst>
                                        <p:tav tm="0">
                                          <p:val>
                                            <p:fltVal val="0"/>
                                          </p:val>
                                        </p:tav>
                                        <p:tav tm="100000">
                                          <p:val>
                                            <p:strVal val="#ppt_h"/>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23" presetClass="entr" presetSubtype="16" fill="hold" grpId="0" nodeType="clickEffect">
                                  <p:stCondLst>
                                    <p:cond delay="0"/>
                                  </p:stCondLst>
                                  <p:childTnLst>
                                    <p:set>
                                      <p:cBhvr>
                                        <p:cTn id="37" dur="1" fill="hold">
                                          <p:stCondLst>
                                            <p:cond delay="0"/>
                                          </p:stCondLst>
                                        </p:cTn>
                                        <p:tgtEl>
                                          <p:spTgt spid="108555"/>
                                        </p:tgtEl>
                                        <p:attrNameLst>
                                          <p:attrName>style.visibility</p:attrName>
                                        </p:attrNameLst>
                                      </p:cBhvr>
                                      <p:to>
                                        <p:strVal val="visible"/>
                                      </p:to>
                                    </p:set>
                                    <p:anim calcmode="lin" valueType="num">
                                      <p:cBhvr>
                                        <p:cTn id="38" dur="1000" fill="hold"/>
                                        <p:tgtEl>
                                          <p:spTgt spid="108555"/>
                                        </p:tgtEl>
                                        <p:attrNameLst>
                                          <p:attrName>ppt_w</p:attrName>
                                        </p:attrNameLst>
                                      </p:cBhvr>
                                      <p:tavLst>
                                        <p:tav tm="0">
                                          <p:val>
                                            <p:fltVal val="0"/>
                                          </p:val>
                                        </p:tav>
                                        <p:tav tm="100000">
                                          <p:val>
                                            <p:strVal val="#ppt_w"/>
                                          </p:val>
                                        </p:tav>
                                      </p:tavLst>
                                    </p:anim>
                                    <p:anim calcmode="lin" valueType="num">
                                      <p:cBhvr>
                                        <p:cTn id="39" dur="1000" fill="hold"/>
                                        <p:tgtEl>
                                          <p:spTgt spid="108555"/>
                                        </p:tgtEl>
                                        <p:attrNameLst>
                                          <p:attrName>ppt_h</p:attrName>
                                        </p:attrNameLst>
                                      </p:cBhvr>
                                      <p:tavLst>
                                        <p:tav tm="0">
                                          <p:val>
                                            <p:fltVal val="0"/>
                                          </p:val>
                                        </p:tav>
                                        <p:tav tm="100000">
                                          <p:val>
                                            <p:strVal val="#ppt_h"/>
                                          </p:val>
                                        </p:tav>
                                      </p:tavLst>
                                    </p:anim>
                                  </p:childTnLst>
                                </p:cTn>
                              </p:par>
                            </p:childTnLst>
                          </p:cTn>
                        </p:par>
                      </p:childTnLst>
                    </p:cTn>
                  </p:par>
                  <p:par>
                    <p:cTn id="40" fill="hold" nodeType="clickPar">
                      <p:stCondLst>
                        <p:cond delay="indefinite"/>
                      </p:stCondLst>
                      <p:childTnLst>
                        <p:par>
                          <p:cTn id="41" fill="hold" nodeType="withGroup">
                            <p:stCondLst>
                              <p:cond delay="0"/>
                            </p:stCondLst>
                            <p:childTnLst>
                              <p:par>
                                <p:cTn id="42" presetID="2" presetClass="entr" presetSubtype="4" fill="hold" nodeType="clickEffect">
                                  <p:stCondLst>
                                    <p:cond delay="0"/>
                                  </p:stCondLst>
                                  <p:childTnLst>
                                    <p:set>
                                      <p:cBhvr>
                                        <p:cTn id="43" dur="1" fill="hold">
                                          <p:stCondLst>
                                            <p:cond delay="0"/>
                                          </p:stCondLst>
                                        </p:cTn>
                                        <p:tgtEl>
                                          <p:spTgt spid="2"/>
                                        </p:tgtEl>
                                        <p:attrNameLst>
                                          <p:attrName>style.visibility</p:attrName>
                                        </p:attrNameLst>
                                      </p:cBhvr>
                                      <p:to>
                                        <p:strVal val="visible"/>
                                      </p:to>
                                    </p:set>
                                    <p:anim calcmode="lin" valueType="num">
                                      <p:cBhvr additive="base">
                                        <p:cTn id="44" dur="1000" fill="hold"/>
                                        <p:tgtEl>
                                          <p:spTgt spid="2"/>
                                        </p:tgtEl>
                                        <p:attrNameLst>
                                          <p:attrName>ppt_x</p:attrName>
                                        </p:attrNameLst>
                                      </p:cBhvr>
                                      <p:tavLst>
                                        <p:tav tm="0">
                                          <p:val>
                                            <p:strVal val="#ppt_x"/>
                                          </p:val>
                                        </p:tav>
                                        <p:tav tm="100000">
                                          <p:val>
                                            <p:strVal val="#ppt_x"/>
                                          </p:val>
                                        </p:tav>
                                      </p:tavLst>
                                    </p:anim>
                                    <p:anim calcmode="lin" valueType="num">
                                      <p:cBhvr additive="base">
                                        <p:cTn id="45" dur="10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46" grpId="0" animBg="1"/>
      <p:bldP spid="108547" grpId="0" animBg="1"/>
      <p:bldP spid="108554" grpId="0" animBg="1"/>
      <p:bldP spid="108555"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ext Box 2">
            <a:extLst>
              <a:ext uri="{FF2B5EF4-FFF2-40B4-BE49-F238E27FC236}">
                <a16:creationId xmlns:a16="http://schemas.microsoft.com/office/drawing/2014/main" id="{7FC9CEAB-755E-4B28-8D5F-B5672A3D3ABD}"/>
              </a:ext>
            </a:extLst>
          </p:cNvPr>
          <p:cNvSpPr txBox="1">
            <a:spLocks noChangeArrowheads="1"/>
          </p:cNvSpPr>
          <p:nvPr/>
        </p:nvSpPr>
        <p:spPr bwMode="auto">
          <a:xfrm>
            <a:off x="2286000" y="381000"/>
            <a:ext cx="4572000" cy="62865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110000"/>
              </a:lnSpc>
            </a:pPr>
            <a:r>
              <a:rPr lang="zh-CN" altLang="en-US" sz="3200" b="1">
                <a:latin typeface="楷体_GB2312" pitchFamily="49" charset="-122"/>
                <a:ea typeface="楷体_GB2312" pitchFamily="49" charset="-122"/>
              </a:rPr>
              <a:t>两种群模型的几种形式 </a:t>
            </a:r>
          </a:p>
        </p:txBody>
      </p:sp>
      <p:sp>
        <p:nvSpPr>
          <p:cNvPr id="93187" name="Text Box 3">
            <a:extLst>
              <a:ext uri="{FF2B5EF4-FFF2-40B4-BE49-F238E27FC236}">
                <a16:creationId xmlns:a16="http://schemas.microsoft.com/office/drawing/2014/main" id="{E38D4901-0946-4F4E-BBE7-2DA048B22536}"/>
              </a:ext>
            </a:extLst>
          </p:cNvPr>
          <p:cNvSpPr txBox="1">
            <a:spLocks noChangeArrowheads="1"/>
          </p:cNvSpPr>
          <p:nvPr/>
        </p:nvSpPr>
        <p:spPr bwMode="auto">
          <a:xfrm>
            <a:off x="3581400" y="1143000"/>
            <a:ext cx="1905000" cy="579438"/>
          </a:xfrm>
          <a:prstGeom prst="rect">
            <a:avLst/>
          </a:prstGeom>
          <a:solidFill>
            <a:srgbClr val="00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20000"/>
              </a:spcBef>
            </a:pPr>
            <a:r>
              <a:rPr lang="zh-CN" altLang="en-US" sz="3200" b="1">
                <a:latin typeface="楷体_GB2312" pitchFamily="49" charset="-122"/>
                <a:ea typeface="楷体_GB2312" pitchFamily="49" charset="-122"/>
              </a:rPr>
              <a:t>相互竞争</a:t>
            </a:r>
          </a:p>
        </p:txBody>
      </p:sp>
      <p:grpSp>
        <p:nvGrpSpPr>
          <p:cNvPr id="2" name="Group 19">
            <a:extLst>
              <a:ext uri="{FF2B5EF4-FFF2-40B4-BE49-F238E27FC236}">
                <a16:creationId xmlns:a16="http://schemas.microsoft.com/office/drawing/2014/main" id="{042766BC-A93C-4B56-99DB-064F99CB535E}"/>
              </a:ext>
            </a:extLst>
          </p:cNvPr>
          <p:cNvGrpSpPr>
            <a:grpSpLocks/>
          </p:cNvGrpSpPr>
          <p:nvPr/>
        </p:nvGrpSpPr>
        <p:grpSpPr bwMode="auto">
          <a:xfrm>
            <a:off x="366713" y="1700213"/>
            <a:ext cx="8237537" cy="1133475"/>
            <a:chOff x="231" y="1071"/>
            <a:chExt cx="5189" cy="714"/>
          </a:xfrm>
        </p:grpSpPr>
        <p:graphicFrame>
          <p:nvGraphicFramePr>
            <p:cNvPr id="95237" name="Object 5">
              <a:extLst>
                <a:ext uri="{FF2B5EF4-FFF2-40B4-BE49-F238E27FC236}">
                  <a16:creationId xmlns:a16="http://schemas.microsoft.com/office/drawing/2014/main" id="{39EDDC0F-9AAC-4E43-ADB3-B6866ADA5849}"/>
                </a:ext>
              </a:extLst>
            </p:cNvPr>
            <p:cNvGraphicFramePr>
              <a:graphicFrameLocks noChangeAspect="1"/>
            </p:cNvGraphicFramePr>
            <p:nvPr/>
          </p:nvGraphicFramePr>
          <p:xfrm>
            <a:off x="231" y="1071"/>
            <a:ext cx="2440" cy="696"/>
          </p:xfrm>
          <a:graphic>
            <a:graphicData uri="http://schemas.openxmlformats.org/presentationml/2006/ole">
              <mc:AlternateContent xmlns:mc="http://schemas.openxmlformats.org/markup-compatibility/2006">
                <mc:Choice xmlns:v="urn:schemas-microsoft-com:vml" Requires="v">
                  <p:oleObj spid="_x0000_s95262" name="公式" r:id="rId3" imgW="1726451" imgH="482391" progId="Equation.3">
                    <p:embed/>
                  </p:oleObj>
                </mc:Choice>
                <mc:Fallback>
                  <p:oleObj name="公式" r:id="rId3" imgW="1726451" imgH="482391"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1" y="1071"/>
                          <a:ext cx="2440" cy="696"/>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5238" name="Object 6">
              <a:extLst>
                <a:ext uri="{FF2B5EF4-FFF2-40B4-BE49-F238E27FC236}">
                  <a16:creationId xmlns:a16="http://schemas.microsoft.com/office/drawing/2014/main" id="{FD855232-FCD8-44E8-B108-8E17A67E71C4}"/>
                </a:ext>
              </a:extLst>
            </p:cNvPr>
            <p:cNvGraphicFramePr>
              <a:graphicFrameLocks noChangeAspect="1"/>
            </p:cNvGraphicFramePr>
            <p:nvPr/>
          </p:nvGraphicFramePr>
          <p:xfrm>
            <a:off x="2813" y="1071"/>
            <a:ext cx="2607" cy="714"/>
          </p:xfrm>
          <a:graphic>
            <a:graphicData uri="http://schemas.openxmlformats.org/presentationml/2006/ole">
              <mc:AlternateContent xmlns:mc="http://schemas.openxmlformats.org/markup-compatibility/2006">
                <mc:Choice xmlns:v="urn:schemas-microsoft-com:vml" Requires="v">
                  <p:oleObj spid="_x0000_s95263" name="公式" r:id="rId5" imgW="2133600" imgH="571500" progId="Equation.3">
                    <p:embed/>
                  </p:oleObj>
                </mc:Choice>
                <mc:Fallback>
                  <p:oleObj name="公式" r:id="rId5" imgW="2133600" imgH="5715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13" y="1071"/>
                          <a:ext cx="2607" cy="714"/>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93191" name="Text Box 7">
            <a:extLst>
              <a:ext uri="{FF2B5EF4-FFF2-40B4-BE49-F238E27FC236}">
                <a16:creationId xmlns:a16="http://schemas.microsoft.com/office/drawing/2014/main" id="{1391C2AC-828C-468D-9382-4297A9FD373B}"/>
              </a:ext>
            </a:extLst>
          </p:cNvPr>
          <p:cNvSpPr txBox="1">
            <a:spLocks noChangeArrowheads="1"/>
          </p:cNvSpPr>
          <p:nvPr/>
        </p:nvSpPr>
        <p:spPr bwMode="auto">
          <a:xfrm>
            <a:off x="3581400" y="2849563"/>
            <a:ext cx="1828800" cy="579437"/>
          </a:xfrm>
          <a:prstGeom prst="rect">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20000"/>
              </a:spcBef>
            </a:pPr>
            <a:r>
              <a:rPr lang="zh-CN" altLang="en-US" sz="3200" b="1">
                <a:latin typeface="楷体_GB2312" pitchFamily="49" charset="-122"/>
                <a:ea typeface="楷体_GB2312" pitchFamily="49" charset="-122"/>
              </a:rPr>
              <a:t>相互依存</a:t>
            </a:r>
          </a:p>
        </p:txBody>
      </p:sp>
      <p:grpSp>
        <p:nvGrpSpPr>
          <p:cNvPr id="3" name="Group 20">
            <a:extLst>
              <a:ext uri="{FF2B5EF4-FFF2-40B4-BE49-F238E27FC236}">
                <a16:creationId xmlns:a16="http://schemas.microsoft.com/office/drawing/2014/main" id="{ECFCEA3C-93BD-457E-A83D-5F695A0171E7}"/>
              </a:ext>
            </a:extLst>
          </p:cNvPr>
          <p:cNvGrpSpPr>
            <a:grpSpLocks/>
          </p:cNvGrpSpPr>
          <p:nvPr/>
        </p:nvGrpSpPr>
        <p:grpSpPr bwMode="auto">
          <a:xfrm>
            <a:off x="468313" y="3422650"/>
            <a:ext cx="8064500" cy="1200150"/>
            <a:chOff x="295" y="2156"/>
            <a:chExt cx="5080" cy="756"/>
          </a:xfrm>
        </p:grpSpPr>
        <p:graphicFrame>
          <p:nvGraphicFramePr>
            <p:cNvPr id="95241" name="Object 8">
              <a:extLst>
                <a:ext uri="{FF2B5EF4-FFF2-40B4-BE49-F238E27FC236}">
                  <a16:creationId xmlns:a16="http://schemas.microsoft.com/office/drawing/2014/main" id="{31CFDBDA-1433-4C2D-B722-E9D020C04E75}"/>
                </a:ext>
              </a:extLst>
            </p:cNvPr>
            <p:cNvGraphicFramePr>
              <a:graphicFrameLocks noChangeAspect="1"/>
            </p:cNvGraphicFramePr>
            <p:nvPr/>
          </p:nvGraphicFramePr>
          <p:xfrm>
            <a:off x="295" y="2156"/>
            <a:ext cx="2358" cy="730"/>
          </p:xfrm>
          <a:graphic>
            <a:graphicData uri="http://schemas.openxmlformats.org/presentationml/2006/ole">
              <mc:AlternateContent xmlns:mc="http://schemas.openxmlformats.org/markup-compatibility/2006">
                <mc:Choice xmlns:v="urn:schemas-microsoft-com:vml" Requires="v">
                  <p:oleObj spid="_x0000_s95264" name="公式" r:id="rId7" imgW="1892300" imgH="482600" progId="Equation.3">
                    <p:embed/>
                  </p:oleObj>
                </mc:Choice>
                <mc:Fallback>
                  <p:oleObj name="公式" r:id="rId7" imgW="1892300" imgH="482600"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5" y="2156"/>
                          <a:ext cx="2358" cy="730"/>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5242" name="Object 9">
              <a:extLst>
                <a:ext uri="{FF2B5EF4-FFF2-40B4-BE49-F238E27FC236}">
                  <a16:creationId xmlns:a16="http://schemas.microsoft.com/office/drawing/2014/main" id="{56342C26-CA69-42FA-B922-96E73A5822EB}"/>
                </a:ext>
              </a:extLst>
            </p:cNvPr>
            <p:cNvGraphicFramePr>
              <a:graphicFrameLocks noChangeAspect="1"/>
            </p:cNvGraphicFramePr>
            <p:nvPr/>
          </p:nvGraphicFramePr>
          <p:xfrm>
            <a:off x="2835" y="2160"/>
            <a:ext cx="2540" cy="752"/>
          </p:xfrm>
          <a:graphic>
            <a:graphicData uri="http://schemas.openxmlformats.org/presentationml/2006/ole">
              <mc:AlternateContent xmlns:mc="http://schemas.openxmlformats.org/markup-compatibility/2006">
                <mc:Choice xmlns:v="urn:schemas-microsoft-com:vml" Requires="v">
                  <p:oleObj spid="_x0000_s95265" name="公式" r:id="rId9" imgW="1879600" imgH="482600" progId="Equation.3">
                    <p:embed/>
                  </p:oleObj>
                </mc:Choice>
                <mc:Fallback>
                  <p:oleObj name="公式" r:id="rId9" imgW="1879600" imgH="482600" progId="Equation.3">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835" y="2160"/>
                          <a:ext cx="2540" cy="752"/>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93195" name="Text Box 11">
            <a:extLst>
              <a:ext uri="{FF2B5EF4-FFF2-40B4-BE49-F238E27FC236}">
                <a16:creationId xmlns:a16="http://schemas.microsoft.com/office/drawing/2014/main" id="{D683A825-77C7-401F-81E0-94CD03B8561D}"/>
              </a:ext>
            </a:extLst>
          </p:cNvPr>
          <p:cNvSpPr txBox="1">
            <a:spLocks noChangeArrowheads="1"/>
          </p:cNvSpPr>
          <p:nvPr/>
        </p:nvSpPr>
        <p:spPr bwMode="auto">
          <a:xfrm>
            <a:off x="3581400" y="4602163"/>
            <a:ext cx="1905000" cy="579437"/>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r>
              <a:rPr lang="zh-CN" altLang="en-US" sz="3200" b="1">
                <a:latin typeface="楷体_GB2312" pitchFamily="49" charset="-122"/>
                <a:ea typeface="楷体_GB2312" pitchFamily="49" charset="-122"/>
              </a:rPr>
              <a:t>弱肉强食</a:t>
            </a:r>
          </a:p>
        </p:txBody>
      </p:sp>
      <p:grpSp>
        <p:nvGrpSpPr>
          <p:cNvPr id="4" name="Group 21">
            <a:extLst>
              <a:ext uri="{FF2B5EF4-FFF2-40B4-BE49-F238E27FC236}">
                <a16:creationId xmlns:a16="http://schemas.microsoft.com/office/drawing/2014/main" id="{071F9BE9-297A-434A-B98C-E1848CB1C7D4}"/>
              </a:ext>
            </a:extLst>
          </p:cNvPr>
          <p:cNvGrpSpPr>
            <a:grpSpLocks/>
          </p:cNvGrpSpPr>
          <p:nvPr/>
        </p:nvGrpSpPr>
        <p:grpSpPr bwMode="auto">
          <a:xfrm>
            <a:off x="539750" y="5235575"/>
            <a:ext cx="8147050" cy="1165225"/>
            <a:chOff x="340" y="3298"/>
            <a:chExt cx="5132" cy="734"/>
          </a:xfrm>
        </p:grpSpPr>
        <p:graphicFrame>
          <p:nvGraphicFramePr>
            <p:cNvPr id="95245" name="Object 12">
              <a:extLst>
                <a:ext uri="{FF2B5EF4-FFF2-40B4-BE49-F238E27FC236}">
                  <a16:creationId xmlns:a16="http://schemas.microsoft.com/office/drawing/2014/main" id="{40EA262E-5C02-4685-99A3-E0C974A2501F}"/>
                </a:ext>
              </a:extLst>
            </p:cNvPr>
            <p:cNvGraphicFramePr>
              <a:graphicFrameLocks noChangeAspect="1"/>
            </p:cNvGraphicFramePr>
            <p:nvPr/>
          </p:nvGraphicFramePr>
          <p:xfrm>
            <a:off x="340" y="3339"/>
            <a:ext cx="2334" cy="640"/>
          </p:xfrm>
          <a:graphic>
            <a:graphicData uri="http://schemas.openxmlformats.org/presentationml/2006/ole">
              <mc:AlternateContent xmlns:mc="http://schemas.openxmlformats.org/markup-compatibility/2006">
                <mc:Choice xmlns:v="urn:schemas-microsoft-com:vml" Requires="v">
                  <p:oleObj spid="_x0000_s95266" name="公式" r:id="rId11" imgW="1726451" imgH="482391" progId="Equation.3">
                    <p:embed/>
                  </p:oleObj>
                </mc:Choice>
                <mc:Fallback>
                  <p:oleObj name="公式" r:id="rId11" imgW="1726451" imgH="482391" progId="Equation.3">
                    <p:embed/>
                    <p:pic>
                      <p:nvPicPr>
                        <p:cNvPr id="0"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40" y="3339"/>
                          <a:ext cx="2334" cy="640"/>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5246" name="Object 13">
              <a:extLst>
                <a:ext uri="{FF2B5EF4-FFF2-40B4-BE49-F238E27FC236}">
                  <a16:creationId xmlns:a16="http://schemas.microsoft.com/office/drawing/2014/main" id="{B75912D8-88A5-4970-A754-F1FD6435AEB9}"/>
                </a:ext>
              </a:extLst>
            </p:cNvPr>
            <p:cNvGraphicFramePr>
              <a:graphicFrameLocks noChangeAspect="1"/>
            </p:cNvGraphicFramePr>
            <p:nvPr/>
          </p:nvGraphicFramePr>
          <p:xfrm>
            <a:off x="2928" y="3298"/>
            <a:ext cx="2544" cy="734"/>
          </p:xfrm>
          <a:graphic>
            <a:graphicData uri="http://schemas.openxmlformats.org/presentationml/2006/ole">
              <mc:AlternateContent xmlns:mc="http://schemas.openxmlformats.org/markup-compatibility/2006">
                <mc:Choice xmlns:v="urn:schemas-microsoft-com:vml" Requires="v">
                  <p:oleObj spid="_x0000_s95267" name="公式" r:id="rId13" imgW="2286000" imgH="571500" progId="Equation.3">
                    <p:embed/>
                  </p:oleObj>
                </mc:Choice>
                <mc:Fallback>
                  <p:oleObj name="公式" r:id="rId13" imgW="2286000" imgH="571500" progId="Equation.3">
                    <p:embed/>
                    <p:pic>
                      <p:nvPicPr>
                        <p:cNvPr id="0" name="Object 1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928" y="3298"/>
                          <a:ext cx="2544" cy="734"/>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95247" name="Object 15">
            <a:extLst>
              <a:ext uri="{FF2B5EF4-FFF2-40B4-BE49-F238E27FC236}">
                <a16:creationId xmlns:a16="http://schemas.microsoft.com/office/drawing/2014/main" id="{865AC122-8106-4DE5-969D-2B5E2D466653}"/>
              </a:ext>
            </a:extLst>
          </p:cNvPr>
          <p:cNvGraphicFramePr>
            <a:graphicFrameLocks noChangeAspect="1"/>
          </p:cNvGraphicFramePr>
          <p:nvPr/>
        </p:nvGraphicFramePr>
        <p:xfrm>
          <a:off x="381000" y="381000"/>
          <a:ext cx="1295400" cy="685800"/>
        </p:xfrm>
        <a:graphic>
          <a:graphicData uri="http://schemas.openxmlformats.org/presentationml/2006/ole">
            <mc:AlternateContent xmlns:mc="http://schemas.openxmlformats.org/markup-compatibility/2006">
              <mc:Choice xmlns:v="urn:schemas-microsoft-com:vml" Requires="v">
                <p:oleObj spid="_x0000_s95268" name="Clip" r:id="rId15" imgW="952129" imgH="542857" progId="MS_ClipArt_Gallery.2">
                  <p:embed/>
                </p:oleObj>
              </mc:Choice>
              <mc:Fallback>
                <p:oleObj name="Clip" r:id="rId15" imgW="952129" imgH="542857" progId="MS_ClipArt_Gallery.2">
                  <p:embed/>
                  <p:pic>
                    <p:nvPicPr>
                      <p:cNvPr id="0" name="Object 1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81000" y="381000"/>
                        <a:ext cx="1295400" cy="685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93187"/>
                                        </p:tgtEl>
                                        <p:attrNameLst>
                                          <p:attrName>style.visibility</p:attrName>
                                        </p:attrNameLst>
                                      </p:cBhvr>
                                      <p:to>
                                        <p:strVal val="visible"/>
                                      </p:to>
                                    </p:set>
                                    <p:animEffect transition="in" filter="checkerboard(across)">
                                      <p:cBhvr>
                                        <p:cTn id="7" dur="1000"/>
                                        <p:tgtEl>
                                          <p:spTgt spid="9318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10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93191"/>
                                        </p:tgtEl>
                                        <p:attrNameLst>
                                          <p:attrName>style.visibility</p:attrName>
                                        </p:attrNameLst>
                                      </p:cBhvr>
                                      <p:to>
                                        <p:strVal val="visible"/>
                                      </p:to>
                                    </p:set>
                                    <p:animEffect transition="in" filter="checkerboard(across)">
                                      <p:cBhvr>
                                        <p:cTn id="17" dur="1000"/>
                                        <p:tgtEl>
                                          <p:spTgt spid="9319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1000"/>
                                        <p:tgtEl>
                                          <p:spTgt spid="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93195"/>
                                        </p:tgtEl>
                                        <p:attrNameLst>
                                          <p:attrName>style.visibility</p:attrName>
                                        </p:attrNameLst>
                                      </p:cBhvr>
                                      <p:to>
                                        <p:strVal val="visible"/>
                                      </p:to>
                                    </p:set>
                                    <p:animEffect transition="in" filter="checkerboard(across)">
                                      <p:cBhvr>
                                        <p:cTn id="27" dur="1000"/>
                                        <p:tgtEl>
                                          <p:spTgt spid="9319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wipe(left)">
                                      <p:cBhvr>
                                        <p:cTn id="32"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7" grpId="0" animBg="1" autoUpdateAnimBg="0"/>
      <p:bldP spid="93191" grpId="0" animBg="1" autoUpdateAnimBg="0"/>
      <p:bldP spid="93195" grpId="0" animBg="1" autoUpdateAnimBg="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62" name="Text Box 3">
            <a:extLst>
              <a:ext uri="{FF2B5EF4-FFF2-40B4-BE49-F238E27FC236}">
                <a16:creationId xmlns:a16="http://schemas.microsoft.com/office/drawing/2014/main" id="{8E5E787C-9E40-439D-B5D5-62DC08452CE8}"/>
              </a:ext>
            </a:extLst>
          </p:cNvPr>
          <p:cNvSpPr txBox="1">
            <a:spLocks noChangeArrowheads="1"/>
          </p:cNvSpPr>
          <p:nvPr/>
        </p:nvSpPr>
        <p:spPr bwMode="auto">
          <a:xfrm>
            <a:off x="971550" y="3500438"/>
            <a:ext cx="7345363" cy="2443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要求：（三选一）</a:t>
            </a:r>
          </a:p>
          <a:p>
            <a:pPr eaLnBrk="1" hangingPunct="1">
              <a:spcBef>
                <a:spcPct val="50000"/>
              </a:spcBef>
            </a:pPr>
            <a:r>
              <a:rPr lang="en-US" altLang="zh-CN" sz="2800" b="1"/>
              <a:t>1</a:t>
            </a:r>
            <a:r>
              <a:rPr lang="zh-CN" altLang="en-US" sz="2800" b="1"/>
              <a:t>、</a:t>
            </a:r>
            <a:r>
              <a:rPr lang="en-US" altLang="zh-CN" sz="2800" b="1"/>
              <a:t>teamwork</a:t>
            </a:r>
            <a:r>
              <a:rPr lang="zh-CN" altLang="en-US" sz="2800" b="1"/>
              <a:t>；集体研讨，分工合作。</a:t>
            </a:r>
          </a:p>
          <a:p>
            <a:pPr eaLnBrk="1" hangingPunct="1">
              <a:spcBef>
                <a:spcPct val="50000"/>
              </a:spcBef>
            </a:pPr>
            <a:r>
              <a:rPr lang="en-US" altLang="zh-CN" sz="2800" b="1"/>
              <a:t>2</a:t>
            </a:r>
            <a:r>
              <a:rPr lang="zh-CN" altLang="en-US" sz="2800" b="1"/>
              <a:t>、题目可以适当合理延伸拓展。</a:t>
            </a:r>
          </a:p>
          <a:p>
            <a:pPr eaLnBrk="1" hangingPunct="1">
              <a:spcBef>
                <a:spcPct val="50000"/>
              </a:spcBef>
            </a:pPr>
            <a:r>
              <a:rPr lang="en-US" altLang="zh-CN" sz="2800" b="1"/>
              <a:t>3</a:t>
            </a:r>
            <a:r>
              <a:rPr lang="zh-CN" altLang="en-US" sz="2800" b="1"/>
              <a:t>、打印电子文档提交。（</a:t>
            </a:r>
            <a:r>
              <a:rPr lang="en-US" altLang="zh-CN" sz="2800" b="1"/>
              <a:t>3 </a:t>
            </a:r>
            <a:r>
              <a:rPr lang="zh-CN" altLang="en-US" sz="2800" b="1"/>
              <a:t>周时间完成）</a:t>
            </a:r>
          </a:p>
        </p:txBody>
      </p:sp>
      <p:sp>
        <p:nvSpPr>
          <p:cNvPr id="96263" name="Text Box 3">
            <a:extLst>
              <a:ext uri="{FF2B5EF4-FFF2-40B4-BE49-F238E27FC236}">
                <a16:creationId xmlns:a16="http://schemas.microsoft.com/office/drawing/2014/main" id="{E8EF55B6-37B5-4822-9C28-E8BA19171143}"/>
              </a:ext>
            </a:extLst>
          </p:cNvPr>
          <p:cNvSpPr txBox="1">
            <a:spLocks noChangeArrowheads="1"/>
          </p:cNvSpPr>
          <p:nvPr/>
        </p:nvSpPr>
        <p:spPr bwMode="auto">
          <a:xfrm>
            <a:off x="1042988" y="765175"/>
            <a:ext cx="33845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第</a:t>
            </a:r>
            <a:r>
              <a:rPr lang="en-US" altLang="zh-CN" sz="2800" b="1"/>
              <a:t>5</a:t>
            </a:r>
            <a:r>
              <a:rPr lang="zh-CN" altLang="en-US" sz="2800" b="1"/>
              <a:t>章训练题（</a:t>
            </a:r>
            <a:r>
              <a:rPr lang="en-US" altLang="zh-CN" sz="2800" b="1"/>
              <a:t>P 188</a:t>
            </a:r>
            <a:r>
              <a:rPr lang="zh-CN" altLang="en-US" sz="2800" b="1"/>
              <a:t>）</a:t>
            </a:r>
          </a:p>
        </p:txBody>
      </p:sp>
      <p:sp>
        <p:nvSpPr>
          <p:cNvPr id="96264" name="Text Box 4">
            <a:extLst>
              <a:ext uri="{FF2B5EF4-FFF2-40B4-BE49-F238E27FC236}">
                <a16:creationId xmlns:a16="http://schemas.microsoft.com/office/drawing/2014/main" id="{55DAA18C-18F5-44C7-8F85-E58FC37147D2}"/>
              </a:ext>
            </a:extLst>
          </p:cNvPr>
          <p:cNvSpPr txBox="1">
            <a:spLocks noChangeArrowheads="1"/>
          </p:cNvSpPr>
          <p:nvPr/>
        </p:nvSpPr>
        <p:spPr bwMode="auto">
          <a:xfrm>
            <a:off x="971550" y="1412875"/>
            <a:ext cx="7127875" cy="1801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a:t>6</a:t>
            </a:r>
            <a:r>
              <a:rPr lang="zh-CN" altLang="en-US" sz="2800" b="1"/>
              <a:t>、潜艇搜索问题</a:t>
            </a:r>
          </a:p>
          <a:p>
            <a:pPr eaLnBrk="1" hangingPunct="1">
              <a:spcBef>
                <a:spcPct val="50000"/>
              </a:spcBef>
            </a:pPr>
            <a:r>
              <a:rPr lang="en-US" altLang="zh-CN" sz="2800" b="1"/>
              <a:t>10</a:t>
            </a:r>
            <a:r>
              <a:rPr lang="zh-CN" altLang="en-US" sz="2800" b="1"/>
              <a:t>、三级火箭问题（参考</a:t>
            </a:r>
            <a:r>
              <a:rPr lang="en-US" altLang="zh-CN" sz="2800" b="1"/>
              <a:t>5.6</a:t>
            </a:r>
            <a:r>
              <a:rPr lang="zh-CN" altLang="en-US" sz="2800" b="1"/>
              <a:t>）</a:t>
            </a:r>
          </a:p>
          <a:p>
            <a:pPr eaLnBrk="1" hangingPunct="1">
              <a:spcBef>
                <a:spcPct val="50000"/>
              </a:spcBef>
            </a:pPr>
            <a:r>
              <a:rPr lang="en-US" altLang="zh-CN" sz="2800" b="1"/>
              <a:t>14</a:t>
            </a:r>
            <a:r>
              <a:rPr lang="zh-CN" altLang="en-US" sz="2800" b="1"/>
              <a:t>、资本、收入、人口问题（参考</a:t>
            </a:r>
            <a:r>
              <a:rPr lang="en-US" altLang="zh-CN" sz="2800" b="1"/>
              <a:t>5.4</a:t>
            </a:r>
            <a:r>
              <a:rPr lang="zh-CN" altLang="en-US" sz="2800" b="1"/>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6263"/>
                                        </p:tgtEl>
                                        <p:attrNameLst>
                                          <p:attrName>style.visibility</p:attrName>
                                        </p:attrNameLst>
                                      </p:cBhvr>
                                      <p:to>
                                        <p:strVal val="visible"/>
                                      </p:to>
                                    </p:set>
                                    <p:animEffect transition="in" filter="wipe(left)">
                                      <p:cBhvr>
                                        <p:cTn id="7" dur="500"/>
                                        <p:tgtEl>
                                          <p:spTgt spid="9626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6264"/>
                                        </p:tgtEl>
                                        <p:attrNameLst>
                                          <p:attrName>style.visibility</p:attrName>
                                        </p:attrNameLst>
                                      </p:cBhvr>
                                      <p:to>
                                        <p:strVal val="visible"/>
                                      </p:to>
                                    </p:set>
                                    <p:animEffect transition="in" filter="wipe(left)">
                                      <p:cBhvr>
                                        <p:cTn id="12" dur="500"/>
                                        <p:tgtEl>
                                          <p:spTgt spid="9626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6262"/>
                                        </p:tgtEl>
                                        <p:attrNameLst>
                                          <p:attrName>style.visibility</p:attrName>
                                        </p:attrNameLst>
                                      </p:cBhvr>
                                      <p:to>
                                        <p:strVal val="visible"/>
                                      </p:to>
                                    </p:set>
                                    <p:animEffect transition="in" filter="wipe(left)">
                                      <p:cBhvr>
                                        <p:cTn id="17" dur="500"/>
                                        <p:tgtEl>
                                          <p:spTgt spid="962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62" grpId="0"/>
      <p:bldP spid="96263" grpId="0"/>
      <p:bldP spid="96264" grpId="0"/>
    </p:bldLst>
  </p:timing>
</p:sld>
</file>

<file path=ppt/theme/theme1.xml><?xml version="1.0" encoding="utf-8"?>
<a:theme xmlns:a="http://schemas.openxmlformats.org/drawingml/2006/main" name="shuxuemoxing">
  <a:themeElements>
    <a:clrScheme name="shuxuemoxing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shuxuemoxing">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shuxuemoxing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shuxuemoxing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shuxuemoxing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shuxuemoxing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shuxuemoxing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shuxuemoxing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shuxuemoxing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Override1.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FF"/>
    </a:hlink>
    <a:folHlink>
      <a:srgbClr val="0000FF"/>
    </a:folHlink>
  </a:clrScheme>
</a:themeOverride>
</file>

<file path=docProps/app.xml><?xml version="1.0" encoding="utf-8"?>
<Properties xmlns="http://schemas.openxmlformats.org/officeDocument/2006/extended-properties" xmlns:vt="http://schemas.openxmlformats.org/officeDocument/2006/docPropsVTypes">
  <Template>J:\数学模型电子教案\shuxuemoxing.pot</Template>
  <TotalTime>10086</TotalTime>
  <Words>5677</Words>
  <Application>Microsoft Office PowerPoint</Application>
  <PresentationFormat>全屏显示(4:3)</PresentationFormat>
  <Paragraphs>1025</Paragraphs>
  <Slides>89</Slides>
  <Notes>0</Notes>
  <HiddenSlides>36</HiddenSlides>
  <MMClips>0</MMClips>
  <ScaleCrop>false</ScaleCrop>
  <HeadingPairs>
    <vt:vector size="8" baseType="variant">
      <vt:variant>
        <vt:lpstr>已用的字体</vt:lpstr>
      </vt:variant>
      <vt:variant>
        <vt:i4>5</vt:i4>
      </vt:variant>
      <vt:variant>
        <vt:lpstr>主题</vt:lpstr>
      </vt:variant>
      <vt:variant>
        <vt:i4>1</vt:i4>
      </vt:variant>
      <vt:variant>
        <vt:lpstr>嵌入 OLE 服务器</vt:lpstr>
      </vt:variant>
      <vt:variant>
        <vt:i4>4</vt:i4>
      </vt:variant>
      <vt:variant>
        <vt:lpstr>幻灯片标题</vt:lpstr>
      </vt:variant>
      <vt:variant>
        <vt:i4>89</vt:i4>
      </vt:variant>
    </vt:vector>
  </HeadingPairs>
  <TitlesOfParts>
    <vt:vector size="99" baseType="lpstr">
      <vt:lpstr>楷体_GB2312</vt:lpstr>
      <vt:lpstr>隶书</vt:lpstr>
      <vt:lpstr>宋体</vt:lpstr>
      <vt:lpstr>Symbol</vt:lpstr>
      <vt:lpstr>Times New Roman</vt:lpstr>
      <vt:lpstr>shuxuemoxing</vt:lpstr>
      <vt:lpstr>文档</vt:lpstr>
      <vt:lpstr>公式</vt:lpstr>
      <vt:lpstr>Equation</vt:lpstr>
      <vt:lpstr>Clip</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NGC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没有幻灯片标题</dc:title>
  <dc:creator>Jiang</dc:creator>
  <cp:lastModifiedBy>李 卫国</cp:lastModifiedBy>
  <cp:revision>188</cp:revision>
  <dcterms:created xsi:type="dcterms:W3CDTF">2000-03-03T01:25:05Z</dcterms:created>
  <dcterms:modified xsi:type="dcterms:W3CDTF">2022-04-10T15:38:37Z</dcterms:modified>
</cp:coreProperties>
</file>