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B2B7B-9734-D8D2-9DBE-E8CD129E2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5A0D15-2C0B-260D-2A83-A3BE6983C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5F33A3-8DCE-FE92-ABAF-72C15CCC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9F6EC0-1A66-8BB3-3F0F-2FB1A253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34DB9-7020-9467-FCEA-977B357A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854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166C3-95FF-D2B7-2976-E6F1403F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46420-B69A-38AE-3E67-9B1D11CF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5E88E-FACD-1D8C-A6C0-279D9E5E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8FBEC2-D318-1FC3-A1C0-4C585501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0433AE-FC03-5954-8D51-4EAC9600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75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8B370-AA7C-1305-28F6-1FE0C8E8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765887-BCCC-DBA5-EB09-8C504AF04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EA5AE-1E5A-848E-3D78-09EB1D98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D2475-1CD8-1FFA-C4F3-BD80D1EB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80DC0-F41B-9188-41E0-33CF9F71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17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9D03A-B96D-89A8-64CA-6AF7683B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D42B0-B6B2-05B8-2571-D60E58510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15C6F7-8F59-E5E5-ECE8-D61AF986E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C807A2-E3A7-BEF8-1255-231C97B2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EE3022-79BE-6420-90AD-2457CB65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14892D-963F-F956-85E4-24C205B1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01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CD44A-0B71-793D-6121-C49645DD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C3687F-EF83-63F2-905D-7FDCB24F8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C3FFB6-8903-1D0D-94A2-8C5B2CABB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F0912B-84B0-0F32-C496-E76327541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DE355F-93FD-5F6D-0F1D-2494EADC6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07519E-87FC-DC6D-7A1A-11CBA906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A9DB6A-1402-9219-2D23-0D5DAF26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BD3A93-F09F-E090-5F7E-1552A28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19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EB123-105E-B626-F6EF-15A0ECC7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5278DC-C7A8-9FC8-705B-89D9DD3F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CACFE9-B0B6-74B2-924F-94BB89EE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EF8C09-A2F9-138B-BD62-15B60AEF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53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030E72-663A-98EB-0646-E0C21727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193DD6-4A94-CF70-316C-F0C13FE8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DC1A18-9145-266B-D03D-66F08B1D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98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59408-428A-4FA8-B5B2-00010CC3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48B7A-24B2-2691-E7CF-709CC7A98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2C75D2-816D-7981-A439-3311366DE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A33D05-1057-B29D-4A49-FF724143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5FB2CC-02EF-72B6-DFD8-B0E620B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426F8-06B9-A535-C03B-627A299C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52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9D056-2839-77F0-5F33-A6236904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21FFCF-28FD-B1AB-610F-2BAFC1020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C73200-4CFA-7509-ED8E-C4C5CD18A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10AECF-2429-9803-6676-54A25994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A02B0D-2673-6D22-58CB-E2BD083A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E19903-5D58-516D-5E7F-0DE4FAED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80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A9D4A-CE41-7AA3-7263-61D2FFC2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718DC-EF0C-2F84-6CD6-68C89BA12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BA540-A96B-5A9C-5F2C-23972EEC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FF6E9-8562-70C2-98CC-158A4EAC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9C0BD-8B7B-BE3D-B2E5-0B016E09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90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A89065-2175-BD1D-46BC-938798B6D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167F1A-57B5-277C-EA44-253579C53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E46906-F368-2141-6144-E339D85A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54E41-669F-F176-2ABD-163FFDC1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59386-1DC7-A3A8-DF1B-7A653563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32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340AB5-5D25-5C44-53AA-2165E830C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609101-A414-251E-A71F-F560131C2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B00CC-840F-B356-2A5E-D78127F73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7A23C-45CE-4E12-B493-B6834B68C05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ECF938-A6AF-D319-505B-7FFD012F2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33FE1-FFE6-D962-2A12-A917D0426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5905D-C06E-4FD1-83F3-5A68E86D1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3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aft.github.io/" TargetMode="External"/><Relationship Id="rId2" Type="http://schemas.openxmlformats.org/officeDocument/2006/relationships/hyperlink" Target="https://javaguide.cn/distributed-system/protocol/raft-algorithm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aft.github.io/raf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3A6E7-8E23-11FB-F6B8-FCEBB63F6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第三次实验讲解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2C1F25-A5ED-EB7C-9752-B1577CB193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57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34966-69F5-CF2B-4255-307C7CAD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56" y="1825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18D95-0343-17BC-60E1-B49F20989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选举算法。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提交报告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实现代码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实验报告按要求撰写，突出个人的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由于受时间长度限制，要重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，轻过程和细节。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展示要突出自己对算法和方法的作用和原理的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，而不是只介绍算法和方法。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可以讲具体实现，但这个也是要强调自己实现方法的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288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917BA-262E-896E-F3EC-69B08FA7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80" y="160939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16A24-6D38-B8BE-55EB-F7FE279C2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81" y="157649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Paxos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算法的简化，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算法可以解决分布式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理论中的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（一致性）和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（分区容错性），不能解决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（可用性）。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分区容错性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分布式系统出现网络分区的时候，仍然能够对外提供服务。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一致性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所有节点访问同一份最新的数据副本</a:t>
            </a: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可用性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非故障的节点在合理的时间内返回合理的响应（不是错误或者超时的响应）。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是必须要解决的，而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二者只能选其一实现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9C312AF-CD1D-BAAF-316D-E4E1197F0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03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DD2E7-52BB-A83F-1B09-6AF7719BB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573AF2-3755-8CA5-E77A-A87883231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三种节点状态：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：负责向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投票和同步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：候选者，参与投票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：集群的领导者，负责与外界进行交互，实现集群的同步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三个部分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选举服务：为整个服务集群选出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日志复制：接收客户端请求并在集群同步信息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确保安全：处理节点崩溃的问题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517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C2C84-B97D-F26E-35D1-6335E53B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25250-850A-8375-C8F0-C44C6EBE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329"/>
            <a:ext cx="10515600" cy="23951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任期（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term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）：充当时钟，一个任期内集群只有一个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2000" b="0" i="0" dirty="0" err="1">
                <a:solidFill>
                  <a:srgbClr val="2C3E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electionTimeout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：每个节点随机生成，一旦结束节点将有</a:t>
            </a:r>
            <a:r>
              <a:rPr lang="en-US" altLang="zh-CN" sz="2000" b="0" i="0" dirty="0">
                <a:solidFill>
                  <a:srgbClr val="2C3E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follower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状态变为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心跳：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节点与集群其他节点实现同步的一种信息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日志：存储节点信息，每个集群中节点日志总要与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节点一致</a:t>
            </a:r>
          </a:p>
          <a:p>
            <a:pPr marL="0" indent="0">
              <a:lnSpc>
                <a:spcPct val="170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9EEB49B-4AF9-6B74-F042-FC7A94FFFA99}"/>
              </a:ext>
            </a:extLst>
          </p:cNvPr>
          <p:cNvSpPr txBox="1">
            <a:spLocks/>
          </p:cNvSpPr>
          <p:nvPr/>
        </p:nvSpPr>
        <p:spPr>
          <a:xfrm>
            <a:off x="980242" y="4998127"/>
            <a:ext cx="7729538" cy="259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 descr="在这里插入图片描述">
            <a:extLst>
              <a:ext uri="{FF2B5EF4-FFF2-40B4-BE49-F238E27FC236}">
                <a16:creationId xmlns:a16="http://schemas.microsoft.com/office/drawing/2014/main" id="{819B7866-C3AA-C91A-1249-F05D3E4D5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748" y="4005486"/>
            <a:ext cx="6629077" cy="260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61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B9C51-6DF9-3B44-F37E-9B6ABBC6A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B91A8-3ABE-BA31-8C72-1CC10A55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19" y="1772359"/>
            <a:ext cx="12247485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一个具体例子：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http://thesecretlivesofdata.com/raft/ </a:t>
            </a:r>
          </a:p>
          <a:p>
            <a:pPr marL="0" indent="0" algn="just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可以参考的网站：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https://javaguide.cn/distributed-system/protocol/raft-algorithm.html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https://raft.github.io/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https://raft.github.io/raft.pdf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804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398</Words>
  <Application>Microsoft Office PowerPoint</Application>
  <PresentationFormat>宽屏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Office 主题​​</vt:lpstr>
      <vt:lpstr>第三次实验讲解</vt:lpstr>
      <vt:lpstr>实验要求</vt:lpstr>
      <vt:lpstr>Raft算法</vt:lpstr>
      <vt:lpstr>Raft算法</vt:lpstr>
      <vt:lpstr>Raft算法</vt:lpstr>
      <vt:lpstr>Raft算法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黎 旭</dc:creator>
  <cp:lastModifiedBy>黎 旭</cp:lastModifiedBy>
  <cp:revision>14</cp:revision>
  <dcterms:created xsi:type="dcterms:W3CDTF">2023-05-15T06:59:27Z</dcterms:created>
  <dcterms:modified xsi:type="dcterms:W3CDTF">2023-05-15T08:22:42Z</dcterms:modified>
</cp:coreProperties>
</file>