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417F7F-F3B6-45F5-9B7B-7387A188F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D5DC0C-9E43-4B8E-8C45-D848F16E7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2E4287-5CE4-43EA-980A-72898710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FAA9B-064F-4C60-A17F-C4F33B0C5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7409B-62B3-46D9-84E8-221CD8D3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02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F08A4-C76C-437F-8A7F-70400E9F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94856-0B8D-4047-9578-DF9C5C2D9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CFCC64-CC58-433C-8F69-A776CCBBD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950B7-7A8E-41F4-BE81-90311B2D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0D54AD-9DA8-4FF6-A81B-13FA7657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88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9B7DB-8619-4FA3-B36C-75A888977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65DCC1-E334-45F6-A459-F00B74960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FB93D0-E02D-46D3-BED4-E835A443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7CA54A-FFD5-4E99-90E2-45F0367E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8E2927-C837-4746-833E-F6F5915AA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886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41E8E-8AA3-478B-8A80-27756C37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F4D65-304A-4629-964C-8E78A9F9B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06CC99-307E-4358-993B-5724202DE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C2E47F-6178-430E-B32E-769FCDCD9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034AED-7F5D-4CFE-B336-48F0F4827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47C270-ED1A-49A2-8D54-6AD8313C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16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60BF3-99BB-4431-8EDD-6CABBD10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784F41-A142-4179-87A1-6A56A8B55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86C10B-4B61-4E18-8B87-964C1A083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62E13E-4AF8-4911-A7BF-554919FA7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D48F5D-2417-4D52-A890-562B97283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92612C-4CA4-4AF8-AACE-01C6B8F2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C2B4944-417A-452D-82A6-BF1B358C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4C72BB-F2EE-4CDE-BBAB-3EEEBE05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19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B6ED3-C995-4D2E-9402-DF6FE2120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8B9517-4530-4D9D-A7B4-6D7CFF7C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8ABA5F-2155-4350-9216-7DCA5E08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54D8B9-0DE1-4087-81B3-7E860144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41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A384B6-7DD7-40FA-8F8C-7F8F6ECAE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19BC23-AF49-43C8-A9FD-C4DE7D41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BC358B-819A-4617-9244-2C090A65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DE6C9-7E48-4920-8CDC-6C06CE25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619DC0-B7B5-405B-89F7-3471FD9F5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94E965-F558-44BD-B977-4C86BDBDA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2E6F72-3812-4E7E-A413-31E582A4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04D68F-8AF2-4980-8EF7-822BD0FA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31018F-8674-46CD-8359-1921BBB8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9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5CD3F-FE84-4F05-A7E5-D0AD5B8F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14F63F-C41D-4DD4-9B90-7D307F318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084AA-E29A-4160-8B72-EF61D7FE5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734CFA-104C-40C1-B6E3-12D4300AB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E2DBC8-7A75-4BA0-90E4-E47A8DED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CD0896-FD1D-41F2-B378-BA80791F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510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BACE8-C888-4140-8205-D70916B1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F8B3B0-F92B-4DE2-8356-EEB7DB8A3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5B17CA-3A07-49E8-A463-DE03278C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AC80FF-F558-4BA0-832B-FE7F4021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12179B-EE93-4A57-AF5D-0E3D7AA5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563047-EBDE-44CE-8BC5-5BA19685D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9624FF-04B0-41F9-98E5-AAE7FD288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B0813-D045-4E7F-ACAD-78B50848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48319-75E3-4231-A8AA-7D0B5995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C91AA9-E655-4AB1-9792-98A9512F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59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DD67B0-5259-41CA-8800-B7AE78F0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6FADC1-869D-41E8-8502-851FF97BC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050337-58E0-44A7-AE52-A85E21C53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E7FD7-C589-4841-A642-8B07E68724F9}" type="datetimeFigureOut">
              <a:rPr lang="zh-CN" altLang="en-US" smtClean="0"/>
              <a:t>2023/5/22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742EB4-72FB-4D20-B398-112A1E967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B2547E-591E-4B9C-8EF6-A7825BC09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2E2F-8204-4FF4-AFC4-C153E88453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38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BC0DB6CF-3C72-4DC8-BC0F-888756B78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6855" y="489854"/>
            <a:ext cx="10163504" cy="575329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</a:t>
            </a:r>
            <a:r>
              <a:rPr lang="zh-CN" altLang="en-US" sz="3600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密码学课程论文</a:t>
            </a:r>
            <a:endParaRPr lang="en-US" altLang="zh-CN" sz="3600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sz="3600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、选题范围：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）有关密码学和信息安全领域的文献综述。如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量子密码与量子通讯，网络安全前沿问题，等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）方案设计类。如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秘密分享方案，数字签名方案，门禁卡发放方案，等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）算法分析类。如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国密算法研究，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AES/DES/ECC/RSA 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算法实现，等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、注意写作的格式和排版，禁抄袭！（</a:t>
            </a:r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2000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字）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/>
            <a:r>
              <a:rPr lang="en-US" altLang="zh-CN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3</a:t>
            </a:r>
            <a:r>
              <a:rPr lang="zh-CN" altLang="en-US" b="1" dirty="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、截止日期：与期末考试相同。</a:t>
            </a:r>
            <a:endParaRPr lang="en-US" altLang="zh-CN" b="1" dirty="0">
              <a:solidFill>
                <a:srgbClr val="3333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6280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 卫国</dc:creator>
  <cp:lastModifiedBy>卫国 李</cp:lastModifiedBy>
  <cp:revision>2</cp:revision>
  <dcterms:created xsi:type="dcterms:W3CDTF">2022-04-28T22:40:06Z</dcterms:created>
  <dcterms:modified xsi:type="dcterms:W3CDTF">2023-05-21T21:42:01Z</dcterms:modified>
</cp:coreProperties>
</file>