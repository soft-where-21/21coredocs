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44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797675" cy="9925050"/>
  <p:defaultTextStyle>
    <a:defPPr>
      <a:defRPr lang="en-US"/>
    </a:defPPr>
    <a:lvl1pPr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eaLnBrk="0" fontAlgn="ctr" hangingPunct="0">
      <a:spcBef>
        <a:spcPct val="50000"/>
      </a:spcBef>
      <a:spcAft>
        <a:spcPct val="0"/>
      </a:spcAft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4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33"/>
    <a:srgbClr val="CC9900"/>
    <a:srgbClr val="0000CC"/>
    <a:srgbClr val="F83ED5"/>
    <a:srgbClr val="000000"/>
    <a:srgbClr val="F1D6F6"/>
    <a:srgbClr val="00FF00"/>
    <a:srgbClr val="00145A"/>
    <a:srgbClr val="001E5A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87104" autoAdjust="0"/>
  </p:normalViewPr>
  <p:slideViewPr>
    <p:cSldViewPr snapToGrid="0">
      <p:cViewPr varScale="1">
        <p:scale>
          <a:sx n="86" d="100"/>
          <a:sy n="86" d="100"/>
        </p:scale>
        <p:origin x="1397" y="67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45954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defTabSz="96655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24" y="4"/>
            <a:ext cx="2945953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algn="r" defTabSz="96655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29457"/>
            <a:ext cx="2945954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defTabSz="96655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24" y="9429457"/>
            <a:ext cx="2945953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algn="r" defTabSz="966557">
              <a:defRPr sz="1200" b="0" i="1"/>
            </a:lvl1pPr>
          </a:lstStyle>
          <a:p>
            <a:pPr>
              <a:defRPr/>
            </a:pPr>
            <a:fld id="{1B3B0E3B-E5C4-4251-A7FB-CB33CCB6C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5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45954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724" y="4"/>
            <a:ext cx="2945953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algn="r"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29457"/>
            <a:ext cx="2945954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724" y="9429457"/>
            <a:ext cx="2945953" cy="49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algn="r" defTabSz="96655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229CEE7-0F02-44C1-8906-EC6CFDC65F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767" y="4713087"/>
            <a:ext cx="4986142" cy="44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96" tIns="48650" rIns="97296" bIns="486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626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4538"/>
            <a:ext cx="4956175" cy="3717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22392" y="9452429"/>
            <a:ext cx="751421" cy="274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66" tIns="46971" rIns="92266" bIns="46971">
            <a:spAutoFit/>
          </a:bodyPr>
          <a:lstStyle/>
          <a:p>
            <a:pPr algn="ctr" defTabSz="917356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55488FE2-1213-4D8B-9D82-EC18FBC6248F}" type="slidenum">
              <a:rPr lang="en-US" sz="1300" b="0">
                <a:solidFill>
                  <a:schemeClr val="tx1"/>
                </a:solidFill>
              </a:rPr>
              <a:pPr algn="ctr" defTabSz="917356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56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 noChangeArrowheads="1"/>
          </p:cNvSpPr>
          <p:nvPr/>
        </p:nvSpPr>
        <p:spPr bwMode="auto">
          <a:xfrm>
            <a:off x="1371600" y="0"/>
            <a:ext cx="609600" cy="381000"/>
          </a:xfrm>
          <a:prstGeom prst="homePlate">
            <a:avLst>
              <a:gd name="adj" fmla="val 40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2133600" y="0"/>
            <a:ext cx="533400" cy="381000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1371600" cy="381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2819400" y="0"/>
            <a:ext cx="533400" cy="381000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3505200" y="0"/>
            <a:ext cx="533400" cy="381000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3581400" y="0"/>
            <a:ext cx="334963" cy="381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chemeClr val="hlink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base" hangingPunct="1">
              <a:spcBef>
                <a:spcPct val="0"/>
              </a:spcBef>
              <a:defRPr/>
            </a:pPr>
            <a:endParaRPr lang="zh-CN" altLang="en-US" sz="2400" u="none"/>
          </a:p>
        </p:txBody>
      </p:sp>
      <p:sp>
        <p:nvSpPr>
          <p:cNvPr id="10" name="AutoShape 12"/>
          <p:cNvSpPr>
            <a:spLocks noChangeArrowheads="1"/>
          </p:cNvSpPr>
          <p:nvPr/>
        </p:nvSpPr>
        <p:spPr bwMode="auto">
          <a:xfrm rot="16200000">
            <a:off x="8458200" y="6172200"/>
            <a:ext cx="685800" cy="685800"/>
          </a:xfrm>
          <a:prstGeom prst="rtTriangle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0" y="6783388"/>
            <a:ext cx="9144000" cy="74612"/>
          </a:xfrm>
          <a:prstGeom prst="flowChartProcess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 bwMode="auto">
          <a:xfrm flipV="1">
            <a:off x="0" y="3023419"/>
            <a:ext cx="9144000" cy="22123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941094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5676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3021370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043569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8480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8858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27719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8507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15639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04399668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87383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59079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29149982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0" y="1237571"/>
            <a:ext cx="9144000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20392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742" y="242917"/>
            <a:ext cx="9070258" cy="9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 smtClean="0"/>
              <a:t>单击以编辑</a:t>
            </a:r>
            <a:r>
              <a:rPr lang="zh-CN" altLang="en-US" dirty="0" smtClean="0"/>
              <a:t>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8749" y="1491172"/>
            <a:ext cx="8144921" cy="499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单击以编辑母版文本样式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7414" name="AutoShape 6"/>
          <p:cNvSpPr>
            <a:spLocks noChangeArrowheads="1"/>
          </p:cNvSpPr>
          <p:nvPr/>
        </p:nvSpPr>
        <p:spPr bwMode="auto">
          <a:xfrm>
            <a:off x="1371600" y="0"/>
            <a:ext cx="514445" cy="276458"/>
          </a:xfrm>
          <a:prstGeom prst="homePlate">
            <a:avLst>
              <a:gd name="adj" fmla="val 40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5" name="AutoShape 7"/>
          <p:cNvSpPr>
            <a:spLocks noChangeArrowheads="1"/>
          </p:cNvSpPr>
          <p:nvPr/>
        </p:nvSpPr>
        <p:spPr bwMode="auto">
          <a:xfrm>
            <a:off x="2133600" y="0"/>
            <a:ext cx="450139" cy="276458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0" y="0"/>
            <a:ext cx="1157500" cy="27645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7" name="AutoShape 9"/>
          <p:cNvSpPr>
            <a:spLocks noChangeArrowheads="1"/>
          </p:cNvSpPr>
          <p:nvPr/>
        </p:nvSpPr>
        <p:spPr bwMode="auto">
          <a:xfrm>
            <a:off x="2819400" y="0"/>
            <a:ext cx="450139" cy="276458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8" name="AutoShape 10"/>
          <p:cNvSpPr>
            <a:spLocks noChangeArrowheads="1"/>
          </p:cNvSpPr>
          <p:nvPr/>
        </p:nvSpPr>
        <p:spPr bwMode="auto">
          <a:xfrm>
            <a:off x="3505200" y="0"/>
            <a:ext cx="432619" cy="309014"/>
          </a:xfrm>
          <a:prstGeom prst="chevron">
            <a:avLst>
              <a:gd name="adj" fmla="val 3500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3581400" y="7374"/>
            <a:ext cx="282677" cy="276458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chemeClr val="hlink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base" hangingPunct="1">
              <a:spcBef>
                <a:spcPct val="0"/>
              </a:spcBef>
              <a:defRPr/>
            </a:pPr>
            <a:endParaRPr lang="zh-CN" altLang="en-US" sz="2400" u="none"/>
          </a:p>
        </p:txBody>
      </p:sp>
      <p:sp>
        <p:nvSpPr>
          <p:cNvPr id="17420" name="AutoShape 12"/>
          <p:cNvSpPr>
            <a:spLocks noChangeArrowheads="1"/>
          </p:cNvSpPr>
          <p:nvPr/>
        </p:nvSpPr>
        <p:spPr bwMode="auto">
          <a:xfrm rot="-5400000">
            <a:off x="8458200" y="6172200"/>
            <a:ext cx="685800" cy="685800"/>
          </a:xfrm>
          <a:prstGeom prst="rtTriangle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22" name="AutoShape 14"/>
          <p:cNvSpPr>
            <a:spLocks noChangeArrowheads="1"/>
          </p:cNvSpPr>
          <p:nvPr/>
        </p:nvSpPr>
        <p:spPr bwMode="auto">
          <a:xfrm>
            <a:off x="0" y="6783388"/>
            <a:ext cx="9144000" cy="74612"/>
          </a:xfrm>
          <a:prstGeom prst="flowChartProcess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893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5" r:id="rId1"/>
    <p:sldLayoutId id="2147484246" r:id="rId2"/>
    <p:sldLayoutId id="2147484247" r:id="rId3"/>
    <p:sldLayoutId id="2147484248" r:id="rId4"/>
    <p:sldLayoutId id="2147484249" r:id="rId5"/>
    <p:sldLayoutId id="2147484250" r:id="rId6"/>
    <p:sldLayoutId id="2147484251" r:id="rId7"/>
    <p:sldLayoutId id="2147484257" r:id="rId8"/>
    <p:sldLayoutId id="2147484252" r:id="rId9"/>
    <p:sldLayoutId id="2147484253" r:id="rId10"/>
    <p:sldLayoutId id="2147484254" r:id="rId11"/>
    <p:sldLayoutId id="2147484255" r:id="rId12"/>
    <p:sldLayoutId id="2147484256" r:id="rId13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1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ebdings" panose="05030102010509060703" pitchFamily="18" charset="2"/>
        <a:buChar char="=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对此程序，给出全定义、全使用、全定义使用覆盖准则的测试用例。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932" y="2725024"/>
            <a:ext cx="4726061" cy="376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13824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2">
  <a:themeElements>
    <a:clrScheme name="form1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rm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4400" b="0" i="0" u="sng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sng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form1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m1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m1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2" id="{1C98CCFB-0771-4AE0-87FA-2047E507F522}" vid="{62AC49B7-D415-4CF6-BBDE-24678B12125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13126</TotalTime>
  <Pages>49</Pages>
  <Words>19</Words>
  <Application>Microsoft Office PowerPoint</Application>
  <PresentationFormat>全屏显示(4:3)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Times New Roman</vt:lpstr>
      <vt:lpstr>Webdings</vt:lpstr>
      <vt:lpstr>Wingdings</vt:lpstr>
      <vt:lpstr>主题2</vt:lpstr>
      <vt:lpstr>Example 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creator>Jeff Offutt</dc:creator>
  <cp:lastModifiedBy>stom</cp:lastModifiedBy>
  <cp:revision>899</cp:revision>
  <cp:lastPrinted>2019-10-29T06:15:11Z</cp:lastPrinted>
  <dcterms:created xsi:type="dcterms:W3CDTF">1996-06-15T03:21:08Z</dcterms:created>
  <dcterms:modified xsi:type="dcterms:W3CDTF">2023-04-18T08:34:40Z</dcterms:modified>
</cp:coreProperties>
</file>