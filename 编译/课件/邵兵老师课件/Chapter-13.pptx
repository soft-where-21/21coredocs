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58" r:id="rId2"/>
    <p:sldId id="341" r:id="rId3"/>
    <p:sldId id="357" r:id="rId4"/>
    <p:sldId id="342" r:id="rId5"/>
    <p:sldId id="355" r:id="rId6"/>
    <p:sldId id="343" r:id="rId7"/>
    <p:sldId id="344" r:id="rId8"/>
    <p:sldId id="346" r:id="rId9"/>
    <p:sldId id="348" r:id="rId10"/>
    <p:sldId id="349" r:id="rId11"/>
    <p:sldId id="359" r:id="rId12"/>
    <p:sldId id="350" r:id="rId13"/>
    <p:sldId id="351" r:id="rId14"/>
    <p:sldId id="352" r:id="rId15"/>
    <p:sldId id="360" r:id="rId16"/>
    <p:sldId id="353" r:id="rId17"/>
    <p:sldId id="354" r:id="rId1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6666FF"/>
    <a:srgbClr val="6600FF"/>
    <a:srgbClr val="9966FF"/>
    <a:srgbClr val="969696"/>
    <a:srgbClr val="FFFFE7"/>
    <a:srgbClr val="336600"/>
    <a:srgbClr val="CCECFF"/>
    <a:srgbClr val="FF0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68" autoAdjust="0"/>
    <p:restoredTop sz="94511" autoAdjust="0"/>
  </p:normalViewPr>
  <p:slideViewPr>
    <p:cSldViewPr>
      <p:cViewPr varScale="1">
        <p:scale>
          <a:sx n="91" d="100"/>
          <a:sy n="91" d="100"/>
        </p:scale>
        <p:origin x="576" y="68"/>
      </p:cViewPr>
      <p:guideLst>
        <p:guide orient="horz" pos="2160"/>
        <p:guide pos="2880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28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D3C27B7-8941-4343-8DB4-08E952611B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方正舒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616CC88-5FFA-458F-B456-58ED474DB2E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方正舒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AC588D26-97B6-4A4B-8FEB-99AFCBE748F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D2974D2F-6871-41D1-9471-587437052BB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>
            <a:extLst>
              <a:ext uri="{FF2B5EF4-FFF2-40B4-BE49-F238E27FC236}">
                <a16:creationId xmlns:a16="http://schemas.microsoft.com/office/drawing/2014/main" id="{4D8E183D-C95A-4912-8533-1B233E052EB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方正舒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>
            <a:extLst>
              <a:ext uri="{FF2B5EF4-FFF2-40B4-BE49-F238E27FC236}">
                <a16:creationId xmlns:a16="http://schemas.microsoft.com/office/drawing/2014/main" id="{F3A31F3C-BC50-45A2-8003-1B66EEA601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方正舒体" panose="02010601030101010101" pitchFamily="2" charset="-122"/>
              </a:defRPr>
            </a:lvl1pPr>
          </a:lstStyle>
          <a:p>
            <a:fld id="{E6320D84-1F45-4A0C-815E-570D32FEE018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方正舒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方正舒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方正舒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方正舒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方正舒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BFEC57-AB8A-4CD5-B4A7-0A68162EB9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9EE318-9ACB-46E5-8017-00A8FF7F11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BFFAC2-D5A2-4224-A9B2-6EFCABE549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41A59E-D4D0-4E55-80A3-24111980F1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9649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207059-DCFC-476D-92F8-337DF218D3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794E27-37C6-4948-AF09-268E1AE1CE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AF7970A-BC82-4CED-9AA3-3D5F338770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22B512-8C9D-4CBE-B746-A4D2AAFAD5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81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13D469-F1D3-42AA-AAEE-3C76002167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A4AA92-E822-4D2B-A397-20476D88B7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56F8B6-03DA-4428-8B3D-4F37D7006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CFC5E7-D41D-4628-AF9B-1796E07DE86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143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E8D608-2E6D-441D-BF42-28E5370433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F79740-D92B-4ED8-AFF3-8F10DAE7CF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CC4FE4-77DA-4EC8-8380-0740FB4CF6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9EB8F7-8F60-442F-A2C7-85DC20E62CF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21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7A9D530-2CDA-483C-B672-530AA88860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E72A50B-B9A1-4E3F-9857-6FC6ECE551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DBA00C4-B678-4DED-A519-63C0BCD63B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794DA4-1D25-4457-BB64-7C239BC423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90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F2125B1-1277-475F-9270-3782C52D79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E4EF9F5-83B3-4112-9EED-1C450145CF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FC0BEDC-59EF-45CE-8657-956B9D3CC6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008D6E-1165-4228-B053-CC0546DB85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0159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3303959-8C6C-4076-9402-3AEFDBEF22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E1B7345-6BBD-4BB1-9098-5BA6D87A88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43E6069-92B9-4FE7-B363-C737ED84F3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4E0E0-567F-4306-8014-6AD927DF4FB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48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FFD8C1-4F93-47C6-9CE0-4EF263F22B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5BF7D7-D7EE-45D5-B448-49B80252D6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5DC554-F40D-4728-9BDF-77C5FB671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38929F-D660-4BFB-B9F9-2D5BA193C2A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532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92FCE2-5FBB-47CC-9380-CE006CACA5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40BD12-C807-41DF-AAEF-081B3F0614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B8C228-987F-4006-A4AB-03CF26947E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E69876-0411-4395-8D1E-D28298831F6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6637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E6B211-2828-4663-9771-D286CBAD52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4925ED-950B-470D-BAB3-A2DFC78D8E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EB4B4C-4473-499B-BE16-C60B937C91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C48BC9-2205-4AED-9DD8-6684DE6CBD3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6490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0C9F94-8F80-4809-9853-62A0261A03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089A737-C4E2-41E4-B3EC-4232B1D660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B92A0CC-31A2-4FDB-9A46-4F3EB21548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F3AFBD-25EE-433D-A4A1-6A00675C0CC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555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07396E2-E731-4F9D-961E-A800383EDA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C34F99B-0BCC-4ED7-8689-963D6F9B5A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0CEAD47-C26D-4B52-AF9C-F92410BBA8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82C472-47B1-4AC5-9FF3-3EBDD4B605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5062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77FD4B49-F762-4B66-969C-8C2C8A333F0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EE3FCAD-3F8C-4369-9CBA-93769D75E67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4CCECD2-74CA-4067-A5F7-8572A45C551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方正舒体" panose="02010601030101010101" pitchFamily="2" charset="-122"/>
              </a:defRPr>
            </a:lvl1pPr>
          </a:lstStyle>
          <a:p>
            <a:fld id="{B6E3C8C7-0D6B-49A5-934B-5CDD269D51E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64B7429-51E9-41F9-BA50-1C3943F4D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en-US" altLang="zh-CN" sz="1400">
              <a:ea typeface="方正舒体" pitchFamily="2" charset="-122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6A9D3521-56B0-4762-B181-511752D37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en-US" altLang="zh-CN" sz="1400">
              <a:ea typeface="方正舒体" pitchFamily="2" charset="-122"/>
            </a:endParaRPr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7D43BCC1-01DD-41FD-9292-272AC89CE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r" eaLnBrk="1" hangingPunct="1"/>
            <a:fld id="{37354020-72F0-4272-ADD4-00907F688068}" type="slidenum">
              <a:rPr lang="en-US" altLang="zh-CN" sz="1400">
                <a:ea typeface="方正舒体" panose="02010601030101010101" pitchFamily="2" charset="-122"/>
              </a:rPr>
              <a:pPr algn="r" eaLnBrk="1" hangingPunct="1"/>
              <a:t>‹#›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1032" name="Rectangle 10">
            <a:extLst>
              <a:ext uri="{FF2B5EF4-FFF2-40B4-BE49-F238E27FC236}">
                <a16:creationId xmlns:a16="http://schemas.microsoft.com/office/drawing/2014/main" id="{F6233EA3-B700-4761-AEC2-AD98414B0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en-US" altLang="zh-CN" sz="1400">
              <a:ea typeface="方正舒体" pitchFamily="2" charset="-122"/>
            </a:endParaRPr>
          </a:p>
        </p:txBody>
      </p:sp>
      <p:sp>
        <p:nvSpPr>
          <p:cNvPr id="1033" name="Rectangle 11">
            <a:extLst>
              <a:ext uri="{FF2B5EF4-FFF2-40B4-BE49-F238E27FC236}">
                <a16:creationId xmlns:a16="http://schemas.microsoft.com/office/drawing/2014/main" id="{2DFCC0F5-ECE8-47B9-8EB6-6A9D5BFEB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en-US" altLang="zh-CN" sz="1400">
              <a:ea typeface="方正舒体" pitchFamily="2" charset="-122"/>
            </a:endParaRPr>
          </a:p>
        </p:txBody>
      </p:sp>
      <p:sp>
        <p:nvSpPr>
          <p:cNvPr id="1034" name="Rectangle 12">
            <a:extLst>
              <a:ext uri="{FF2B5EF4-FFF2-40B4-BE49-F238E27FC236}">
                <a16:creationId xmlns:a16="http://schemas.microsoft.com/office/drawing/2014/main" id="{83C902D8-8B15-4098-9AFC-3FD8BB08F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r" eaLnBrk="1" hangingPunct="1"/>
            <a:fld id="{4539D207-9878-4333-B26B-4B91D29DE132}" type="slidenum">
              <a:rPr lang="en-US" altLang="zh-CN" sz="1400">
                <a:ea typeface="方正舒体" panose="02010601030101010101" pitchFamily="2" charset="-122"/>
              </a:rPr>
              <a:pPr algn="r" eaLnBrk="1" hangingPunct="1"/>
              <a:t>‹#›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1035" name="Line 14">
            <a:extLst>
              <a:ext uri="{FF2B5EF4-FFF2-40B4-BE49-F238E27FC236}">
                <a16:creationId xmlns:a16="http://schemas.microsoft.com/office/drawing/2014/main" id="{069C5719-91AC-4AAE-B866-74BC8DF207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88" y="568325"/>
            <a:ext cx="9142412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6" name="Line 16">
            <a:extLst>
              <a:ext uri="{FF2B5EF4-FFF2-40B4-BE49-F238E27FC236}">
                <a16:creationId xmlns:a16="http://schemas.microsoft.com/office/drawing/2014/main" id="{FC95646D-11FB-4331-A478-F4CE0849DFE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281738"/>
            <a:ext cx="91440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37" name="Picture 18" descr="C:\Documents and Settings\Administrator\桌面\logo_small.jpg">
            <a:extLst>
              <a:ext uri="{FF2B5EF4-FFF2-40B4-BE49-F238E27FC236}">
                <a16:creationId xmlns:a16="http://schemas.microsoft.com/office/drawing/2014/main" id="{4F9D4C28-B608-4C2F-B006-597D3E60F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4925"/>
            <a:ext cx="19145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方正舒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方正舒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方正舒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方正舒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方正舒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方正舒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方正舒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方正舒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A97CD-CD29-4986-8BD0-ABDA62653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7915" y="1124745"/>
            <a:ext cx="7772400" cy="864096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3333CC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第十三章 语法制导翻译技术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666F6F-5469-4E58-B276-0DDB0C90E9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3608" y="2708920"/>
            <a:ext cx="6400800" cy="1752600"/>
          </a:xfrm>
          <a:solidFill>
            <a:schemeClr val="accent6">
              <a:lumMod val="40000"/>
              <a:lumOff val="60000"/>
            </a:schemeClr>
          </a:solidFill>
          <a:ln w="9525">
            <a:solidFill>
              <a:srgbClr val="2357FF"/>
            </a:solidFill>
            <a:miter lim="800000"/>
            <a:headEnd/>
            <a:tailEnd/>
          </a:ln>
          <a:effectLst>
            <a:outerShdw dist="107763" dir="18900000" algn="ctr" rotWithShape="0">
              <a:srgbClr val="808080"/>
            </a:outerShdw>
          </a:effectLst>
        </p:spPr>
        <p:txBody>
          <a:bodyPr/>
          <a:lstStyle/>
          <a:p>
            <a:pPr indent="271463" algn="l" eaLnBrk="1" hangingPunct="1">
              <a:lnSpc>
                <a:spcPct val="150000"/>
              </a:lnSpc>
            </a:pPr>
            <a:r>
              <a:rPr lang="en-US" altLang="zh-CN" b="1" kern="12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13.1  LL(1)</a:t>
            </a:r>
            <a:r>
              <a:rPr lang="zh-CN" altLang="en-US" b="1" kern="12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文法的语法制导翻译</a:t>
            </a:r>
            <a:endParaRPr lang="en-US" altLang="zh-CN" b="1" kern="1200" dirty="0">
              <a:latin typeface="Times New Roman" panose="02020603050405020304" pitchFamily="18" charset="0"/>
              <a:ea typeface="楷体_GB2312" panose="02010609030101010101" pitchFamily="49" charset="-122"/>
            </a:endParaRPr>
          </a:p>
          <a:p>
            <a:pPr indent="271463" algn="l" eaLnBrk="1" hangingPunct="1">
              <a:lnSpc>
                <a:spcPct val="150000"/>
              </a:lnSpc>
            </a:pPr>
            <a:r>
              <a:rPr lang="en-US" altLang="zh-CN" b="1" kern="12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13.2  </a:t>
            </a:r>
            <a:r>
              <a:rPr lang="zh-CN" altLang="en-US" b="1" kern="1200" dirty="0">
                <a:latin typeface="Times New Roman" panose="02020603050405020304" pitchFamily="18" charset="0"/>
                <a:ea typeface="楷体_GB2312" panose="02010609030101010101" pitchFamily="49" charset="-122"/>
              </a:rPr>
              <a:t>自底向上语法制导翻译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0B831F-E331-46C8-BAAA-CCC09E71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1A59E-D4D0-4E55-80A3-24111980F1C1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9860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4">
            <a:extLst>
              <a:ext uri="{FF2B5EF4-FFF2-40B4-BE49-F238E27FC236}">
                <a16:creationId xmlns:a16="http://schemas.microsoft.com/office/drawing/2014/main" id="{944325A3-F1B6-4171-8E70-04DB78E4F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789B2963-D6F0-41E9-9531-BBCB4EFAB573}" type="slidenum">
              <a:rPr lang="en-US" altLang="zh-CN" sz="1400">
                <a:ea typeface="方正舒体" panose="02010601030101010101" pitchFamily="2" charset="-122"/>
              </a:rPr>
              <a:pPr/>
              <a:t>2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57347" name="Text Box 76">
            <a:extLst>
              <a:ext uri="{FF2B5EF4-FFF2-40B4-BE49-F238E27FC236}">
                <a16:creationId xmlns:a16="http://schemas.microsoft.com/office/drawing/2014/main" id="{72AE5492-55B8-4346-B2EE-6986866FC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92238"/>
            <a:ext cx="2952750" cy="2228850"/>
          </a:xfrm>
          <a:prstGeom prst="rect">
            <a:avLst/>
          </a:prstGeom>
          <a:solidFill>
            <a:srgbClr val="EBEB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b="1"/>
              <a:t>例如有输入文法：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1. &lt;S&gt; → &lt;E&gt;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2. &lt;E&gt;→ + &lt;E&gt;</a:t>
            </a:r>
            <a:r>
              <a:rPr lang="en-US" altLang="zh-CN" b="1" baseline="-25000"/>
              <a:t> </a:t>
            </a:r>
            <a:r>
              <a:rPr lang="en-US" altLang="zh-CN" b="1"/>
              <a:t>&lt;E&gt;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3. &lt;E&gt;→ * &lt;E&gt;</a:t>
            </a:r>
            <a:r>
              <a:rPr lang="en-US" altLang="zh-CN" b="1" baseline="-25000"/>
              <a:t> </a:t>
            </a:r>
            <a:r>
              <a:rPr lang="en-US" altLang="zh-CN" b="1"/>
              <a:t>&lt;E&gt;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4. &lt;E&gt; → C</a:t>
            </a:r>
          </a:p>
        </p:txBody>
      </p:sp>
      <p:graphicFrame>
        <p:nvGraphicFramePr>
          <p:cNvPr id="94390" name="Group 182">
            <a:extLst>
              <a:ext uri="{FF2B5EF4-FFF2-40B4-BE49-F238E27FC236}">
                <a16:creationId xmlns:a16="http://schemas.microsoft.com/office/drawing/2014/main" id="{AF8933C6-5446-4480-BFE8-6FA44F3555E3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3348038" y="4868863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375" name="Rectangle 140">
            <a:extLst>
              <a:ext uri="{FF2B5EF4-FFF2-40B4-BE49-F238E27FC236}">
                <a16:creationId xmlns:a16="http://schemas.microsoft.com/office/drawing/2014/main" id="{549F9537-A757-4386-8ED9-7C65F05F9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04863"/>
            <a:ext cx="66881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/>
              <a:t>文法如下，请给出</a:t>
            </a:r>
            <a:r>
              <a:rPr lang="en-US" altLang="zh-CN" sz="2400" b="1" dirty="0"/>
              <a:t>LL(1)</a:t>
            </a:r>
            <a:r>
              <a:rPr lang="zh-CN" altLang="en-US" sz="2400" b="1" dirty="0"/>
              <a:t>分析表，并分析</a:t>
            </a:r>
            <a:r>
              <a:rPr lang="en-US" altLang="zh-CN" sz="2400" b="1" spc="150" dirty="0"/>
              <a:t>+</a:t>
            </a:r>
            <a:r>
              <a:rPr lang="zh-CN" altLang="en-US" sz="2400" b="1" spc="150" dirty="0"/>
              <a:t>*</a:t>
            </a:r>
            <a:r>
              <a:rPr lang="en-US" altLang="zh-CN" sz="2400" b="1" spc="150" dirty="0"/>
              <a:t>CCC</a:t>
            </a:r>
            <a:endParaRPr lang="zh-CN" altLang="en-US" sz="2400" b="1" spc="150" dirty="0"/>
          </a:p>
        </p:txBody>
      </p:sp>
      <p:sp>
        <p:nvSpPr>
          <p:cNvPr id="57378" name="Text Box 152">
            <a:extLst>
              <a:ext uri="{FF2B5EF4-FFF2-40B4-BE49-F238E27FC236}">
                <a16:creationId xmlns:a16="http://schemas.microsoft.com/office/drawing/2014/main" id="{631D8A86-F985-4DFE-AAF6-6240AC5B8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83100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</a:rPr>
              <a:t>分析表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3BF1586-0DD2-49EF-B2B9-936FE3523526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573463"/>
            <a:ext cx="7704137" cy="2522537"/>
            <a:chOff x="1331913" y="3573463"/>
            <a:chExt cx="7704137" cy="2522537"/>
          </a:xfrm>
        </p:grpSpPr>
        <p:grpSp>
          <p:nvGrpSpPr>
            <p:cNvPr id="57379" name="Group 113">
              <a:extLst>
                <a:ext uri="{FF2B5EF4-FFF2-40B4-BE49-F238E27FC236}">
                  <a16:creationId xmlns:a16="http://schemas.microsoft.com/office/drawing/2014/main" id="{EAE5F8EC-6FA5-4C87-8B54-1A730DCE62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3475" y="3995738"/>
              <a:ext cx="2822575" cy="728662"/>
              <a:chOff x="1486" y="476"/>
              <a:chExt cx="1778" cy="459"/>
            </a:xfrm>
          </p:grpSpPr>
          <p:sp>
            <p:nvSpPr>
              <p:cNvPr id="57392" name="Rectangle 84">
                <a:extLst>
                  <a:ext uri="{FF2B5EF4-FFF2-40B4-BE49-F238E27FC236}">
                    <a16:creationId xmlns:a16="http://schemas.microsoft.com/office/drawing/2014/main" id="{F6E839A4-E5F4-4696-8254-4734CF0B12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1" y="482"/>
                <a:ext cx="290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b="1">
                    <a:ea typeface="方正舒体" panose="02010601030101010101" pitchFamily="2" charset="-122"/>
                  </a:rPr>
                  <a:t>C</a:t>
                </a:r>
                <a:endParaRPr lang="en-US" altLang="zh-CN" b="1" baseline="-25000">
                  <a:ea typeface="方正舒体" panose="02010601030101010101" pitchFamily="2" charset="-122"/>
                </a:endParaRPr>
              </a:p>
            </p:txBody>
          </p:sp>
          <p:sp>
            <p:nvSpPr>
              <p:cNvPr id="57393" name="Rectangle 83">
                <a:extLst>
                  <a:ext uri="{FF2B5EF4-FFF2-40B4-BE49-F238E27FC236}">
                    <a16:creationId xmlns:a16="http://schemas.microsoft.com/office/drawing/2014/main" id="{45E7E3B7-58EE-4184-8B83-4520032D56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" y="482"/>
                <a:ext cx="291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b="1">
                    <a:ea typeface="方正舒体" panose="02010601030101010101" pitchFamily="2" charset="-122"/>
                  </a:rPr>
                  <a:t>C</a:t>
                </a:r>
                <a:endParaRPr lang="en-US" altLang="zh-CN" b="1" baseline="-25000">
                  <a:ea typeface="方正舒体" panose="02010601030101010101" pitchFamily="2" charset="-122"/>
                </a:endParaRPr>
              </a:p>
            </p:txBody>
          </p:sp>
          <p:sp>
            <p:nvSpPr>
              <p:cNvPr id="57394" name="Rectangle 82">
                <a:extLst>
                  <a:ext uri="{FF2B5EF4-FFF2-40B4-BE49-F238E27FC236}">
                    <a16:creationId xmlns:a16="http://schemas.microsoft.com/office/drawing/2014/main" id="{C881980D-7EEA-4ED4-9A54-0F36CE6C5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0" y="482"/>
                <a:ext cx="290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b="1">
                    <a:ea typeface="方正舒体" panose="02010601030101010101" pitchFamily="2" charset="-122"/>
                  </a:rPr>
                  <a:t>C</a:t>
                </a:r>
                <a:endParaRPr lang="en-US" altLang="zh-CN" b="1" baseline="-25000">
                  <a:ea typeface="方正舒体" panose="02010601030101010101" pitchFamily="2" charset="-122"/>
                </a:endParaRPr>
              </a:p>
            </p:txBody>
          </p:sp>
          <p:sp>
            <p:nvSpPr>
              <p:cNvPr id="57395" name="Rectangle 81">
                <a:extLst>
                  <a:ext uri="{FF2B5EF4-FFF2-40B4-BE49-F238E27FC236}">
                    <a16:creationId xmlns:a16="http://schemas.microsoft.com/office/drawing/2014/main" id="{8A5BC881-6AC2-4146-8589-51277F1E0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9" y="482"/>
                <a:ext cx="291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b="1">
                    <a:ea typeface="方正舒体" panose="02010601030101010101" pitchFamily="2" charset="-122"/>
                  </a:rPr>
                  <a:t>*</a:t>
                </a:r>
              </a:p>
            </p:txBody>
          </p:sp>
          <p:sp>
            <p:nvSpPr>
              <p:cNvPr id="57396" name="Rectangle 80">
                <a:extLst>
                  <a:ext uri="{FF2B5EF4-FFF2-40B4-BE49-F238E27FC236}">
                    <a16:creationId xmlns:a16="http://schemas.microsoft.com/office/drawing/2014/main" id="{2BC4C63D-80E2-4491-84DE-3C9DAE5AD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9" y="482"/>
                <a:ext cx="290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b="1">
                    <a:ea typeface="方正舒体" panose="02010601030101010101" pitchFamily="2" charset="-122"/>
                  </a:rPr>
                  <a:t>+</a:t>
                </a:r>
              </a:p>
            </p:txBody>
          </p:sp>
          <p:sp>
            <p:nvSpPr>
              <p:cNvPr id="57397" name="Freeform 85">
                <a:extLst>
                  <a:ext uri="{FF2B5EF4-FFF2-40B4-BE49-F238E27FC236}">
                    <a16:creationId xmlns:a16="http://schemas.microsoft.com/office/drawing/2014/main" id="{DF57E6B0-1F83-4F93-9426-327F4765F8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" y="482"/>
                <a:ext cx="1745" cy="1"/>
              </a:xfrm>
              <a:custGeom>
                <a:avLst/>
                <a:gdLst>
                  <a:gd name="T0" fmla="*/ 0 w 1745"/>
                  <a:gd name="T1" fmla="*/ 0 h 1"/>
                  <a:gd name="T2" fmla="*/ 1745 w 1745"/>
                  <a:gd name="T3" fmla="*/ 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45" h="1">
                    <a:moveTo>
                      <a:pt x="0" y="0"/>
                    </a:moveTo>
                    <a:lnTo>
                      <a:pt x="1745" y="1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8" name="Freeform 86">
                <a:extLst>
                  <a:ext uri="{FF2B5EF4-FFF2-40B4-BE49-F238E27FC236}">
                    <a16:creationId xmlns:a16="http://schemas.microsoft.com/office/drawing/2014/main" id="{F80A6C92-FFBE-48F4-83A8-B70FC21D8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" y="731"/>
                <a:ext cx="1739" cy="4"/>
              </a:xfrm>
              <a:custGeom>
                <a:avLst/>
                <a:gdLst>
                  <a:gd name="T0" fmla="*/ 0 w 1739"/>
                  <a:gd name="T1" fmla="*/ 0 h 4"/>
                  <a:gd name="T2" fmla="*/ 1739 w 1739"/>
                  <a:gd name="T3" fmla="*/ 4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39" h="4">
                    <a:moveTo>
                      <a:pt x="0" y="0"/>
                    </a:moveTo>
                    <a:lnTo>
                      <a:pt x="1739" y="4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9" name="Line 87">
                <a:extLst>
                  <a:ext uri="{FF2B5EF4-FFF2-40B4-BE49-F238E27FC236}">
                    <a16:creationId xmlns:a16="http://schemas.microsoft.com/office/drawing/2014/main" id="{B438876B-2350-4AD6-8DD5-C1D08D8F0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19" y="482"/>
                <a:ext cx="0" cy="24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0" name="Line 88">
                <a:extLst>
                  <a:ext uri="{FF2B5EF4-FFF2-40B4-BE49-F238E27FC236}">
                    <a16:creationId xmlns:a16="http://schemas.microsoft.com/office/drawing/2014/main" id="{4AA27DF6-AF79-4302-A7AB-36221D75E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9" y="482"/>
                <a:ext cx="0" cy="24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1" name="Line 89">
                <a:extLst>
                  <a:ext uri="{FF2B5EF4-FFF2-40B4-BE49-F238E27FC236}">
                    <a16:creationId xmlns:a16="http://schemas.microsoft.com/office/drawing/2014/main" id="{BF894654-3E73-4A14-B2EC-90816A0E0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0" y="482"/>
                <a:ext cx="0" cy="24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2" name="Line 90">
                <a:extLst>
                  <a:ext uri="{FF2B5EF4-FFF2-40B4-BE49-F238E27FC236}">
                    <a16:creationId xmlns:a16="http://schemas.microsoft.com/office/drawing/2014/main" id="{8BF8273F-0DFD-4442-81CA-644B40A90C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0" y="482"/>
                <a:ext cx="0" cy="24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3" name="Line 91">
                <a:extLst>
                  <a:ext uri="{FF2B5EF4-FFF2-40B4-BE49-F238E27FC236}">
                    <a16:creationId xmlns:a16="http://schemas.microsoft.com/office/drawing/2014/main" id="{89E2EE74-EE5E-4FF5-BE54-C6C7221846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1" y="482"/>
                <a:ext cx="0" cy="24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4" name="Line 92">
                <a:extLst>
                  <a:ext uri="{FF2B5EF4-FFF2-40B4-BE49-F238E27FC236}">
                    <a16:creationId xmlns:a16="http://schemas.microsoft.com/office/drawing/2014/main" id="{FF3106C3-ACDE-4762-96B7-0D55FC7B3B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" y="482"/>
                <a:ext cx="0" cy="24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5" name="Rectangle 109">
                <a:extLst>
                  <a:ext uri="{FF2B5EF4-FFF2-40B4-BE49-F238E27FC236}">
                    <a16:creationId xmlns:a16="http://schemas.microsoft.com/office/drawing/2014/main" id="{CC813C06-3489-4398-A2D1-A0CE80E8B1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476"/>
                <a:ext cx="290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b="1">
                    <a:ea typeface="方正舒体" panose="02010601030101010101" pitchFamily="2" charset="-122"/>
                  </a:rPr>
                  <a:t>#</a:t>
                </a:r>
                <a:endParaRPr lang="en-US" altLang="zh-CN" b="1" baseline="-25000">
                  <a:ea typeface="方正舒体" panose="02010601030101010101" pitchFamily="2" charset="-122"/>
                </a:endParaRPr>
              </a:p>
            </p:txBody>
          </p:sp>
          <p:sp>
            <p:nvSpPr>
              <p:cNvPr id="57406" name="Line 110">
                <a:extLst>
                  <a:ext uri="{FF2B5EF4-FFF2-40B4-BE49-F238E27FC236}">
                    <a16:creationId xmlns:a16="http://schemas.microsoft.com/office/drawing/2014/main" id="{040C39AF-276A-48E5-897B-2CC0676741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" y="485"/>
                <a:ext cx="0" cy="24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7" name="Line 111">
                <a:extLst>
                  <a:ext uri="{FF2B5EF4-FFF2-40B4-BE49-F238E27FC236}">
                    <a16:creationId xmlns:a16="http://schemas.microsoft.com/office/drawing/2014/main" id="{4025A178-DC83-4671-A8A2-60FEDB6778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1" y="485"/>
                <a:ext cx="0" cy="24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08" name="Rectangle 112">
                <a:extLst>
                  <a:ext uri="{FF2B5EF4-FFF2-40B4-BE49-F238E27FC236}">
                    <a16:creationId xmlns:a16="http://schemas.microsoft.com/office/drawing/2014/main" id="{23C5E702-65B5-4212-8D19-EDE04585CF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6" y="686"/>
                <a:ext cx="318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2800" b="1">
                    <a:ea typeface="方正舒体" panose="02010601030101010101" pitchFamily="2" charset="-122"/>
                  </a:rPr>
                  <a:t>↑</a:t>
                </a:r>
                <a:endParaRPr lang="en-US" altLang="zh-CN" sz="2800" b="1">
                  <a:ea typeface="方正舒体" panose="02010601030101010101" pitchFamily="2" charset="-122"/>
                </a:endParaRPr>
              </a:p>
            </p:txBody>
          </p:sp>
        </p:grpSp>
        <p:grpSp>
          <p:nvGrpSpPr>
            <p:cNvPr id="57380" name="Group 150">
              <a:extLst>
                <a:ext uri="{FF2B5EF4-FFF2-40B4-BE49-F238E27FC236}">
                  <a16:creationId xmlns:a16="http://schemas.microsoft.com/office/drawing/2014/main" id="{1343475C-5A8E-45E4-887F-031655B0BF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1913" y="5084763"/>
              <a:ext cx="1514475" cy="1011237"/>
              <a:chOff x="476" y="3109"/>
              <a:chExt cx="954" cy="637"/>
            </a:xfrm>
          </p:grpSpPr>
          <p:sp>
            <p:nvSpPr>
              <p:cNvPr id="57383" name="Rectangle 141">
                <a:extLst>
                  <a:ext uri="{FF2B5EF4-FFF2-40B4-BE49-F238E27FC236}">
                    <a16:creationId xmlns:a16="http://schemas.microsoft.com/office/drawing/2014/main" id="{986CF89E-72D5-48A7-9EC2-AB47C08F0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535"/>
                <a:ext cx="952" cy="2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b="1">
                    <a:ea typeface="方正舒体" panose="02010601030101010101" pitchFamily="2" charset="-122"/>
                  </a:rPr>
                  <a:t>#</a:t>
                </a:r>
              </a:p>
            </p:txBody>
          </p:sp>
          <p:sp>
            <p:nvSpPr>
              <p:cNvPr id="57384" name="Rectangle 142">
                <a:extLst>
                  <a:ext uri="{FF2B5EF4-FFF2-40B4-BE49-F238E27FC236}">
                    <a16:creationId xmlns:a16="http://schemas.microsoft.com/office/drawing/2014/main" id="{72F1E8E2-3A28-4D59-A193-057F3894BA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324"/>
                <a:ext cx="952" cy="2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b="1">
                    <a:ea typeface="方正舒体" panose="02010601030101010101" pitchFamily="2" charset="-122"/>
                  </a:rPr>
                  <a:t>&lt;S&gt; </a:t>
                </a:r>
              </a:p>
            </p:txBody>
          </p:sp>
          <p:sp>
            <p:nvSpPr>
              <p:cNvPr id="57385" name="Rectangle 143">
                <a:extLst>
                  <a:ext uri="{FF2B5EF4-FFF2-40B4-BE49-F238E27FC236}">
                    <a16:creationId xmlns:a16="http://schemas.microsoft.com/office/drawing/2014/main" id="{13154A94-58BB-4A39-BAFC-9454E68CF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" y="3113"/>
                <a:ext cx="952" cy="21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tIns="0" bIns="0"/>
              <a:lstStyle>
                <a:lvl1pPr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endParaRPr lang="zh-CN" altLang="zh-CN" sz="1800" b="1">
                  <a:ea typeface="方正舒体" panose="02010601030101010101" pitchFamily="2" charset="-122"/>
                </a:endParaRPr>
              </a:p>
            </p:txBody>
          </p:sp>
          <p:sp>
            <p:nvSpPr>
              <p:cNvPr id="57386" name="Line 144">
                <a:extLst>
                  <a:ext uri="{FF2B5EF4-FFF2-40B4-BE49-F238E27FC236}">
                    <a16:creationId xmlns:a16="http://schemas.microsoft.com/office/drawing/2014/main" id="{44E37FE8-44E9-4B3E-8D0E-A4AF2FC08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" y="3113"/>
                <a:ext cx="9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7" name="Line 145">
                <a:extLst>
                  <a:ext uri="{FF2B5EF4-FFF2-40B4-BE49-F238E27FC236}">
                    <a16:creationId xmlns:a16="http://schemas.microsoft.com/office/drawing/2014/main" id="{4ADD3CD7-2A43-4D10-8973-BE6D3E1C3F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" y="3324"/>
                <a:ext cx="9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8" name="Line 146">
                <a:extLst>
                  <a:ext uri="{FF2B5EF4-FFF2-40B4-BE49-F238E27FC236}">
                    <a16:creationId xmlns:a16="http://schemas.microsoft.com/office/drawing/2014/main" id="{049D77A3-C518-46C5-92F1-32E9AFAF92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" y="3535"/>
                <a:ext cx="9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9" name="Line 147">
                <a:extLst>
                  <a:ext uri="{FF2B5EF4-FFF2-40B4-BE49-F238E27FC236}">
                    <a16:creationId xmlns:a16="http://schemas.microsoft.com/office/drawing/2014/main" id="{950B6777-2441-4C72-B192-DA4CABA1A8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" y="3746"/>
                <a:ext cx="95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0" name="Freeform 148">
                <a:extLst>
                  <a:ext uri="{FF2B5EF4-FFF2-40B4-BE49-F238E27FC236}">
                    <a16:creationId xmlns:a16="http://schemas.microsoft.com/office/drawing/2014/main" id="{59B39523-4486-498F-980C-4FE6F6DD0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" y="3109"/>
                <a:ext cx="1" cy="637"/>
              </a:xfrm>
              <a:custGeom>
                <a:avLst/>
                <a:gdLst>
                  <a:gd name="T0" fmla="*/ 0 w 1"/>
                  <a:gd name="T1" fmla="*/ 0 h 637"/>
                  <a:gd name="T2" fmla="*/ 0 w 1"/>
                  <a:gd name="T3" fmla="*/ 637 h 6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37">
                    <a:moveTo>
                      <a:pt x="0" y="0"/>
                    </a:moveTo>
                    <a:lnTo>
                      <a:pt x="0" y="637"/>
                    </a:lnTo>
                  </a:path>
                </a:pathLst>
              </a:custGeom>
              <a:noFill/>
              <a:ln w="28575" cap="sq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1" name="Freeform 149">
                <a:extLst>
                  <a:ext uri="{FF2B5EF4-FFF2-40B4-BE49-F238E27FC236}">
                    <a16:creationId xmlns:a16="http://schemas.microsoft.com/office/drawing/2014/main" id="{38C3CEFA-515D-4BF4-AA74-B3DCAD65D3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3109"/>
                <a:ext cx="1" cy="637"/>
              </a:xfrm>
              <a:custGeom>
                <a:avLst/>
                <a:gdLst>
                  <a:gd name="T0" fmla="*/ 0 w 1"/>
                  <a:gd name="T1" fmla="*/ 0 h 637"/>
                  <a:gd name="T2" fmla="*/ 0 w 1"/>
                  <a:gd name="T3" fmla="*/ 637 h 6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37">
                    <a:moveTo>
                      <a:pt x="0" y="0"/>
                    </a:moveTo>
                    <a:lnTo>
                      <a:pt x="0" y="637"/>
                    </a:lnTo>
                  </a:path>
                </a:pathLst>
              </a:custGeom>
              <a:noFill/>
              <a:ln w="28575" cap="sq">
                <a:solidFill>
                  <a:schemeClr val="tx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81" name="Text Box 151">
              <a:extLst>
                <a:ext uri="{FF2B5EF4-FFF2-40B4-BE49-F238E27FC236}">
                  <a16:creationId xmlns:a16="http://schemas.microsoft.com/office/drawing/2014/main" id="{C2FB402F-4152-4A65-86FA-7D3C53B94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250" y="4687888"/>
              <a:ext cx="950913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accent2"/>
                  </a:solidFill>
                </a:rPr>
                <a:t>符号栈</a:t>
              </a:r>
            </a:p>
          </p:txBody>
        </p:sp>
        <p:sp>
          <p:nvSpPr>
            <p:cNvPr id="57382" name="Text Box 153">
              <a:extLst>
                <a:ext uri="{FF2B5EF4-FFF2-40B4-BE49-F238E27FC236}">
                  <a16:creationId xmlns:a16="http://schemas.microsoft.com/office/drawing/2014/main" id="{A672B9BC-687D-409E-9440-E88DB9E81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4025" y="3573463"/>
              <a:ext cx="1717675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/>
              <a:r>
                <a:rPr lang="zh-CN" altLang="en-US" b="1">
                  <a:solidFill>
                    <a:schemeClr val="accent2"/>
                  </a:solidFill>
                </a:rPr>
                <a:t>待输入字符串</a:t>
              </a:r>
            </a:p>
          </p:txBody>
        </p:sp>
      </p:grpSp>
      <p:sp>
        <p:nvSpPr>
          <p:cNvPr id="38" name="Text Box 7">
            <a:extLst>
              <a:ext uri="{FF2B5EF4-FFF2-40B4-BE49-F238E27FC236}">
                <a16:creationId xmlns:a16="http://schemas.microsoft.com/office/drawing/2014/main" id="{0FA1A99E-CC5B-40CC-B8C1-4087601A2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3813" y="2166814"/>
            <a:ext cx="2374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/>
              <a:t>中序：</a:t>
            </a:r>
            <a:r>
              <a:rPr lang="en-US" altLang="zh-CN" sz="2400" b="1"/>
              <a:t>i * i + i</a:t>
            </a:r>
          </a:p>
        </p:txBody>
      </p:sp>
      <p:sp>
        <p:nvSpPr>
          <p:cNvPr id="39" name="Text Box 7">
            <a:extLst>
              <a:ext uri="{FF2B5EF4-FFF2-40B4-BE49-F238E27FC236}">
                <a16:creationId xmlns:a16="http://schemas.microsoft.com/office/drawing/2014/main" id="{99C88EF4-3570-43B2-9D58-2A31C456B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3813" y="2751014"/>
            <a:ext cx="2374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400" b="1"/>
              <a:t>前序：</a:t>
            </a:r>
            <a:r>
              <a:rPr lang="en-US" altLang="zh-CN" sz="2400" b="1"/>
              <a:t>+ * i i i</a:t>
            </a:r>
          </a:p>
        </p:txBody>
      </p:sp>
      <p:sp>
        <p:nvSpPr>
          <p:cNvPr id="40" name="AutoShape 2">
            <a:extLst>
              <a:ext uri="{FF2B5EF4-FFF2-40B4-BE49-F238E27FC236}">
                <a16:creationId xmlns:a16="http://schemas.microsoft.com/office/drawing/2014/main" id="{8171A2D9-20A3-479B-94ED-25E12329E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866775"/>
            <a:ext cx="8486775" cy="476250"/>
          </a:xfrm>
          <a:prstGeom prst="roundRect">
            <a:avLst>
              <a:gd name="adj" fmla="val 5435"/>
            </a:avLst>
          </a:prstGeom>
          <a:solidFill>
            <a:schemeClr val="accent6">
              <a:lumMod val="60000"/>
              <a:lumOff val="40000"/>
              <a:alpha val="50195"/>
            </a:schemeClr>
          </a:solidFill>
          <a:ln>
            <a:noFill/>
          </a:ln>
          <a:effectLst/>
        </p:spPr>
        <p:txBody>
          <a:bodyPr anchor="ctr">
            <a:spAutoFit/>
          </a:bodyPr>
          <a:lstStyle>
            <a:lvl1pPr>
              <a:defRPr kumimoji="1" sz="3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3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3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3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3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0000FF"/>
                </a:solidFill>
                <a:ea typeface="楷体_GB2312" panose="02010609030101010101" pitchFamily="49" charset="-122"/>
              </a:rPr>
              <a:t>13.1  LL(1)</a:t>
            </a:r>
            <a:r>
              <a:rPr lang="zh-CN" altLang="en-US" sz="2400" b="1" dirty="0">
                <a:solidFill>
                  <a:srgbClr val="0000FF"/>
                </a:solidFill>
                <a:ea typeface="楷体_GB2312" panose="02010609030101010101" pitchFamily="49" charset="-122"/>
              </a:rPr>
              <a:t>文法的语法制导翻译</a:t>
            </a:r>
            <a:endParaRPr lang="zh-CN" altLang="en-US" sz="2400" b="1" dirty="0">
              <a:solidFill>
                <a:srgbClr val="0F48FF"/>
              </a:solidFill>
              <a:ea typeface="楷体_GB2312" panose="0201060903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78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4">
            <a:extLst>
              <a:ext uri="{FF2B5EF4-FFF2-40B4-BE49-F238E27FC236}">
                <a16:creationId xmlns:a16="http://schemas.microsoft.com/office/drawing/2014/main" id="{364E1BC6-1E12-4B57-B99F-10FC2BAF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76565595-8593-4F74-8313-14EE55BCB128}" type="slidenum">
              <a:rPr lang="en-US" altLang="zh-CN" sz="1400">
                <a:ea typeface="方正舒体" panose="02010601030101010101" pitchFamily="2" charset="-122"/>
              </a:rPr>
              <a:pPr/>
              <a:t>3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58371" name="Text Box 76">
            <a:extLst>
              <a:ext uri="{FF2B5EF4-FFF2-40B4-BE49-F238E27FC236}">
                <a16:creationId xmlns:a16="http://schemas.microsoft.com/office/drawing/2014/main" id="{2ECA836E-D5AA-4B48-94FE-7AFDC7D1D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230313"/>
            <a:ext cx="5148262" cy="3062287"/>
          </a:xfrm>
          <a:prstGeom prst="rect">
            <a:avLst/>
          </a:prstGeom>
          <a:solidFill>
            <a:srgbClr val="EBEB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b="1"/>
              <a:t>例如有属性翻译文法：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1. &lt;S&gt; → &lt;E&gt; 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p  </a:t>
            </a:r>
            <a:r>
              <a:rPr lang="en-US" altLang="zh-CN" b="1"/>
              <a:t>@ANSWER</a:t>
            </a:r>
            <a:r>
              <a:rPr lang="en-US" altLang="zh-CN" b="1" baseline="-25000"/>
              <a:t>↓r</a:t>
            </a:r>
            <a:r>
              <a:rPr lang="en-US" altLang="zh-CN" b="1"/>
              <a:t>	      r := p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2. &lt;E&gt;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P</a:t>
            </a:r>
            <a:r>
              <a:rPr lang="en-US" altLang="zh-CN" b="1"/>
              <a:t>→ + &lt;E&gt;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q </a:t>
            </a:r>
            <a:r>
              <a:rPr lang="en-US" altLang="zh-CN" b="1"/>
              <a:t> &lt;E&gt;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 r  </a:t>
            </a:r>
            <a:r>
              <a:rPr lang="en-US" altLang="zh-CN" b="1"/>
              <a:t>@ADD</a:t>
            </a:r>
            <a:r>
              <a:rPr lang="en-US" altLang="zh-CN" b="1" baseline="-25000"/>
              <a:t>↓A1, A2 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R</a:t>
            </a:r>
            <a:r>
              <a:rPr lang="en-US" altLang="zh-CN" b="1"/>
              <a:t>   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         A</a:t>
            </a:r>
            <a:r>
              <a:rPr lang="en-US" altLang="zh-CN" b="1" baseline="-25000"/>
              <a:t>1</a:t>
            </a:r>
            <a:r>
              <a:rPr lang="en-US" altLang="zh-CN" b="1"/>
              <a:t> := q ,  A</a:t>
            </a:r>
            <a:r>
              <a:rPr lang="en-US" altLang="zh-CN" b="1" baseline="-25000"/>
              <a:t>2</a:t>
            </a:r>
            <a:r>
              <a:rPr lang="en-US" altLang="zh-CN" b="1"/>
              <a:t> := r,  R := A</a:t>
            </a:r>
            <a:r>
              <a:rPr lang="en-US" altLang="zh-CN" b="1" baseline="-25000"/>
              <a:t>1</a:t>
            </a:r>
            <a:r>
              <a:rPr lang="en-US" altLang="zh-CN" b="1"/>
              <a:t> + A</a:t>
            </a:r>
            <a:r>
              <a:rPr lang="en-US" altLang="zh-CN" b="1" baseline="-25000"/>
              <a:t>2</a:t>
            </a:r>
            <a:r>
              <a:rPr lang="en-US" altLang="zh-CN" b="1"/>
              <a:t>,   P</a:t>
            </a:r>
            <a:r>
              <a:rPr lang="en-US" altLang="zh-CN" b="1" baseline="-25000"/>
              <a:t> </a:t>
            </a:r>
            <a:r>
              <a:rPr lang="en-US" altLang="zh-CN" b="1"/>
              <a:t>:= R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3. &lt;E&gt;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P</a:t>
            </a:r>
            <a:r>
              <a:rPr lang="en-US" altLang="zh-CN" b="1"/>
              <a:t>→ * &lt;E&gt;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q </a:t>
            </a:r>
            <a:r>
              <a:rPr lang="en-US" altLang="zh-CN" b="1"/>
              <a:t> &lt;E&gt;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 r  </a:t>
            </a:r>
            <a:r>
              <a:rPr lang="en-US" altLang="zh-CN" b="1"/>
              <a:t>@MULT</a:t>
            </a:r>
            <a:r>
              <a:rPr lang="en-US" altLang="zh-CN" b="1" baseline="-25000"/>
              <a:t>↓A1, A2 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R</a:t>
            </a:r>
            <a:endParaRPr lang="en-US" altLang="zh-CN" b="1"/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         A</a:t>
            </a:r>
            <a:r>
              <a:rPr lang="en-US" altLang="zh-CN" b="1" baseline="-25000"/>
              <a:t>1</a:t>
            </a:r>
            <a:r>
              <a:rPr lang="en-US" altLang="zh-CN" b="1"/>
              <a:t> := q ,  A</a:t>
            </a:r>
            <a:r>
              <a:rPr lang="en-US" altLang="zh-CN" b="1" baseline="-25000"/>
              <a:t>2</a:t>
            </a:r>
            <a:r>
              <a:rPr lang="en-US" altLang="zh-CN" b="1"/>
              <a:t> := r , R := A</a:t>
            </a:r>
            <a:r>
              <a:rPr lang="en-US" altLang="zh-CN" b="1" baseline="-25000"/>
              <a:t>1</a:t>
            </a:r>
            <a:r>
              <a:rPr lang="en-US" altLang="zh-CN" b="1"/>
              <a:t> * A</a:t>
            </a:r>
            <a:r>
              <a:rPr lang="en-US" altLang="zh-CN" b="1" baseline="-25000"/>
              <a:t>2</a:t>
            </a:r>
            <a:r>
              <a:rPr lang="en-US" altLang="zh-CN" b="1"/>
              <a:t>,   P</a:t>
            </a:r>
            <a:r>
              <a:rPr lang="en-US" altLang="zh-CN" b="1" baseline="-25000"/>
              <a:t> </a:t>
            </a:r>
            <a:r>
              <a:rPr lang="en-US" altLang="zh-CN" b="1"/>
              <a:t>:= R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zh-CN" b="1"/>
              <a:t>4. &lt;E&gt; 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 P</a:t>
            </a:r>
            <a:r>
              <a:rPr lang="en-US" altLang="zh-CN" b="1"/>
              <a:t> → C </a:t>
            </a:r>
            <a:r>
              <a:rPr lang="en-US" altLang="zh-CN" b="1" baseline="-25000">
                <a:sym typeface="Symbol" panose="05050102010706020507" pitchFamily="18" charset="2"/>
              </a:rPr>
              <a:t></a:t>
            </a:r>
            <a:r>
              <a:rPr lang="en-US" altLang="zh-CN" b="1" baseline="-25000"/>
              <a:t>q</a:t>
            </a:r>
            <a:r>
              <a:rPr lang="en-US" altLang="zh-CN" b="1"/>
              <a:t>                        P</a:t>
            </a:r>
            <a:r>
              <a:rPr lang="en-US" altLang="zh-CN" b="1" baseline="-25000"/>
              <a:t> </a:t>
            </a:r>
            <a:r>
              <a:rPr lang="en-US" altLang="zh-CN" b="1"/>
              <a:t>:= q;</a:t>
            </a:r>
          </a:p>
        </p:txBody>
      </p:sp>
      <p:grpSp>
        <p:nvGrpSpPr>
          <p:cNvPr id="58372" name="Group 113">
            <a:extLst>
              <a:ext uri="{FF2B5EF4-FFF2-40B4-BE49-F238E27FC236}">
                <a16:creationId xmlns:a16="http://schemas.microsoft.com/office/drawing/2014/main" id="{3F60D0DC-E825-428E-B9CA-AC833A785941}"/>
              </a:ext>
            </a:extLst>
          </p:cNvPr>
          <p:cNvGrpSpPr>
            <a:grpSpLocks/>
          </p:cNvGrpSpPr>
          <p:nvPr/>
        </p:nvGrpSpPr>
        <p:grpSpPr bwMode="auto">
          <a:xfrm>
            <a:off x="6213475" y="3995738"/>
            <a:ext cx="2822575" cy="728662"/>
            <a:chOff x="1486" y="476"/>
            <a:chExt cx="1778" cy="459"/>
          </a:xfrm>
        </p:grpSpPr>
        <p:sp>
          <p:nvSpPr>
            <p:cNvPr id="58413" name="Rectangle 84">
              <a:extLst>
                <a:ext uri="{FF2B5EF4-FFF2-40B4-BE49-F238E27FC236}">
                  <a16:creationId xmlns:a16="http://schemas.microsoft.com/office/drawing/2014/main" id="{86FC85FC-A030-427B-A6BB-24ACB21CC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" y="482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58414" name="Rectangle 83">
              <a:extLst>
                <a:ext uri="{FF2B5EF4-FFF2-40B4-BE49-F238E27FC236}">
                  <a16:creationId xmlns:a16="http://schemas.microsoft.com/office/drawing/2014/main" id="{F94E103A-F51D-4147-98EF-D423C2398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482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58415" name="Rectangle 82">
              <a:extLst>
                <a:ext uri="{FF2B5EF4-FFF2-40B4-BE49-F238E27FC236}">
                  <a16:creationId xmlns:a16="http://schemas.microsoft.com/office/drawing/2014/main" id="{2B7847EA-0CE9-4F75-AB00-6D7767EC2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" y="482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58416" name="Rectangle 81">
              <a:extLst>
                <a:ext uri="{FF2B5EF4-FFF2-40B4-BE49-F238E27FC236}">
                  <a16:creationId xmlns:a16="http://schemas.microsoft.com/office/drawing/2014/main" id="{E3F450A1-2818-44CB-971F-E0D897C43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" y="482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58417" name="Rectangle 80">
              <a:extLst>
                <a:ext uri="{FF2B5EF4-FFF2-40B4-BE49-F238E27FC236}">
                  <a16:creationId xmlns:a16="http://schemas.microsoft.com/office/drawing/2014/main" id="{B4B30443-ECF6-4AF4-A88D-B83324361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482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58418" name="Freeform 85">
              <a:extLst>
                <a:ext uri="{FF2B5EF4-FFF2-40B4-BE49-F238E27FC236}">
                  <a16:creationId xmlns:a16="http://schemas.microsoft.com/office/drawing/2014/main" id="{5C302607-DBD1-4B92-AD5B-F284E7A0E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482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9" name="Freeform 86">
              <a:extLst>
                <a:ext uri="{FF2B5EF4-FFF2-40B4-BE49-F238E27FC236}">
                  <a16:creationId xmlns:a16="http://schemas.microsoft.com/office/drawing/2014/main" id="{D6BFC430-EA82-4AB5-9181-AD9181776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731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0" name="Line 87">
              <a:extLst>
                <a:ext uri="{FF2B5EF4-FFF2-40B4-BE49-F238E27FC236}">
                  <a16:creationId xmlns:a16="http://schemas.microsoft.com/office/drawing/2014/main" id="{7A1D1E9F-2D40-4F4C-806F-388609EB2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48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1" name="Line 88">
              <a:extLst>
                <a:ext uri="{FF2B5EF4-FFF2-40B4-BE49-F238E27FC236}">
                  <a16:creationId xmlns:a16="http://schemas.microsoft.com/office/drawing/2014/main" id="{A9DEFF39-9F0D-4DED-A648-0632C7A0C4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9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2" name="Line 89">
              <a:extLst>
                <a:ext uri="{FF2B5EF4-FFF2-40B4-BE49-F238E27FC236}">
                  <a16:creationId xmlns:a16="http://schemas.microsoft.com/office/drawing/2014/main" id="{3C74C0A4-709B-4103-AE4C-F4A21AD57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3" name="Line 90">
              <a:extLst>
                <a:ext uri="{FF2B5EF4-FFF2-40B4-BE49-F238E27FC236}">
                  <a16:creationId xmlns:a16="http://schemas.microsoft.com/office/drawing/2014/main" id="{AF162E42-6746-4949-BCF5-0A2A75589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0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4" name="Line 91">
              <a:extLst>
                <a:ext uri="{FF2B5EF4-FFF2-40B4-BE49-F238E27FC236}">
                  <a16:creationId xmlns:a16="http://schemas.microsoft.com/office/drawing/2014/main" id="{2CA6BABE-7A80-497F-AFBC-8B97D448A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5" name="Line 92">
              <a:extLst>
                <a:ext uri="{FF2B5EF4-FFF2-40B4-BE49-F238E27FC236}">
                  <a16:creationId xmlns:a16="http://schemas.microsoft.com/office/drawing/2014/main" id="{4345DFBF-65B5-40A3-9589-7CDF4109A3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48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6" name="Rectangle 109">
              <a:extLst>
                <a:ext uri="{FF2B5EF4-FFF2-40B4-BE49-F238E27FC236}">
                  <a16:creationId xmlns:a16="http://schemas.microsoft.com/office/drawing/2014/main" id="{9DA40D27-7EA7-4C1E-9A82-D4DEE8654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476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58427" name="Line 110">
              <a:extLst>
                <a:ext uri="{FF2B5EF4-FFF2-40B4-BE49-F238E27FC236}">
                  <a16:creationId xmlns:a16="http://schemas.microsoft.com/office/drawing/2014/main" id="{CE2CD013-E033-49ED-9F79-BB796388D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485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8" name="Line 111">
              <a:extLst>
                <a:ext uri="{FF2B5EF4-FFF2-40B4-BE49-F238E27FC236}">
                  <a16:creationId xmlns:a16="http://schemas.microsoft.com/office/drawing/2014/main" id="{A7EFDB59-BE0E-4A23-92CF-15858CB52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1" y="485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9" name="Rectangle 112">
              <a:extLst>
                <a:ext uri="{FF2B5EF4-FFF2-40B4-BE49-F238E27FC236}">
                  <a16:creationId xmlns:a16="http://schemas.microsoft.com/office/drawing/2014/main" id="{C3BA9F0D-55A0-4B0E-9E54-B849646F09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6" y="686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graphicFrame>
        <p:nvGraphicFramePr>
          <p:cNvPr id="94390" name="Group 182">
            <a:extLst>
              <a:ext uri="{FF2B5EF4-FFF2-40B4-BE49-F238E27FC236}">
                <a16:creationId xmlns:a16="http://schemas.microsoft.com/office/drawing/2014/main" id="{52857F67-8EA8-4A21-A843-5BC008078A58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3348038" y="4868863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8399" name="Rectangle 140">
            <a:extLst>
              <a:ext uri="{FF2B5EF4-FFF2-40B4-BE49-F238E27FC236}">
                <a16:creationId xmlns:a16="http://schemas.microsoft.com/office/drawing/2014/main" id="{A7F8F0DC-E57F-4FF1-A640-F83D2A614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2938"/>
            <a:ext cx="65197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/>
              <a:t>属性文法自顶向下翻译的实现</a:t>
            </a:r>
            <a:r>
              <a:rPr lang="en-US" altLang="zh-CN" sz="2400" b="1" dirty="0"/>
              <a:t>——LL(1)</a:t>
            </a:r>
            <a:r>
              <a:rPr lang="zh-CN" altLang="en-US" sz="2400" b="1" dirty="0"/>
              <a:t>分析法</a:t>
            </a:r>
          </a:p>
        </p:txBody>
      </p:sp>
      <p:grpSp>
        <p:nvGrpSpPr>
          <p:cNvPr id="58400" name="Group 150">
            <a:extLst>
              <a:ext uri="{FF2B5EF4-FFF2-40B4-BE49-F238E27FC236}">
                <a16:creationId xmlns:a16="http://schemas.microsoft.com/office/drawing/2014/main" id="{A550E3AD-64F9-483D-AB9F-CD215F682A1B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084763"/>
            <a:ext cx="1514475" cy="1011237"/>
            <a:chOff x="476" y="3109"/>
            <a:chExt cx="954" cy="637"/>
          </a:xfrm>
        </p:grpSpPr>
        <p:sp>
          <p:nvSpPr>
            <p:cNvPr id="58404" name="Rectangle 141">
              <a:extLst>
                <a:ext uri="{FF2B5EF4-FFF2-40B4-BE49-F238E27FC236}">
                  <a16:creationId xmlns:a16="http://schemas.microsoft.com/office/drawing/2014/main" id="{1E9AF1DE-15BC-419B-B96B-6BC295DDF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535"/>
              <a:ext cx="952" cy="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</a:p>
          </p:txBody>
        </p:sp>
        <p:sp>
          <p:nvSpPr>
            <p:cNvPr id="58405" name="Rectangle 142">
              <a:extLst>
                <a:ext uri="{FF2B5EF4-FFF2-40B4-BE49-F238E27FC236}">
                  <a16:creationId xmlns:a16="http://schemas.microsoft.com/office/drawing/2014/main" id="{ED81A58B-1D36-4003-BAB0-DDFC6DFF6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324"/>
              <a:ext cx="952" cy="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&lt;S&gt; </a:t>
              </a:r>
            </a:p>
          </p:txBody>
        </p:sp>
        <p:sp>
          <p:nvSpPr>
            <p:cNvPr id="58406" name="Rectangle 143">
              <a:extLst>
                <a:ext uri="{FF2B5EF4-FFF2-40B4-BE49-F238E27FC236}">
                  <a16:creationId xmlns:a16="http://schemas.microsoft.com/office/drawing/2014/main" id="{24F038A3-69E9-4ABB-AC7A-1EF867054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3113"/>
              <a:ext cx="952" cy="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zh-CN" sz="1800" b="1">
                <a:ea typeface="方正舒体" panose="02010601030101010101" pitchFamily="2" charset="-122"/>
              </a:endParaRPr>
            </a:p>
          </p:txBody>
        </p:sp>
        <p:sp>
          <p:nvSpPr>
            <p:cNvPr id="58407" name="Line 144">
              <a:extLst>
                <a:ext uri="{FF2B5EF4-FFF2-40B4-BE49-F238E27FC236}">
                  <a16:creationId xmlns:a16="http://schemas.microsoft.com/office/drawing/2014/main" id="{34EB103A-9A75-4183-AD05-1660440BC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3113"/>
              <a:ext cx="9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8" name="Line 145">
              <a:extLst>
                <a:ext uri="{FF2B5EF4-FFF2-40B4-BE49-F238E27FC236}">
                  <a16:creationId xmlns:a16="http://schemas.microsoft.com/office/drawing/2014/main" id="{8F7840B4-7673-40CD-A057-B10E4724F6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3324"/>
              <a:ext cx="9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09" name="Line 146">
              <a:extLst>
                <a:ext uri="{FF2B5EF4-FFF2-40B4-BE49-F238E27FC236}">
                  <a16:creationId xmlns:a16="http://schemas.microsoft.com/office/drawing/2014/main" id="{914798BF-B92A-4AF0-83F0-FB5ABAA73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3535"/>
              <a:ext cx="9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0" name="Line 147">
              <a:extLst>
                <a:ext uri="{FF2B5EF4-FFF2-40B4-BE49-F238E27FC236}">
                  <a16:creationId xmlns:a16="http://schemas.microsoft.com/office/drawing/2014/main" id="{8A225659-10C8-48B1-A6E6-E9A61A931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" y="3746"/>
              <a:ext cx="9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1" name="Freeform 148">
              <a:extLst>
                <a:ext uri="{FF2B5EF4-FFF2-40B4-BE49-F238E27FC236}">
                  <a16:creationId xmlns:a16="http://schemas.microsoft.com/office/drawing/2014/main" id="{8DB9D702-C00C-48B6-81F1-FCB742ACF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3109"/>
              <a:ext cx="1" cy="637"/>
            </a:xfrm>
            <a:custGeom>
              <a:avLst/>
              <a:gdLst>
                <a:gd name="T0" fmla="*/ 0 w 1"/>
                <a:gd name="T1" fmla="*/ 0 h 637"/>
                <a:gd name="T2" fmla="*/ 0 w 1"/>
                <a:gd name="T3" fmla="*/ 637 h 6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37">
                  <a:moveTo>
                    <a:pt x="0" y="0"/>
                  </a:moveTo>
                  <a:lnTo>
                    <a:pt x="0" y="637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2" name="Freeform 149">
              <a:extLst>
                <a:ext uri="{FF2B5EF4-FFF2-40B4-BE49-F238E27FC236}">
                  <a16:creationId xmlns:a16="http://schemas.microsoft.com/office/drawing/2014/main" id="{CA51B5E6-AB78-4A5C-A059-7DD081471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9" y="3109"/>
              <a:ext cx="1" cy="637"/>
            </a:xfrm>
            <a:custGeom>
              <a:avLst/>
              <a:gdLst>
                <a:gd name="T0" fmla="*/ 0 w 1"/>
                <a:gd name="T1" fmla="*/ 0 h 637"/>
                <a:gd name="T2" fmla="*/ 0 w 1"/>
                <a:gd name="T3" fmla="*/ 637 h 6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37">
                  <a:moveTo>
                    <a:pt x="0" y="0"/>
                  </a:moveTo>
                  <a:lnTo>
                    <a:pt x="0" y="637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401" name="Text Box 151">
            <a:extLst>
              <a:ext uri="{FF2B5EF4-FFF2-40B4-BE49-F238E27FC236}">
                <a16:creationId xmlns:a16="http://schemas.microsoft.com/office/drawing/2014/main" id="{3A1545DD-82F4-4436-B7D6-6C5910B14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687888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</a:rPr>
              <a:t>符号栈</a:t>
            </a:r>
          </a:p>
        </p:txBody>
      </p:sp>
      <p:sp>
        <p:nvSpPr>
          <p:cNvPr id="58402" name="Text Box 152">
            <a:extLst>
              <a:ext uri="{FF2B5EF4-FFF2-40B4-BE49-F238E27FC236}">
                <a16:creationId xmlns:a16="http://schemas.microsoft.com/office/drawing/2014/main" id="{79738DEE-6504-4707-ABAB-1E5206988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83100"/>
            <a:ext cx="950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</a:rPr>
              <a:t>分析表</a:t>
            </a:r>
          </a:p>
        </p:txBody>
      </p:sp>
      <p:sp>
        <p:nvSpPr>
          <p:cNvPr id="58403" name="Text Box 153">
            <a:extLst>
              <a:ext uri="{FF2B5EF4-FFF2-40B4-BE49-F238E27FC236}">
                <a16:creationId xmlns:a16="http://schemas.microsoft.com/office/drawing/2014/main" id="{07494FBA-177A-4DC3-96B8-D2FE64C2A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3573463"/>
            <a:ext cx="17176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accent2"/>
                </a:solidFill>
              </a:rPr>
              <a:t>待输入字符串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4">
            <a:extLst>
              <a:ext uri="{FF2B5EF4-FFF2-40B4-BE49-F238E27FC236}">
                <a16:creationId xmlns:a16="http://schemas.microsoft.com/office/drawing/2014/main" id="{B3D5A537-A3C3-4E1B-969F-091E8DB2C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73B2C633-F1EE-4721-9DF9-C47C32C63D3D}" type="slidenum">
              <a:rPr lang="en-US" altLang="zh-CN" sz="1400">
                <a:ea typeface="方正舒体" panose="02010601030101010101" pitchFamily="2" charset="-122"/>
              </a:rPr>
              <a:pPr/>
              <a:t>4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59395" name="Text Box 40">
            <a:extLst>
              <a:ext uri="{FF2B5EF4-FFF2-40B4-BE49-F238E27FC236}">
                <a16:creationId xmlns:a16="http://schemas.microsoft.com/office/drawing/2014/main" id="{688B2203-1A4A-4B4D-BACA-23E57EEC6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2288" y="2060575"/>
            <a:ext cx="4776787" cy="2239963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pSp>
        <p:nvGrpSpPr>
          <p:cNvPr id="59396" name="Group 151">
            <a:extLst>
              <a:ext uri="{FF2B5EF4-FFF2-40B4-BE49-F238E27FC236}">
                <a16:creationId xmlns:a16="http://schemas.microsoft.com/office/drawing/2014/main" id="{1D36AC95-D3FB-4CB4-B683-58EFCC545C65}"/>
              </a:ext>
            </a:extLst>
          </p:cNvPr>
          <p:cNvGrpSpPr>
            <a:grpSpLocks/>
          </p:cNvGrpSpPr>
          <p:nvPr/>
        </p:nvGrpSpPr>
        <p:grpSpPr bwMode="auto">
          <a:xfrm>
            <a:off x="465138" y="3384550"/>
            <a:ext cx="1516062" cy="681038"/>
            <a:chOff x="293" y="1026"/>
            <a:chExt cx="955" cy="429"/>
          </a:xfrm>
        </p:grpSpPr>
        <p:sp>
          <p:nvSpPr>
            <p:cNvPr id="59424" name="Rectangle 133">
              <a:extLst>
                <a:ext uri="{FF2B5EF4-FFF2-40B4-BE49-F238E27FC236}">
                  <a16:creationId xmlns:a16="http://schemas.microsoft.com/office/drawing/2014/main" id="{09778D60-48E9-4ACE-B443-863E24157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244"/>
              <a:ext cx="952" cy="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r</a:t>
              </a:r>
            </a:p>
          </p:txBody>
        </p:sp>
        <p:sp>
          <p:nvSpPr>
            <p:cNvPr id="59425" name="Rectangle 134">
              <a:extLst>
                <a:ext uri="{FF2B5EF4-FFF2-40B4-BE49-F238E27FC236}">
                  <a16:creationId xmlns:a16="http://schemas.microsoft.com/office/drawing/2014/main" id="{A80BF29D-B96D-409A-A826-C76B9CA36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033"/>
              <a:ext cx="952" cy="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ea typeface="方正舒体" panose="02010601030101010101" pitchFamily="2" charset="-122"/>
                </a:rPr>
                <a:t>@ANSWER</a:t>
              </a:r>
            </a:p>
          </p:txBody>
        </p:sp>
        <p:sp>
          <p:nvSpPr>
            <p:cNvPr id="59426" name="Line 135">
              <a:extLst>
                <a:ext uri="{FF2B5EF4-FFF2-40B4-BE49-F238E27FC236}">
                  <a16:creationId xmlns:a16="http://schemas.microsoft.com/office/drawing/2014/main" id="{44011C19-51C1-4ADD-96A9-3B6C3C042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033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7" name="Line 136">
              <a:extLst>
                <a:ext uri="{FF2B5EF4-FFF2-40B4-BE49-F238E27FC236}">
                  <a16:creationId xmlns:a16="http://schemas.microsoft.com/office/drawing/2014/main" id="{5C817A7F-8BA9-4150-9D87-1C826CC340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44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8" name="Line 137">
              <a:extLst>
                <a:ext uri="{FF2B5EF4-FFF2-40B4-BE49-F238E27FC236}">
                  <a16:creationId xmlns:a16="http://schemas.microsoft.com/office/drawing/2014/main" id="{720FCC52-D270-47C2-9DB8-394BCCEA4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455"/>
              <a:ext cx="9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9" name="Freeform 138">
              <a:extLst>
                <a:ext uri="{FF2B5EF4-FFF2-40B4-BE49-F238E27FC236}">
                  <a16:creationId xmlns:a16="http://schemas.microsoft.com/office/drawing/2014/main" id="{AAC21DED-6C96-445C-8F68-FBDA061CD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" y="1026"/>
              <a:ext cx="3" cy="429"/>
            </a:xfrm>
            <a:custGeom>
              <a:avLst/>
              <a:gdLst>
                <a:gd name="T0" fmla="*/ 0 w 3"/>
                <a:gd name="T1" fmla="*/ 0 h 429"/>
                <a:gd name="T2" fmla="*/ 3 w 3"/>
                <a:gd name="T3" fmla="*/ 429 h 4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29">
                  <a:moveTo>
                    <a:pt x="0" y="0"/>
                  </a:moveTo>
                  <a:lnTo>
                    <a:pt x="3" y="429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30" name="Freeform 139">
              <a:extLst>
                <a:ext uri="{FF2B5EF4-FFF2-40B4-BE49-F238E27FC236}">
                  <a16:creationId xmlns:a16="http://schemas.microsoft.com/office/drawing/2014/main" id="{82AFE975-4F2E-4C6D-94AF-58FC3EA73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" y="1029"/>
              <a:ext cx="4" cy="426"/>
            </a:xfrm>
            <a:custGeom>
              <a:avLst/>
              <a:gdLst>
                <a:gd name="T0" fmla="*/ 0 w 4"/>
                <a:gd name="T1" fmla="*/ 0 h 426"/>
                <a:gd name="T2" fmla="*/ 4 w 4"/>
                <a:gd name="T3" fmla="*/ 426 h 4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26">
                  <a:moveTo>
                    <a:pt x="0" y="0"/>
                  </a:moveTo>
                  <a:lnTo>
                    <a:pt x="4" y="426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397" name="Group 150">
            <a:extLst>
              <a:ext uri="{FF2B5EF4-FFF2-40B4-BE49-F238E27FC236}">
                <a16:creationId xmlns:a16="http://schemas.microsoft.com/office/drawing/2014/main" id="{30F07B62-5CE8-4B4A-95CB-6C460AB99A19}"/>
              </a:ext>
            </a:extLst>
          </p:cNvPr>
          <p:cNvGrpSpPr>
            <a:grpSpLocks/>
          </p:cNvGrpSpPr>
          <p:nvPr/>
        </p:nvGrpSpPr>
        <p:grpSpPr bwMode="auto">
          <a:xfrm>
            <a:off x="2263775" y="2447925"/>
            <a:ext cx="1516063" cy="681038"/>
            <a:chOff x="1426" y="663"/>
            <a:chExt cx="955" cy="429"/>
          </a:xfrm>
        </p:grpSpPr>
        <p:sp>
          <p:nvSpPr>
            <p:cNvPr id="59417" name="Rectangle 140">
              <a:extLst>
                <a:ext uri="{FF2B5EF4-FFF2-40B4-BE49-F238E27FC236}">
                  <a16:creationId xmlns:a16="http://schemas.microsoft.com/office/drawing/2014/main" id="{79109306-D141-4E9E-BA9D-F65052965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881"/>
              <a:ext cx="952" cy="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P</a:t>
              </a:r>
            </a:p>
          </p:txBody>
        </p:sp>
        <p:sp>
          <p:nvSpPr>
            <p:cNvPr id="59418" name="Rectangle 141">
              <a:extLst>
                <a:ext uri="{FF2B5EF4-FFF2-40B4-BE49-F238E27FC236}">
                  <a16:creationId xmlns:a16="http://schemas.microsoft.com/office/drawing/2014/main" id="{10A5210C-4BE0-4B4C-9790-545E3AC48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8" y="670"/>
              <a:ext cx="952" cy="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sz="1800" b="1">
                  <a:ea typeface="方正舒体" panose="02010601030101010101" pitchFamily="2" charset="-122"/>
                </a:rPr>
                <a:t>&lt;E&gt;</a:t>
              </a:r>
            </a:p>
          </p:txBody>
        </p:sp>
        <p:sp>
          <p:nvSpPr>
            <p:cNvPr id="59419" name="Line 142">
              <a:extLst>
                <a:ext uri="{FF2B5EF4-FFF2-40B4-BE49-F238E27FC236}">
                  <a16:creationId xmlns:a16="http://schemas.microsoft.com/office/drawing/2014/main" id="{252CB759-2F1B-477F-BD60-4EDC3B99E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" y="670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0" name="Line 143">
              <a:extLst>
                <a:ext uri="{FF2B5EF4-FFF2-40B4-BE49-F238E27FC236}">
                  <a16:creationId xmlns:a16="http://schemas.microsoft.com/office/drawing/2014/main" id="{AD4E574C-8D91-4E92-AD73-D3752D101A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" y="881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1" name="Line 144">
              <a:extLst>
                <a:ext uri="{FF2B5EF4-FFF2-40B4-BE49-F238E27FC236}">
                  <a16:creationId xmlns:a16="http://schemas.microsoft.com/office/drawing/2014/main" id="{75E361DA-C7E8-4BFE-A680-27AFDBDF7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" y="1092"/>
              <a:ext cx="95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2" name="Freeform 145">
              <a:extLst>
                <a:ext uri="{FF2B5EF4-FFF2-40B4-BE49-F238E27FC236}">
                  <a16:creationId xmlns:a16="http://schemas.microsoft.com/office/drawing/2014/main" id="{54B35992-A42B-44D4-B38F-F220B6ABE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663"/>
              <a:ext cx="3" cy="429"/>
            </a:xfrm>
            <a:custGeom>
              <a:avLst/>
              <a:gdLst>
                <a:gd name="T0" fmla="*/ 0 w 3"/>
                <a:gd name="T1" fmla="*/ 0 h 429"/>
                <a:gd name="T2" fmla="*/ 3 w 3"/>
                <a:gd name="T3" fmla="*/ 429 h 4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29">
                  <a:moveTo>
                    <a:pt x="0" y="0"/>
                  </a:moveTo>
                  <a:lnTo>
                    <a:pt x="3" y="429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23" name="Freeform 146">
              <a:extLst>
                <a:ext uri="{FF2B5EF4-FFF2-40B4-BE49-F238E27FC236}">
                  <a16:creationId xmlns:a16="http://schemas.microsoft.com/office/drawing/2014/main" id="{6A61A4FF-00F2-4814-8E6B-4691DF2EA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666"/>
              <a:ext cx="4" cy="426"/>
            </a:xfrm>
            <a:custGeom>
              <a:avLst/>
              <a:gdLst>
                <a:gd name="T0" fmla="*/ 0 w 4"/>
                <a:gd name="T1" fmla="*/ 0 h 426"/>
                <a:gd name="T2" fmla="*/ 4 w 4"/>
                <a:gd name="T3" fmla="*/ 426 h 4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26">
                  <a:moveTo>
                    <a:pt x="0" y="0"/>
                  </a:moveTo>
                  <a:lnTo>
                    <a:pt x="4" y="426"/>
                  </a:lnTo>
                </a:path>
              </a:pathLst>
            </a:custGeom>
            <a:noFill/>
            <a:ln w="28575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398" name="Rectangle 147">
            <a:extLst>
              <a:ext uri="{FF2B5EF4-FFF2-40B4-BE49-F238E27FC236}">
                <a16:creationId xmlns:a16="http://schemas.microsoft.com/office/drawing/2014/main" id="{E4451D6E-EFFD-4818-B249-B8269C4DA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47925"/>
            <a:ext cx="1511300" cy="33496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&lt;S&gt;</a:t>
            </a:r>
          </a:p>
        </p:txBody>
      </p:sp>
      <p:grpSp>
        <p:nvGrpSpPr>
          <p:cNvPr id="59399" name="Group 162">
            <a:extLst>
              <a:ext uri="{FF2B5EF4-FFF2-40B4-BE49-F238E27FC236}">
                <a16:creationId xmlns:a16="http://schemas.microsoft.com/office/drawing/2014/main" id="{3AC37764-29CE-4B4E-A608-26543F8D3F09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817938"/>
            <a:ext cx="1511300" cy="1339850"/>
            <a:chOff x="295" y="1616"/>
            <a:chExt cx="952" cy="844"/>
          </a:xfrm>
        </p:grpSpPr>
        <p:sp>
          <p:nvSpPr>
            <p:cNvPr id="59410" name="Rectangle 152">
              <a:extLst>
                <a:ext uri="{FF2B5EF4-FFF2-40B4-BE49-F238E27FC236}">
                  <a16:creationId xmlns:a16="http://schemas.microsoft.com/office/drawing/2014/main" id="{79E59B5A-6420-4195-9657-E4BADC56F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249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zh-CN" b="1">
                <a:ea typeface="方正舒体" panose="02010601030101010101" pitchFamily="2" charset="-122"/>
              </a:endParaRPr>
            </a:p>
          </p:txBody>
        </p:sp>
        <p:sp>
          <p:nvSpPr>
            <p:cNvPr id="59411" name="Rectangle 153">
              <a:extLst>
                <a:ext uri="{FF2B5EF4-FFF2-40B4-BE49-F238E27FC236}">
                  <a16:creationId xmlns:a16="http://schemas.microsoft.com/office/drawing/2014/main" id="{E3E0CAD2-2700-49FC-A292-9BB44FBB7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249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R</a:t>
              </a:r>
            </a:p>
          </p:txBody>
        </p:sp>
        <p:sp>
          <p:nvSpPr>
            <p:cNvPr id="59412" name="Rectangle 154">
              <a:extLst>
                <a:ext uri="{FF2B5EF4-FFF2-40B4-BE49-F238E27FC236}">
                  <a16:creationId xmlns:a16="http://schemas.microsoft.com/office/drawing/2014/main" id="{517A52F3-EA03-4C6E-B82A-405F74533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038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A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59413" name="Rectangle 155">
              <a:extLst>
                <a:ext uri="{FF2B5EF4-FFF2-40B4-BE49-F238E27FC236}">
                  <a16:creationId xmlns:a16="http://schemas.microsoft.com/office/drawing/2014/main" id="{777B7121-FD6A-4D4A-A284-689768163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827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A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1</a:t>
              </a:r>
            </a:p>
          </p:txBody>
        </p:sp>
        <p:sp>
          <p:nvSpPr>
            <p:cNvPr id="59414" name="Rectangle 156">
              <a:extLst>
                <a:ext uri="{FF2B5EF4-FFF2-40B4-BE49-F238E27FC236}">
                  <a16:creationId xmlns:a16="http://schemas.microsoft.com/office/drawing/2014/main" id="{4F0CAD97-8C88-4CAB-833D-78990E094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616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@MULT</a:t>
              </a:r>
            </a:p>
          </p:txBody>
        </p:sp>
        <p:sp>
          <p:nvSpPr>
            <p:cNvPr id="59415" name="Line 160">
              <a:extLst>
                <a:ext uri="{FF2B5EF4-FFF2-40B4-BE49-F238E27FC236}">
                  <a16:creationId xmlns:a16="http://schemas.microsoft.com/office/drawing/2014/main" id="{C41C1FC6-3B15-4452-82F0-58EB3C6D1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2249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6" name="Line 161">
              <a:extLst>
                <a:ext uri="{FF2B5EF4-FFF2-40B4-BE49-F238E27FC236}">
                  <a16:creationId xmlns:a16="http://schemas.microsoft.com/office/drawing/2014/main" id="{2FDC8B2A-5E46-4183-A1C9-74BFA587D4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2460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9400" name="Group 163">
            <a:extLst>
              <a:ext uri="{FF2B5EF4-FFF2-40B4-BE49-F238E27FC236}">
                <a16:creationId xmlns:a16="http://schemas.microsoft.com/office/drawing/2014/main" id="{0DBE8446-F176-467B-8900-DC217F766AB1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681538"/>
            <a:ext cx="1511300" cy="1339850"/>
            <a:chOff x="295" y="1616"/>
            <a:chExt cx="952" cy="844"/>
          </a:xfrm>
        </p:grpSpPr>
        <p:sp>
          <p:nvSpPr>
            <p:cNvPr id="59403" name="Rectangle 164">
              <a:extLst>
                <a:ext uri="{FF2B5EF4-FFF2-40B4-BE49-F238E27FC236}">
                  <a16:creationId xmlns:a16="http://schemas.microsoft.com/office/drawing/2014/main" id="{22467B64-F958-4FBC-9C65-9E54EDBDA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249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zh-CN" b="1">
                <a:ea typeface="方正舒体" panose="02010601030101010101" pitchFamily="2" charset="-122"/>
              </a:endParaRPr>
            </a:p>
          </p:txBody>
        </p:sp>
        <p:sp>
          <p:nvSpPr>
            <p:cNvPr id="59404" name="Rectangle 165">
              <a:extLst>
                <a:ext uri="{FF2B5EF4-FFF2-40B4-BE49-F238E27FC236}">
                  <a16:creationId xmlns:a16="http://schemas.microsoft.com/office/drawing/2014/main" id="{02DD3A89-65FC-4AD0-BE2F-4E89B25F1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249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R</a:t>
              </a:r>
            </a:p>
          </p:txBody>
        </p:sp>
        <p:sp>
          <p:nvSpPr>
            <p:cNvPr id="59405" name="Rectangle 166">
              <a:extLst>
                <a:ext uri="{FF2B5EF4-FFF2-40B4-BE49-F238E27FC236}">
                  <a16:creationId xmlns:a16="http://schemas.microsoft.com/office/drawing/2014/main" id="{B02B8127-C035-47CC-A781-EF54C06CA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2038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A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59406" name="Rectangle 167">
              <a:extLst>
                <a:ext uri="{FF2B5EF4-FFF2-40B4-BE49-F238E27FC236}">
                  <a16:creationId xmlns:a16="http://schemas.microsoft.com/office/drawing/2014/main" id="{56B65DC6-B58F-4955-A5E7-5A40E136E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827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A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1</a:t>
              </a:r>
            </a:p>
          </p:txBody>
        </p:sp>
        <p:sp>
          <p:nvSpPr>
            <p:cNvPr id="59407" name="Rectangle 168">
              <a:extLst>
                <a:ext uri="{FF2B5EF4-FFF2-40B4-BE49-F238E27FC236}">
                  <a16:creationId xmlns:a16="http://schemas.microsoft.com/office/drawing/2014/main" id="{6D380391-4C08-4DE8-AFCB-49D1CF71F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616"/>
              <a:ext cx="952" cy="211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@ADD</a:t>
              </a:r>
            </a:p>
          </p:txBody>
        </p:sp>
        <p:sp>
          <p:nvSpPr>
            <p:cNvPr id="59408" name="Line 169">
              <a:extLst>
                <a:ext uri="{FF2B5EF4-FFF2-40B4-BE49-F238E27FC236}">
                  <a16:creationId xmlns:a16="http://schemas.microsoft.com/office/drawing/2014/main" id="{7D2EF5E3-7065-46FB-8742-8919740C6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2249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" name="Line 170">
              <a:extLst>
                <a:ext uri="{FF2B5EF4-FFF2-40B4-BE49-F238E27FC236}">
                  <a16:creationId xmlns:a16="http://schemas.microsoft.com/office/drawing/2014/main" id="{56FBC093-0F4F-4E1C-B3F6-A36BE5F63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2460"/>
              <a:ext cx="9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9401" name="Text Box 173">
            <a:extLst>
              <a:ext uri="{FF2B5EF4-FFF2-40B4-BE49-F238E27FC236}">
                <a16:creationId xmlns:a16="http://schemas.microsoft.com/office/drawing/2014/main" id="{3F51EAD7-4C24-46B3-87DB-DB01C07AA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484313"/>
            <a:ext cx="2971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/>
            <a:r>
              <a:rPr lang="zh-CN" altLang="en-US" b="1"/>
              <a:t>每个非终结符和动作符号所占用的栈空间大小</a:t>
            </a:r>
          </a:p>
        </p:txBody>
      </p:sp>
      <p:sp>
        <p:nvSpPr>
          <p:cNvPr id="59402" name="Rectangle 175">
            <a:extLst>
              <a:ext uri="{FF2B5EF4-FFF2-40B4-BE49-F238E27FC236}">
                <a16:creationId xmlns:a16="http://schemas.microsoft.com/office/drawing/2014/main" id="{437F275E-5B52-44EF-B2A7-D96FF45C3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744538"/>
            <a:ext cx="7843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</a:rPr>
              <a:t>所有符号入栈时，应当将符号本身连同其属性一起入栈！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4">
            <a:extLst>
              <a:ext uri="{FF2B5EF4-FFF2-40B4-BE49-F238E27FC236}">
                <a16:creationId xmlns:a16="http://schemas.microsoft.com/office/drawing/2014/main" id="{8C619AF7-0A5E-49C3-AEEE-7F37C34E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CB2DACAC-FB67-48DD-9915-13D3FE09C31A}" type="slidenum">
              <a:rPr lang="en-US" altLang="zh-CN" sz="1400">
                <a:ea typeface="方正舒体" panose="02010601030101010101" pitchFamily="2" charset="-122"/>
              </a:rPr>
              <a:pPr/>
              <a:t>5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912789F9-8778-44C7-99C9-D848FB9C7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300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0F7BACB4-80A9-464C-BDF0-4B403E1BB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5300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&lt;S&gt;</a:t>
            </a:r>
          </a:p>
        </p:txBody>
      </p:sp>
      <p:sp>
        <p:nvSpPr>
          <p:cNvPr id="60421" name="Line 4">
            <a:extLst>
              <a:ext uri="{FF2B5EF4-FFF2-40B4-BE49-F238E27FC236}">
                <a16:creationId xmlns:a16="http://schemas.microsoft.com/office/drawing/2014/main" id="{093DEEFE-3D2E-41CE-915C-D873621B0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5573713"/>
            <a:ext cx="1511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2" name="Line 5">
            <a:extLst>
              <a:ext uri="{FF2B5EF4-FFF2-40B4-BE49-F238E27FC236}">
                <a16:creationId xmlns:a16="http://schemas.microsoft.com/office/drawing/2014/main" id="{06071F5E-9602-4DAC-85FF-C2CF6B5156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5908675"/>
            <a:ext cx="1511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3" name="Line 6">
            <a:extLst>
              <a:ext uri="{FF2B5EF4-FFF2-40B4-BE49-F238E27FC236}">
                <a16:creationId xmlns:a16="http://schemas.microsoft.com/office/drawing/2014/main" id="{90AB8019-4691-4F9E-A845-BE4E5C3DA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5300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4" name="Freeform 7">
            <a:extLst>
              <a:ext uri="{FF2B5EF4-FFF2-40B4-BE49-F238E27FC236}">
                <a16:creationId xmlns:a16="http://schemas.microsoft.com/office/drawing/2014/main" id="{E769BE5D-F76E-456B-ADF7-77E962D36AA9}"/>
              </a:ext>
            </a:extLst>
          </p:cNvPr>
          <p:cNvSpPr>
            <a:spLocks/>
          </p:cNvSpPr>
          <p:nvPr/>
        </p:nvSpPr>
        <p:spPr bwMode="auto">
          <a:xfrm>
            <a:off x="1762125" y="5562600"/>
            <a:ext cx="4763" cy="681038"/>
          </a:xfrm>
          <a:custGeom>
            <a:avLst/>
            <a:gdLst>
              <a:gd name="T0" fmla="*/ 0 w 3"/>
              <a:gd name="T1" fmla="*/ 0 h 429"/>
              <a:gd name="T2" fmla="*/ 2147483646 w 3"/>
              <a:gd name="T3" fmla="*/ 2147483646 h 42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429">
                <a:moveTo>
                  <a:pt x="0" y="0"/>
                </a:moveTo>
                <a:lnTo>
                  <a:pt x="3" y="429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5" name="Freeform 8">
            <a:extLst>
              <a:ext uri="{FF2B5EF4-FFF2-40B4-BE49-F238E27FC236}">
                <a16:creationId xmlns:a16="http://schemas.microsoft.com/office/drawing/2014/main" id="{AD910711-5A15-41AA-8845-BE7926E331A6}"/>
              </a:ext>
            </a:extLst>
          </p:cNvPr>
          <p:cNvSpPr>
            <a:spLocks/>
          </p:cNvSpPr>
          <p:nvPr/>
        </p:nvSpPr>
        <p:spPr bwMode="auto">
          <a:xfrm>
            <a:off x="3271838" y="5567363"/>
            <a:ext cx="6350" cy="676275"/>
          </a:xfrm>
          <a:custGeom>
            <a:avLst/>
            <a:gdLst>
              <a:gd name="T0" fmla="*/ 0 w 4"/>
              <a:gd name="T1" fmla="*/ 0 h 426"/>
              <a:gd name="T2" fmla="*/ 2147483646 w 4"/>
              <a:gd name="T3" fmla="*/ 2147483646 h 42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" h="426">
                <a:moveTo>
                  <a:pt x="0" y="0"/>
                </a:moveTo>
                <a:lnTo>
                  <a:pt x="4" y="426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6" name="Text Box 9">
            <a:extLst>
              <a:ext uri="{FF2B5EF4-FFF2-40B4-BE49-F238E27FC236}">
                <a16:creationId xmlns:a16="http://schemas.microsoft.com/office/drawing/2014/main" id="{7FBD97C0-612D-4078-80E7-F1B1BE05B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pSp>
        <p:nvGrpSpPr>
          <p:cNvPr id="60427" name="Group 10">
            <a:extLst>
              <a:ext uri="{FF2B5EF4-FFF2-40B4-BE49-F238E27FC236}">
                <a16:creationId xmlns:a16="http://schemas.microsoft.com/office/drawing/2014/main" id="{01A0D002-EE00-41C5-ABAC-8503F7A53618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5084763"/>
            <a:ext cx="2822575" cy="728662"/>
            <a:chOff x="1486" y="476"/>
            <a:chExt cx="1778" cy="459"/>
          </a:xfrm>
        </p:grpSpPr>
        <p:sp>
          <p:nvSpPr>
            <p:cNvPr id="60455" name="Rectangle 11">
              <a:extLst>
                <a:ext uri="{FF2B5EF4-FFF2-40B4-BE49-F238E27FC236}">
                  <a16:creationId xmlns:a16="http://schemas.microsoft.com/office/drawing/2014/main" id="{9AB1EE3F-2469-4FA6-833F-5109C880F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" y="482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0456" name="Rectangle 12">
              <a:extLst>
                <a:ext uri="{FF2B5EF4-FFF2-40B4-BE49-F238E27FC236}">
                  <a16:creationId xmlns:a16="http://schemas.microsoft.com/office/drawing/2014/main" id="{0310EED1-5C61-445C-BDB5-BC13D4FD6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482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0457" name="Rectangle 13">
              <a:extLst>
                <a:ext uri="{FF2B5EF4-FFF2-40B4-BE49-F238E27FC236}">
                  <a16:creationId xmlns:a16="http://schemas.microsoft.com/office/drawing/2014/main" id="{020183C5-A4BB-4074-B800-24B095016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" y="482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0458" name="Rectangle 14">
              <a:extLst>
                <a:ext uri="{FF2B5EF4-FFF2-40B4-BE49-F238E27FC236}">
                  <a16:creationId xmlns:a16="http://schemas.microsoft.com/office/drawing/2014/main" id="{FC05627C-5D72-45CC-A188-C6849B07F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" y="482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0459" name="Rectangle 15">
              <a:extLst>
                <a:ext uri="{FF2B5EF4-FFF2-40B4-BE49-F238E27FC236}">
                  <a16:creationId xmlns:a16="http://schemas.microsoft.com/office/drawing/2014/main" id="{A3DA08DE-5FBB-4676-8B38-4968895F4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482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0460" name="Freeform 16">
              <a:extLst>
                <a:ext uri="{FF2B5EF4-FFF2-40B4-BE49-F238E27FC236}">
                  <a16:creationId xmlns:a16="http://schemas.microsoft.com/office/drawing/2014/main" id="{E6648FFB-F645-418E-B973-BF5E41410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482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1" name="Freeform 17">
              <a:extLst>
                <a:ext uri="{FF2B5EF4-FFF2-40B4-BE49-F238E27FC236}">
                  <a16:creationId xmlns:a16="http://schemas.microsoft.com/office/drawing/2014/main" id="{789A4109-AF36-4869-BDCF-58498FFDA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731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2" name="Line 18">
              <a:extLst>
                <a:ext uri="{FF2B5EF4-FFF2-40B4-BE49-F238E27FC236}">
                  <a16:creationId xmlns:a16="http://schemas.microsoft.com/office/drawing/2014/main" id="{41DF4E8D-C4A1-4B84-AAEC-23165C990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48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3" name="Line 19">
              <a:extLst>
                <a:ext uri="{FF2B5EF4-FFF2-40B4-BE49-F238E27FC236}">
                  <a16:creationId xmlns:a16="http://schemas.microsoft.com/office/drawing/2014/main" id="{F3A32E7E-F133-421C-88C5-BE6C58B67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9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4" name="Line 20">
              <a:extLst>
                <a:ext uri="{FF2B5EF4-FFF2-40B4-BE49-F238E27FC236}">
                  <a16:creationId xmlns:a16="http://schemas.microsoft.com/office/drawing/2014/main" id="{F4E2DA2A-B05B-42D9-8E29-AF2A7D047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5" name="Line 21">
              <a:extLst>
                <a:ext uri="{FF2B5EF4-FFF2-40B4-BE49-F238E27FC236}">
                  <a16:creationId xmlns:a16="http://schemas.microsoft.com/office/drawing/2014/main" id="{25302742-9D3E-44A2-ABDD-4609F6B4A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0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6" name="Line 22">
              <a:extLst>
                <a:ext uri="{FF2B5EF4-FFF2-40B4-BE49-F238E27FC236}">
                  <a16:creationId xmlns:a16="http://schemas.microsoft.com/office/drawing/2014/main" id="{0124A6AF-4E73-43DA-A088-A2AA1709E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7" name="Line 23">
              <a:extLst>
                <a:ext uri="{FF2B5EF4-FFF2-40B4-BE49-F238E27FC236}">
                  <a16:creationId xmlns:a16="http://schemas.microsoft.com/office/drawing/2014/main" id="{6CA0B74A-47AD-4DB8-BF98-8D1ED6100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48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8" name="Rectangle 24">
              <a:extLst>
                <a:ext uri="{FF2B5EF4-FFF2-40B4-BE49-F238E27FC236}">
                  <a16:creationId xmlns:a16="http://schemas.microsoft.com/office/drawing/2014/main" id="{DB322306-F6A2-4F8A-93EB-CEEAE1017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476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0469" name="Line 25">
              <a:extLst>
                <a:ext uri="{FF2B5EF4-FFF2-40B4-BE49-F238E27FC236}">
                  <a16:creationId xmlns:a16="http://schemas.microsoft.com/office/drawing/2014/main" id="{8BAB5CE2-FF0E-4247-8131-6EFE44A0A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485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0" name="Line 26">
              <a:extLst>
                <a:ext uri="{FF2B5EF4-FFF2-40B4-BE49-F238E27FC236}">
                  <a16:creationId xmlns:a16="http://schemas.microsoft.com/office/drawing/2014/main" id="{A9255083-2833-454B-A286-2A1E3AEBF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1" y="485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71" name="Rectangle 27">
              <a:extLst>
                <a:ext uri="{FF2B5EF4-FFF2-40B4-BE49-F238E27FC236}">
                  <a16:creationId xmlns:a16="http://schemas.microsoft.com/office/drawing/2014/main" id="{AAFE7882-91C1-4A5C-B3C9-9D6CE826F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6" y="686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graphicFrame>
        <p:nvGraphicFramePr>
          <p:cNvPr id="116764" name="Group 28">
            <a:extLst>
              <a:ext uri="{FF2B5EF4-FFF2-40B4-BE49-F238E27FC236}">
                <a16:creationId xmlns:a16="http://schemas.microsoft.com/office/drawing/2014/main" id="{DEDB4234-62C6-41E8-8D0A-F3BE0645E92C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454" name="Text Box 87">
            <a:extLst>
              <a:ext uri="{FF2B5EF4-FFF2-40B4-BE49-F238E27FC236}">
                <a16:creationId xmlns:a16="http://schemas.microsoft.com/office/drawing/2014/main" id="{CC235D89-D397-4D9F-B3D3-30408A49E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69215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chemeClr val="accent2"/>
                </a:solidFill>
              </a:rPr>
              <a:t>初始状态：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4">
            <a:extLst>
              <a:ext uri="{FF2B5EF4-FFF2-40B4-BE49-F238E27FC236}">
                <a16:creationId xmlns:a16="http://schemas.microsoft.com/office/drawing/2014/main" id="{459B8231-591B-4689-BDE1-A419C5DE4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64D18C5C-5D85-46E9-8B48-F1869FBEF4C4}" type="slidenum">
              <a:rPr lang="en-US" altLang="zh-CN" sz="1400">
                <a:ea typeface="方正舒体" panose="02010601030101010101" pitchFamily="2" charset="-122"/>
              </a:rPr>
              <a:pPr/>
              <a:t>6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1443" name="Rectangle 55">
            <a:extLst>
              <a:ext uri="{FF2B5EF4-FFF2-40B4-BE49-F238E27FC236}">
                <a16:creationId xmlns:a16="http://schemas.microsoft.com/office/drawing/2014/main" id="{3A821206-E915-468E-A7C3-5B1D5A51D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101432" name="Rectangle 56">
            <a:extLst>
              <a:ext uri="{FF2B5EF4-FFF2-40B4-BE49-F238E27FC236}">
                <a16:creationId xmlns:a16="http://schemas.microsoft.com/office/drawing/2014/main" id="{B0F628DB-2015-41CF-A812-223995597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sz="1800" b="1">
              <a:ea typeface="方正舒体" panose="02010601030101010101" pitchFamily="2" charset="-122"/>
            </a:endParaRPr>
          </a:p>
        </p:txBody>
      </p:sp>
      <p:sp>
        <p:nvSpPr>
          <p:cNvPr id="61445" name="Rectangle 57">
            <a:extLst>
              <a:ext uri="{FF2B5EF4-FFF2-40B4-BE49-F238E27FC236}">
                <a16:creationId xmlns:a16="http://schemas.microsoft.com/office/drawing/2014/main" id="{274D41E6-3D4F-49F7-91D7-5C2BB863C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101434" name="Rectangle 58">
            <a:extLst>
              <a:ext uri="{FF2B5EF4-FFF2-40B4-BE49-F238E27FC236}">
                <a16:creationId xmlns:a16="http://schemas.microsoft.com/office/drawing/2014/main" id="{B6289690-F83A-4184-92F3-F68B6E7CE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sz="1800" b="1">
              <a:ea typeface="方正舒体" panose="02010601030101010101" pitchFamily="2" charset="-122"/>
            </a:endParaRPr>
          </a:p>
        </p:txBody>
      </p:sp>
      <p:sp>
        <p:nvSpPr>
          <p:cNvPr id="61447" name="Rectangle 59">
            <a:extLst>
              <a:ext uri="{FF2B5EF4-FFF2-40B4-BE49-F238E27FC236}">
                <a16:creationId xmlns:a16="http://schemas.microsoft.com/office/drawing/2014/main" id="{1CA5468F-D148-493C-B02C-38BA78DC1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1448" name="Line 84">
            <a:extLst>
              <a:ext uri="{FF2B5EF4-FFF2-40B4-BE49-F238E27FC236}">
                <a16:creationId xmlns:a16="http://schemas.microsoft.com/office/drawing/2014/main" id="{D5E566FE-D84D-4A5C-B6FD-9CD643027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49" name="Line 85">
            <a:extLst>
              <a:ext uri="{FF2B5EF4-FFF2-40B4-BE49-F238E27FC236}">
                <a16:creationId xmlns:a16="http://schemas.microsoft.com/office/drawing/2014/main" id="{E36FD9ED-70E4-4A22-BCE9-E49A481599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0" name="Line 86">
            <a:extLst>
              <a:ext uri="{FF2B5EF4-FFF2-40B4-BE49-F238E27FC236}">
                <a16:creationId xmlns:a16="http://schemas.microsoft.com/office/drawing/2014/main" id="{C7696051-61AC-4328-8E6D-C939197C0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1" name="Line 87">
            <a:extLst>
              <a:ext uri="{FF2B5EF4-FFF2-40B4-BE49-F238E27FC236}">
                <a16:creationId xmlns:a16="http://schemas.microsoft.com/office/drawing/2014/main" id="{DF106625-657A-4655-983D-A235F9EB8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2" name="Line 88">
            <a:extLst>
              <a:ext uri="{FF2B5EF4-FFF2-40B4-BE49-F238E27FC236}">
                <a16:creationId xmlns:a16="http://schemas.microsoft.com/office/drawing/2014/main" id="{2751F1CD-7828-4998-9802-EB0CCB7E60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3" name="Line 89">
            <a:extLst>
              <a:ext uri="{FF2B5EF4-FFF2-40B4-BE49-F238E27FC236}">
                <a16:creationId xmlns:a16="http://schemas.microsoft.com/office/drawing/2014/main" id="{6FF22A7E-994B-4161-A90D-8D664E13A7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4" name="Freeform 90">
            <a:extLst>
              <a:ext uri="{FF2B5EF4-FFF2-40B4-BE49-F238E27FC236}">
                <a16:creationId xmlns:a16="http://schemas.microsoft.com/office/drawing/2014/main" id="{78DE8CC5-B93D-4FA1-AC6A-1F1AA6D00CCD}"/>
              </a:ext>
            </a:extLst>
          </p:cNvPr>
          <p:cNvSpPr>
            <a:spLocks/>
          </p:cNvSpPr>
          <p:nvPr/>
        </p:nvSpPr>
        <p:spPr bwMode="auto">
          <a:xfrm>
            <a:off x="1762125" y="4552950"/>
            <a:ext cx="3175" cy="1690688"/>
          </a:xfrm>
          <a:custGeom>
            <a:avLst/>
            <a:gdLst>
              <a:gd name="T0" fmla="*/ 0 w 2"/>
              <a:gd name="T1" fmla="*/ 0 h 1065"/>
              <a:gd name="T2" fmla="*/ 2147483646 w 2"/>
              <a:gd name="T3" fmla="*/ 2147483646 h 106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2" h="1065">
                <a:moveTo>
                  <a:pt x="0" y="0"/>
                </a:moveTo>
                <a:lnTo>
                  <a:pt x="2" y="1065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5" name="Freeform 91">
            <a:extLst>
              <a:ext uri="{FF2B5EF4-FFF2-40B4-BE49-F238E27FC236}">
                <a16:creationId xmlns:a16="http://schemas.microsoft.com/office/drawing/2014/main" id="{8CAA7AB4-3EB7-4627-AC39-8A0B691B3AA5}"/>
              </a:ext>
            </a:extLst>
          </p:cNvPr>
          <p:cNvSpPr>
            <a:spLocks/>
          </p:cNvSpPr>
          <p:nvPr/>
        </p:nvSpPr>
        <p:spPr bwMode="auto">
          <a:xfrm>
            <a:off x="3271838" y="4562475"/>
            <a:ext cx="4762" cy="1681163"/>
          </a:xfrm>
          <a:custGeom>
            <a:avLst/>
            <a:gdLst>
              <a:gd name="T0" fmla="*/ 0 w 3"/>
              <a:gd name="T1" fmla="*/ 0 h 1059"/>
              <a:gd name="T2" fmla="*/ 2147483646 w 3"/>
              <a:gd name="T3" fmla="*/ 2147483646 h 105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3" h="1059">
                <a:moveTo>
                  <a:pt x="0" y="0"/>
                </a:moveTo>
                <a:lnTo>
                  <a:pt x="3" y="1059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6" name="Text Box 9">
            <a:extLst>
              <a:ext uri="{FF2B5EF4-FFF2-40B4-BE49-F238E27FC236}">
                <a16:creationId xmlns:a16="http://schemas.microsoft.com/office/drawing/2014/main" id="{38708323-0EEE-4E83-9C48-2B0DEB1E0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pSp>
        <p:nvGrpSpPr>
          <p:cNvPr id="61457" name="Group 10">
            <a:extLst>
              <a:ext uri="{FF2B5EF4-FFF2-40B4-BE49-F238E27FC236}">
                <a16:creationId xmlns:a16="http://schemas.microsoft.com/office/drawing/2014/main" id="{F6FD50BA-6F79-484D-8065-C8014623E356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5084763"/>
            <a:ext cx="2822575" cy="728662"/>
            <a:chOff x="1486" y="476"/>
            <a:chExt cx="1778" cy="459"/>
          </a:xfrm>
        </p:grpSpPr>
        <p:sp>
          <p:nvSpPr>
            <p:cNvPr id="61485" name="Rectangle 11">
              <a:extLst>
                <a:ext uri="{FF2B5EF4-FFF2-40B4-BE49-F238E27FC236}">
                  <a16:creationId xmlns:a16="http://schemas.microsoft.com/office/drawing/2014/main" id="{0238A940-3F93-4174-85C7-4FCC2CF5A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1" y="482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1486" name="Rectangle 12">
              <a:extLst>
                <a:ext uri="{FF2B5EF4-FFF2-40B4-BE49-F238E27FC236}">
                  <a16:creationId xmlns:a16="http://schemas.microsoft.com/office/drawing/2014/main" id="{D2732DC7-97FE-4411-BB5D-E02BBED98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482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1487" name="Rectangle 13">
              <a:extLst>
                <a:ext uri="{FF2B5EF4-FFF2-40B4-BE49-F238E27FC236}">
                  <a16:creationId xmlns:a16="http://schemas.microsoft.com/office/drawing/2014/main" id="{0A12D89F-23E3-4D50-9436-B6D7B3034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" y="482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1488" name="Rectangle 14">
              <a:extLst>
                <a:ext uri="{FF2B5EF4-FFF2-40B4-BE49-F238E27FC236}">
                  <a16:creationId xmlns:a16="http://schemas.microsoft.com/office/drawing/2014/main" id="{AB1231FC-4A67-428A-BB09-B07EA45B2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" y="482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1489" name="Rectangle 15">
              <a:extLst>
                <a:ext uri="{FF2B5EF4-FFF2-40B4-BE49-F238E27FC236}">
                  <a16:creationId xmlns:a16="http://schemas.microsoft.com/office/drawing/2014/main" id="{2442960C-A638-4874-8A5B-AACA76B89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482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1490" name="Freeform 16">
              <a:extLst>
                <a:ext uri="{FF2B5EF4-FFF2-40B4-BE49-F238E27FC236}">
                  <a16:creationId xmlns:a16="http://schemas.microsoft.com/office/drawing/2014/main" id="{CE253403-2985-414E-A764-6B096CFB1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482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1" name="Freeform 17">
              <a:extLst>
                <a:ext uri="{FF2B5EF4-FFF2-40B4-BE49-F238E27FC236}">
                  <a16:creationId xmlns:a16="http://schemas.microsoft.com/office/drawing/2014/main" id="{6760679B-9F74-402A-81F8-D24577370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731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2" name="Line 18">
              <a:extLst>
                <a:ext uri="{FF2B5EF4-FFF2-40B4-BE49-F238E27FC236}">
                  <a16:creationId xmlns:a16="http://schemas.microsoft.com/office/drawing/2014/main" id="{880D942C-8C56-42FE-9836-04C4666F9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48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3" name="Line 19">
              <a:extLst>
                <a:ext uri="{FF2B5EF4-FFF2-40B4-BE49-F238E27FC236}">
                  <a16:creationId xmlns:a16="http://schemas.microsoft.com/office/drawing/2014/main" id="{FC6DF560-7FCD-4723-8857-BDFEBC94F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9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4" name="Line 20">
              <a:extLst>
                <a:ext uri="{FF2B5EF4-FFF2-40B4-BE49-F238E27FC236}">
                  <a16:creationId xmlns:a16="http://schemas.microsoft.com/office/drawing/2014/main" id="{91C25415-5CC6-44D9-9CDE-D93382E60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0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5" name="Line 21">
              <a:extLst>
                <a:ext uri="{FF2B5EF4-FFF2-40B4-BE49-F238E27FC236}">
                  <a16:creationId xmlns:a16="http://schemas.microsoft.com/office/drawing/2014/main" id="{83BA3734-DEFD-4BEE-A762-169D868DB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0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6" name="Line 22">
              <a:extLst>
                <a:ext uri="{FF2B5EF4-FFF2-40B4-BE49-F238E27FC236}">
                  <a16:creationId xmlns:a16="http://schemas.microsoft.com/office/drawing/2014/main" id="{0AA02A92-C83E-4FF1-8634-26291C9AF4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1" y="48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7" name="Line 23">
              <a:extLst>
                <a:ext uri="{FF2B5EF4-FFF2-40B4-BE49-F238E27FC236}">
                  <a16:creationId xmlns:a16="http://schemas.microsoft.com/office/drawing/2014/main" id="{FA379EF1-896D-4D87-9A35-D6ECA88DC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48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8" name="Rectangle 24">
              <a:extLst>
                <a:ext uri="{FF2B5EF4-FFF2-40B4-BE49-F238E27FC236}">
                  <a16:creationId xmlns:a16="http://schemas.microsoft.com/office/drawing/2014/main" id="{A5CA8B20-D869-444B-96E9-DCB349E18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476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1499" name="Line 25">
              <a:extLst>
                <a:ext uri="{FF2B5EF4-FFF2-40B4-BE49-F238E27FC236}">
                  <a16:creationId xmlns:a16="http://schemas.microsoft.com/office/drawing/2014/main" id="{EC2FB96A-4FFE-40C2-AB2D-DD0764916E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485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0" name="Line 26">
              <a:extLst>
                <a:ext uri="{FF2B5EF4-FFF2-40B4-BE49-F238E27FC236}">
                  <a16:creationId xmlns:a16="http://schemas.microsoft.com/office/drawing/2014/main" id="{08B51B01-6830-4CB0-B0BE-F65172713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1" y="485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01" name="Rectangle 27">
              <a:extLst>
                <a:ext uri="{FF2B5EF4-FFF2-40B4-BE49-F238E27FC236}">
                  <a16:creationId xmlns:a16="http://schemas.microsoft.com/office/drawing/2014/main" id="{073FACCB-CF49-49BF-8065-7B1928137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6" y="686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graphicFrame>
        <p:nvGraphicFramePr>
          <p:cNvPr id="101404" name="Group 28">
            <a:extLst>
              <a:ext uri="{FF2B5EF4-FFF2-40B4-BE49-F238E27FC236}">
                <a16:creationId xmlns:a16="http://schemas.microsoft.com/office/drawing/2014/main" id="{FFA65046-96B1-4CF9-BE4A-487AE79CF84C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01471" name="AutoShape 95">
            <a:extLst>
              <a:ext uri="{FF2B5EF4-FFF2-40B4-BE49-F238E27FC236}">
                <a16:creationId xmlns:a16="http://schemas.microsoft.com/office/drawing/2014/main" id="{F3CA16A7-FED6-474E-98E3-D908A3551242}"/>
              </a:ext>
            </a:extLst>
          </p:cNvPr>
          <p:cNvCxnSpPr>
            <a:cxnSpLocks noChangeShapeType="1"/>
            <a:stCxn id="101434" idx="1"/>
            <a:endCxn id="101432" idx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0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1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01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1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1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01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01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01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01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32" grpId="0" animBg="1"/>
      <p:bldP spid="1014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4">
            <a:extLst>
              <a:ext uri="{FF2B5EF4-FFF2-40B4-BE49-F238E27FC236}">
                <a16:creationId xmlns:a16="http://schemas.microsoft.com/office/drawing/2014/main" id="{60088284-53CB-46B4-990A-F3B0D1CE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A6B9973A-E433-4732-9938-59F485EF6358}" type="slidenum">
              <a:rPr lang="en-US" altLang="zh-CN" sz="1400">
                <a:ea typeface="方正舒体" panose="02010601030101010101" pitchFamily="2" charset="-122"/>
              </a:rPr>
              <a:pPr/>
              <a:t>7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6C23E818-31B9-4C7B-9575-5CB81A11A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2468" name="Rectangle 4">
            <a:extLst>
              <a:ext uri="{FF2B5EF4-FFF2-40B4-BE49-F238E27FC236}">
                <a16:creationId xmlns:a16="http://schemas.microsoft.com/office/drawing/2014/main" id="{6A229A0B-CEE7-4EF4-BE40-737485EA8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2469" name="Rectangle 5">
            <a:extLst>
              <a:ext uri="{FF2B5EF4-FFF2-40B4-BE49-F238E27FC236}">
                <a16:creationId xmlns:a16="http://schemas.microsoft.com/office/drawing/2014/main" id="{F0BF0B0B-B0DD-4A5D-AA0E-93EA06E45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2470" name="Rectangle 6">
            <a:extLst>
              <a:ext uri="{FF2B5EF4-FFF2-40B4-BE49-F238E27FC236}">
                <a16:creationId xmlns:a16="http://schemas.microsoft.com/office/drawing/2014/main" id="{28E9D7EC-40AB-484F-9D12-C52BE3F5F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104455" name="Rectangle 7">
            <a:extLst>
              <a:ext uri="{FF2B5EF4-FFF2-40B4-BE49-F238E27FC236}">
                <a16:creationId xmlns:a16="http://schemas.microsoft.com/office/drawing/2014/main" id="{0DBAE4B1-D3BC-4F6F-A841-A3A6D8098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104456" name="Rectangle 8">
            <a:extLst>
              <a:ext uri="{FF2B5EF4-FFF2-40B4-BE49-F238E27FC236}">
                <a16:creationId xmlns:a16="http://schemas.microsoft.com/office/drawing/2014/main" id="{96A9246A-89F2-4501-BB71-03BD4ADB1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2473" name="Rectangle 9">
            <a:extLst>
              <a:ext uri="{FF2B5EF4-FFF2-40B4-BE49-F238E27FC236}">
                <a16:creationId xmlns:a16="http://schemas.microsoft.com/office/drawing/2014/main" id="{8EB408B6-0C8A-4BA9-BDAA-E7CF54FBF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104458" name="Rectangle 10">
            <a:extLst>
              <a:ext uri="{FF2B5EF4-FFF2-40B4-BE49-F238E27FC236}">
                <a16:creationId xmlns:a16="http://schemas.microsoft.com/office/drawing/2014/main" id="{8E2830E3-52A7-46AA-8BA1-E95AE3312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639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2475" name="Rectangle 11">
            <a:extLst>
              <a:ext uri="{FF2B5EF4-FFF2-40B4-BE49-F238E27FC236}">
                <a16:creationId xmlns:a16="http://schemas.microsoft.com/office/drawing/2014/main" id="{84D65A21-2F56-471C-886A-ACA942F1C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2289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104460" name="Rectangle 12">
            <a:extLst>
              <a:ext uri="{FF2B5EF4-FFF2-40B4-BE49-F238E27FC236}">
                <a16:creationId xmlns:a16="http://schemas.microsoft.com/office/drawing/2014/main" id="{FC114A01-FF2D-41AD-A0E1-BF45303C2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8940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2477" name="Rectangle 13">
            <a:extLst>
              <a:ext uri="{FF2B5EF4-FFF2-40B4-BE49-F238E27FC236}">
                <a16:creationId xmlns:a16="http://schemas.microsoft.com/office/drawing/2014/main" id="{37321BEA-0FFA-4545-9932-260DE4AAA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5590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  <a:p>
            <a:pPr algn="ctr" eaLnBrk="1" hangingPunct="1">
              <a:spcBef>
                <a:spcPct val="20000"/>
              </a:spcBef>
            </a:pPr>
            <a:endParaRPr lang="en-US" altLang="zh-CN" b="1">
              <a:ea typeface="方正舒体" panose="02010601030101010101" pitchFamily="2" charset="-122"/>
            </a:endParaRPr>
          </a:p>
        </p:txBody>
      </p:sp>
      <p:sp>
        <p:nvSpPr>
          <p:cNvPr id="62478" name="Rectangle 14">
            <a:extLst>
              <a:ext uri="{FF2B5EF4-FFF2-40B4-BE49-F238E27FC236}">
                <a16:creationId xmlns:a16="http://schemas.microsoft.com/office/drawing/2014/main" id="{F9890959-FFD2-4BEE-B3A2-994460728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2479" name="Line 26">
            <a:extLst>
              <a:ext uri="{FF2B5EF4-FFF2-40B4-BE49-F238E27FC236}">
                <a16:creationId xmlns:a16="http://schemas.microsoft.com/office/drawing/2014/main" id="{04F5EB46-242B-47CB-92A4-DF6738414F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5590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0" name="Line 27">
            <a:extLst>
              <a:ext uri="{FF2B5EF4-FFF2-40B4-BE49-F238E27FC236}">
                <a16:creationId xmlns:a16="http://schemas.microsoft.com/office/drawing/2014/main" id="{05415A86-7040-4A65-88F8-6EBDAAC23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8940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1" name="Line 28">
            <a:extLst>
              <a:ext uri="{FF2B5EF4-FFF2-40B4-BE49-F238E27FC236}">
                <a16:creationId xmlns:a16="http://schemas.microsoft.com/office/drawing/2014/main" id="{E0E1D32B-56CA-4F12-97B0-A46CE6A56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289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2" name="Line 29">
            <a:extLst>
              <a:ext uri="{FF2B5EF4-FFF2-40B4-BE49-F238E27FC236}">
                <a16:creationId xmlns:a16="http://schemas.microsoft.com/office/drawing/2014/main" id="{822E6D18-C446-4253-B40B-95C2BCFAD3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5639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3" name="Line 30">
            <a:extLst>
              <a:ext uri="{FF2B5EF4-FFF2-40B4-BE49-F238E27FC236}">
                <a16:creationId xmlns:a16="http://schemas.microsoft.com/office/drawing/2014/main" id="{F29943CE-9F8F-427D-B5AF-5A9569B8023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4" name="Line 31">
            <a:extLst>
              <a:ext uri="{FF2B5EF4-FFF2-40B4-BE49-F238E27FC236}">
                <a16:creationId xmlns:a16="http://schemas.microsoft.com/office/drawing/2014/main" id="{23D4A522-055B-48F2-B163-8CFF81BA7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5" name="Line 32">
            <a:extLst>
              <a:ext uri="{FF2B5EF4-FFF2-40B4-BE49-F238E27FC236}">
                <a16:creationId xmlns:a16="http://schemas.microsoft.com/office/drawing/2014/main" id="{E2799648-9D32-4D28-8F76-649E33C58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6" name="Line 33">
            <a:extLst>
              <a:ext uri="{FF2B5EF4-FFF2-40B4-BE49-F238E27FC236}">
                <a16:creationId xmlns:a16="http://schemas.microsoft.com/office/drawing/2014/main" id="{DBC4C242-42E5-4586-94F3-177A737325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7" name="Line 34">
            <a:extLst>
              <a:ext uri="{FF2B5EF4-FFF2-40B4-BE49-F238E27FC236}">
                <a16:creationId xmlns:a16="http://schemas.microsoft.com/office/drawing/2014/main" id="{9B5B3284-E6CC-4D5B-BEF6-5D5CBC7B6C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8" name="Line 35">
            <a:extLst>
              <a:ext uri="{FF2B5EF4-FFF2-40B4-BE49-F238E27FC236}">
                <a16:creationId xmlns:a16="http://schemas.microsoft.com/office/drawing/2014/main" id="{1E73ADA7-E295-47BB-96F2-4222F4BE9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9" name="Line 36">
            <a:extLst>
              <a:ext uri="{FF2B5EF4-FFF2-40B4-BE49-F238E27FC236}">
                <a16:creationId xmlns:a16="http://schemas.microsoft.com/office/drawing/2014/main" id="{156F0253-C7BB-4087-BD33-983BDE7AD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90" name="Line 37">
            <a:extLst>
              <a:ext uri="{FF2B5EF4-FFF2-40B4-BE49-F238E27FC236}">
                <a16:creationId xmlns:a16="http://schemas.microsoft.com/office/drawing/2014/main" id="{3382550B-2B2D-42CF-B9BE-52C8DFC452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91" name="Freeform 38">
            <a:extLst>
              <a:ext uri="{FF2B5EF4-FFF2-40B4-BE49-F238E27FC236}">
                <a16:creationId xmlns:a16="http://schemas.microsoft.com/office/drawing/2014/main" id="{639ED46A-84B9-4B5F-9A05-8A591C228CF0}"/>
              </a:ext>
            </a:extLst>
          </p:cNvPr>
          <p:cNvSpPr>
            <a:spLocks/>
          </p:cNvSpPr>
          <p:nvPr/>
        </p:nvSpPr>
        <p:spPr bwMode="auto">
          <a:xfrm>
            <a:off x="1755775" y="2540000"/>
            <a:ext cx="1588" cy="3703638"/>
          </a:xfrm>
          <a:custGeom>
            <a:avLst/>
            <a:gdLst>
              <a:gd name="T0" fmla="*/ 0 w 1"/>
              <a:gd name="T1" fmla="*/ 0 h 2333"/>
              <a:gd name="T2" fmla="*/ 0 w 1"/>
              <a:gd name="T3" fmla="*/ 2147483646 h 233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333">
                <a:moveTo>
                  <a:pt x="0" y="0"/>
                </a:moveTo>
                <a:lnTo>
                  <a:pt x="0" y="2333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92" name="Freeform 39">
            <a:extLst>
              <a:ext uri="{FF2B5EF4-FFF2-40B4-BE49-F238E27FC236}">
                <a16:creationId xmlns:a16="http://schemas.microsoft.com/office/drawing/2014/main" id="{F6D90E5B-C2CE-4C57-8759-584A03EAE673}"/>
              </a:ext>
            </a:extLst>
          </p:cNvPr>
          <p:cNvSpPr>
            <a:spLocks/>
          </p:cNvSpPr>
          <p:nvPr/>
        </p:nvSpPr>
        <p:spPr bwMode="auto">
          <a:xfrm>
            <a:off x="3276600" y="2540000"/>
            <a:ext cx="1588" cy="3703638"/>
          </a:xfrm>
          <a:custGeom>
            <a:avLst/>
            <a:gdLst>
              <a:gd name="T0" fmla="*/ 0 w 1"/>
              <a:gd name="T1" fmla="*/ 0 h 2333"/>
              <a:gd name="T2" fmla="*/ 0 w 1"/>
              <a:gd name="T3" fmla="*/ 2147483646 h 233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333">
                <a:moveTo>
                  <a:pt x="0" y="0"/>
                </a:moveTo>
                <a:lnTo>
                  <a:pt x="0" y="2333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93" name="Text Box 40">
            <a:extLst>
              <a:ext uri="{FF2B5EF4-FFF2-40B4-BE49-F238E27FC236}">
                <a16:creationId xmlns:a16="http://schemas.microsoft.com/office/drawing/2014/main" id="{EEBAFBA0-B3A4-494A-B8D9-71800AAA3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pSp>
        <p:nvGrpSpPr>
          <p:cNvPr id="62494" name="Group 85">
            <a:extLst>
              <a:ext uri="{FF2B5EF4-FFF2-40B4-BE49-F238E27FC236}">
                <a16:creationId xmlns:a16="http://schemas.microsoft.com/office/drawing/2014/main" id="{C71A5546-DABF-4450-813C-F15E44296EF8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2524" name="Rectangle 42">
              <a:extLst>
                <a:ext uri="{FF2B5EF4-FFF2-40B4-BE49-F238E27FC236}">
                  <a16:creationId xmlns:a16="http://schemas.microsoft.com/office/drawing/2014/main" id="{CE6A88B2-763E-40CD-B697-17634079F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2525" name="Rectangle 43">
              <a:extLst>
                <a:ext uri="{FF2B5EF4-FFF2-40B4-BE49-F238E27FC236}">
                  <a16:creationId xmlns:a16="http://schemas.microsoft.com/office/drawing/2014/main" id="{C2010DE8-B9D6-4250-A9C6-3168CEC89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2526" name="Rectangle 44">
              <a:extLst>
                <a:ext uri="{FF2B5EF4-FFF2-40B4-BE49-F238E27FC236}">
                  <a16:creationId xmlns:a16="http://schemas.microsoft.com/office/drawing/2014/main" id="{F2496A28-85C8-4C2B-B5E2-43CBA8BD9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2527" name="Rectangle 45">
              <a:extLst>
                <a:ext uri="{FF2B5EF4-FFF2-40B4-BE49-F238E27FC236}">
                  <a16:creationId xmlns:a16="http://schemas.microsoft.com/office/drawing/2014/main" id="{8FC9A3B2-B509-40C0-A5FA-6DEC076C7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2528" name="Rectangle 46">
              <a:extLst>
                <a:ext uri="{FF2B5EF4-FFF2-40B4-BE49-F238E27FC236}">
                  <a16:creationId xmlns:a16="http://schemas.microsoft.com/office/drawing/2014/main" id="{77514327-07FF-4FE9-984C-EAB6F5028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2529" name="Freeform 47">
              <a:extLst>
                <a:ext uri="{FF2B5EF4-FFF2-40B4-BE49-F238E27FC236}">
                  <a16:creationId xmlns:a16="http://schemas.microsoft.com/office/drawing/2014/main" id="{A7D17B5B-96EC-4D68-B73A-DF0989E86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0" name="Freeform 48">
              <a:extLst>
                <a:ext uri="{FF2B5EF4-FFF2-40B4-BE49-F238E27FC236}">
                  <a16:creationId xmlns:a16="http://schemas.microsoft.com/office/drawing/2014/main" id="{F54440B9-5933-4B03-969C-12C77812A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1" name="Line 49">
              <a:extLst>
                <a:ext uri="{FF2B5EF4-FFF2-40B4-BE49-F238E27FC236}">
                  <a16:creationId xmlns:a16="http://schemas.microsoft.com/office/drawing/2014/main" id="{2073BB87-28D0-4C5B-930E-D4CD6C7B4C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2" name="Line 50">
              <a:extLst>
                <a:ext uri="{FF2B5EF4-FFF2-40B4-BE49-F238E27FC236}">
                  <a16:creationId xmlns:a16="http://schemas.microsoft.com/office/drawing/2014/main" id="{05DD1C64-16FA-4CE4-BFEA-688A5CD28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3" name="Line 51">
              <a:extLst>
                <a:ext uri="{FF2B5EF4-FFF2-40B4-BE49-F238E27FC236}">
                  <a16:creationId xmlns:a16="http://schemas.microsoft.com/office/drawing/2014/main" id="{E7AC768C-68EF-44D2-BA2E-BE3399868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4" name="Line 52">
              <a:extLst>
                <a:ext uri="{FF2B5EF4-FFF2-40B4-BE49-F238E27FC236}">
                  <a16:creationId xmlns:a16="http://schemas.microsoft.com/office/drawing/2014/main" id="{7665C186-30B1-4B09-908D-42176031B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5" name="Line 53">
              <a:extLst>
                <a:ext uri="{FF2B5EF4-FFF2-40B4-BE49-F238E27FC236}">
                  <a16:creationId xmlns:a16="http://schemas.microsoft.com/office/drawing/2014/main" id="{56A1D26F-D4AF-43DE-97B7-8D4B4FF21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6" name="Line 54">
              <a:extLst>
                <a:ext uri="{FF2B5EF4-FFF2-40B4-BE49-F238E27FC236}">
                  <a16:creationId xmlns:a16="http://schemas.microsoft.com/office/drawing/2014/main" id="{7A024FEB-9D09-4671-9B51-E2986C2EC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7" name="Rectangle 55">
              <a:extLst>
                <a:ext uri="{FF2B5EF4-FFF2-40B4-BE49-F238E27FC236}">
                  <a16:creationId xmlns:a16="http://schemas.microsoft.com/office/drawing/2014/main" id="{9E541E96-07C1-4807-80C1-93D8F1F8E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2538" name="Line 56">
              <a:extLst>
                <a:ext uri="{FF2B5EF4-FFF2-40B4-BE49-F238E27FC236}">
                  <a16:creationId xmlns:a16="http://schemas.microsoft.com/office/drawing/2014/main" id="{813A0892-BA65-49D9-859D-4F8747F14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39" name="Line 57">
              <a:extLst>
                <a:ext uri="{FF2B5EF4-FFF2-40B4-BE49-F238E27FC236}">
                  <a16:creationId xmlns:a16="http://schemas.microsoft.com/office/drawing/2014/main" id="{EE5C581A-7942-4E56-9541-BDA6F2FE1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40" name="Rectangle 58">
              <a:extLst>
                <a:ext uri="{FF2B5EF4-FFF2-40B4-BE49-F238E27FC236}">
                  <a16:creationId xmlns:a16="http://schemas.microsoft.com/office/drawing/2014/main" id="{8AF84773-38A0-4CE2-9558-B27FEDBC3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5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graphicFrame>
        <p:nvGraphicFramePr>
          <p:cNvPr id="104507" name="Group 59">
            <a:extLst>
              <a:ext uri="{FF2B5EF4-FFF2-40B4-BE49-F238E27FC236}">
                <a16:creationId xmlns:a16="http://schemas.microsoft.com/office/drawing/2014/main" id="{7DFBA30F-F007-40A0-BB44-DED3AF8327AA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2521" name="AutoShape 86">
            <a:extLst>
              <a:ext uri="{FF2B5EF4-FFF2-40B4-BE49-F238E27FC236}">
                <a16:creationId xmlns:a16="http://schemas.microsoft.com/office/drawing/2014/main" id="{E08F56E9-1D40-4B4D-8972-AFE1672511A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536" name="AutoShape 88">
            <a:extLst>
              <a:ext uri="{FF2B5EF4-FFF2-40B4-BE49-F238E27FC236}">
                <a16:creationId xmlns:a16="http://schemas.microsoft.com/office/drawing/2014/main" id="{1EB7BF0B-6F39-477D-8EDE-7A4A38F65297}"/>
              </a:ext>
            </a:extLst>
          </p:cNvPr>
          <p:cNvCxnSpPr>
            <a:cxnSpLocks noChangeShapeType="1"/>
            <a:stCxn id="104460" idx="1"/>
            <a:endCxn id="104456" idx="1"/>
          </p:cNvCxnSpPr>
          <p:nvPr/>
        </p:nvCxnSpPr>
        <p:spPr bwMode="auto">
          <a:xfrm rot="10800000" flipH="1" flipV="1">
            <a:off x="1763713" y="3062288"/>
            <a:ext cx="1587" cy="1339850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4537" name="AutoShape 89">
            <a:extLst>
              <a:ext uri="{FF2B5EF4-FFF2-40B4-BE49-F238E27FC236}">
                <a16:creationId xmlns:a16="http://schemas.microsoft.com/office/drawing/2014/main" id="{8C6A6942-90A2-436E-B96F-33A6F2C33084}"/>
              </a:ext>
            </a:extLst>
          </p:cNvPr>
          <p:cNvCxnSpPr>
            <a:cxnSpLocks noChangeShapeType="1"/>
            <a:stCxn id="104458" idx="1"/>
            <a:endCxn id="104455" idx="1"/>
          </p:cNvCxnSpPr>
          <p:nvPr/>
        </p:nvCxnSpPr>
        <p:spPr bwMode="auto">
          <a:xfrm rot="10800000" flipH="1" flipV="1">
            <a:off x="1763713" y="3732213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5" grpId="0" animBg="1"/>
      <p:bldP spid="104456" grpId="0" animBg="1"/>
      <p:bldP spid="104458" grpId="0" animBg="1"/>
      <p:bldP spid="10446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4">
            <a:extLst>
              <a:ext uri="{FF2B5EF4-FFF2-40B4-BE49-F238E27FC236}">
                <a16:creationId xmlns:a16="http://schemas.microsoft.com/office/drawing/2014/main" id="{BEC4AD29-CDD3-4FD4-81D3-DB8645F4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6142553B-E46A-4851-9031-F57651BCB300}" type="slidenum">
              <a:rPr lang="en-US" altLang="zh-CN" sz="1400">
                <a:ea typeface="方正舒体" panose="02010601030101010101" pitchFamily="2" charset="-122"/>
              </a:rPr>
              <a:pPr/>
              <a:t>8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3491" name="Rectangle 13">
            <a:extLst>
              <a:ext uri="{FF2B5EF4-FFF2-40B4-BE49-F238E27FC236}">
                <a16:creationId xmlns:a16="http://schemas.microsoft.com/office/drawing/2014/main" id="{3C975EFC-4686-4EFB-8A93-C71949F95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3492" name="Text Box 28">
            <a:extLst>
              <a:ext uri="{FF2B5EF4-FFF2-40B4-BE49-F238E27FC236}">
                <a16:creationId xmlns:a16="http://schemas.microsoft.com/office/drawing/2014/main" id="{F26EEDBD-1952-4027-AEFC-0AD4051CC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06543" name="Group 47">
            <a:extLst>
              <a:ext uri="{FF2B5EF4-FFF2-40B4-BE49-F238E27FC236}">
                <a16:creationId xmlns:a16="http://schemas.microsoft.com/office/drawing/2014/main" id="{85F0F2E7-7240-4FAF-8CFA-4EAF7A8874FC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3519" name="AutoShape 73">
            <a:extLst>
              <a:ext uri="{FF2B5EF4-FFF2-40B4-BE49-F238E27FC236}">
                <a16:creationId xmlns:a16="http://schemas.microsoft.com/office/drawing/2014/main" id="{7CD0B979-FF97-4ED7-9D52-B55A3A0B39A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20" name="AutoShape 74">
            <a:extLst>
              <a:ext uri="{FF2B5EF4-FFF2-40B4-BE49-F238E27FC236}">
                <a16:creationId xmlns:a16="http://schemas.microsoft.com/office/drawing/2014/main" id="{78C886EE-504E-4FD3-AC0A-69BD788D7AE6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062288"/>
            <a:ext cx="1587" cy="1339850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521" name="AutoShape 75">
            <a:extLst>
              <a:ext uri="{FF2B5EF4-FFF2-40B4-BE49-F238E27FC236}">
                <a16:creationId xmlns:a16="http://schemas.microsoft.com/office/drawing/2014/main" id="{318C40C7-8CE7-4903-866A-69EEA49B323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732213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3522" name="Group 153">
            <a:extLst>
              <a:ext uri="{FF2B5EF4-FFF2-40B4-BE49-F238E27FC236}">
                <a16:creationId xmlns:a16="http://schemas.microsoft.com/office/drawing/2014/main" id="{B0B35F44-0685-442B-B28D-C68842A92366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3562" name="Rectangle 96">
              <a:extLst>
                <a:ext uri="{FF2B5EF4-FFF2-40B4-BE49-F238E27FC236}">
                  <a16:creationId xmlns:a16="http://schemas.microsoft.com/office/drawing/2014/main" id="{A047C004-4A82-4182-99C5-145C9630A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3563" name="Rectangle 97">
              <a:extLst>
                <a:ext uri="{FF2B5EF4-FFF2-40B4-BE49-F238E27FC236}">
                  <a16:creationId xmlns:a16="http://schemas.microsoft.com/office/drawing/2014/main" id="{2ED4595D-39E6-45D7-80CE-3739228D2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3564" name="Rectangle 98">
              <a:extLst>
                <a:ext uri="{FF2B5EF4-FFF2-40B4-BE49-F238E27FC236}">
                  <a16:creationId xmlns:a16="http://schemas.microsoft.com/office/drawing/2014/main" id="{269101E1-38F0-4F12-9D29-8711AC169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3565" name="Rectangle 99">
              <a:extLst>
                <a:ext uri="{FF2B5EF4-FFF2-40B4-BE49-F238E27FC236}">
                  <a16:creationId xmlns:a16="http://schemas.microsoft.com/office/drawing/2014/main" id="{BC63DAFE-89D6-4667-8E7D-B9A848440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3566" name="Rectangle 100">
              <a:extLst>
                <a:ext uri="{FF2B5EF4-FFF2-40B4-BE49-F238E27FC236}">
                  <a16:creationId xmlns:a16="http://schemas.microsoft.com/office/drawing/2014/main" id="{B713AB74-84A1-477D-9CD2-8F96538B8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3567" name="Freeform 101">
              <a:extLst>
                <a:ext uri="{FF2B5EF4-FFF2-40B4-BE49-F238E27FC236}">
                  <a16:creationId xmlns:a16="http://schemas.microsoft.com/office/drawing/2014/main" id="{957E13E3-8668-42CE-8BBB-6B7C13704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68" name="Freeform 102">
              <a:extLst>
                <a:ext uri="{FF2B5EF4-FFF2-40B4-BE49-F238E27FC236}">
                  <a16:creationId xmlns:a16="http://schemas.microsoft.com/office/drawing/2014/main" id="{61C06D6C-BF35-48CF-AD20-30128B64D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69" name="Line 103">
              <a:extLst>
                <a:ext uri="{FF2B5EF4-FFF2-40B4-BE49-F238E27FC236}">
                  <a16:creationId xmlns:a16="http://schemas.microsoft.com/office/drawing/2014/main" id="{4A7D6A66-ED2E-4B3D-8E00-0AF46F18B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0" name="Line 104">
              <a:extLst>
                <a:ext uri="{FF2B5EF4-FFF2-40B4-BE49-F238E27FC236}">
                  <a16:creationId xmlns:a16="http://schemas.microsoft.com/office/drawing/2014/main" id="{173355E9-AE2D-4851-9FCB-1AF53505F5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1" name="Line 105">
              <a:extLst>
                <a:ext uri="{FF2B5EF4-FFF2-40B4-BE49-F238E27FC236}">
                  <a16:creationId xmlns:a16="http://schemas.microsoft.com/office/drawing/2014/main" id="{1F5C66E4-D9CC-43B8-91F3-DC6CC009F5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2" name="Line 106">
              <a:extLst>
                <a:ext uri="{FF2B5EF4-FFF2-40B4-BE49-F238E27FC236}">
                  <a16:creationId xmlns:a16="http://schemas.microsoft.com/office/drawing/2014/main" id="{112E6C3D-859D-4AA8-9A9B-A45502873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3" name="Line 107">
              <a:extLst>
                <a:ext uri="{FF2B5EF4-FFF2-40B4-BE49-F238E27FC236}">
                  <a16:creationId xmlns:a16="http://schemas.microsoft.com/office/drawing/2014/main" id="{59A21D7F-1779-4BAB-B977-37C3ECEC6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4" name="Line 108">
              <a:extLst>
                <a:ext uri="{FF2B5EF4-FFF2-40B4-BE49-F238E27FC236}">
                  <a16:creationId xmlns:a16="http://schemas.microsoft.com/office/drawing/2014/main" id="{8CEE1CBA-88B0-4BCC-8239-37C9EA2CE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5" name="Rectangle 109">
              <a:extLst>
                <a:ext uri="{FF2B5EF4-FFF2-40B4-BE49-F238E27FC236}">
                  <a16:creationId xmlns:a16="http://schemas.microsoft.com/office/drawing/2014/main" id="{6C859104-763E-475B-842F-091D51810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3576" name="Line 110">
              <a:extLst>
                <a:ext uri="{FF2B5EF4-FFF2-40B4-BE49-F238E27FC236}">
                  <a16:creationId xmlns:a16="http://schemas.microsoft.com/office/drawing/2014/main" id="{72AA5611-05BE-4333-9BC6-9ABE8EDDA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7" name="Line 111">
              <a:extLst>
                <a:ext uri="{FF2B5EF4-FFF2-40B4-BE49-F238E27FC236}">
                  <a16:creationId xmlns:a16="http://schemas.microsoft.com/office/drawing/2014/main" id="{97AED16C-4D2B-4C03-A18B-779996A5B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78" name="Rectangle 112">
              <a:extLst>
                <a:ext uri="{FF2B5EF4-FFF2-40B4-BE49-F238E27FC236}">
                  <a16:creationId xmlns:a16="http://schemas.microsoft.com/office/drawing/2014/main" id="{F44F4C81-10DB-420B-9FDF-82CF56917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sp>
        <p:nvSpPr>
          <p:cNvPr id="63523" name="Rectangle 114">
            <a:extLst>
              <a:ext uri="{FF2B5EF4-FFF2-40B4-BE49-F238E27FC236}">
                <a16:creationId xmlns:a16="http://schemas.microsoft.com/office/drawing/2014/main" id="{C9D36775-B8E7-4927-A834-D8E887816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3524" name="Rectangle 115">
            <a:extLst>
              <a:ext uri="{FF2B5EF4-FFF2-40B4-BE49-F238E27FC236}">
                <a16:creationId xmlns:a16="http://schemas.microsoft.com/office/drawing/2014/main" id="{FD5C9A97-ACE7-41E9-82F8-3A9B1764B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3525" name="Rectangle 116">
            <a:extLst>
              <a:ext uri="{FF2B5EF4-FFF2-40B4-BE49-F238E27FC236}">
                <a16:creationId xmlns:a16="http://schemas.microsoft.com/office/drawing/2014/main" id="{602F378D-BEF4-4AC6-8504-C214C21D6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3526" name="Rectangle 117">
            <a:extLst>
              <a:ext uri="{FF2B5EF4-FFF2-40B4-BE49-F238E27FC236}">
                <a16:creationId xmlns:a16="http://schemas.microsoft.com/office/drawing/2014/main" id="{F5C1D5F1-39B0-4987-B30B-0CFB4E88E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3527" name="Rectangle 118">
            <a:extLst>
              <a:ext uri="{FF2B5EF4-FFF2-40B4-BE49-F238E27FC236}">
                <a16:creationId xmlns:a16="http://schemas.microsoft.com/office/drawing/2014/main" id="{78805848-4574-4A7A-BA25-57AF707FB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3528" name="Rectangle 119">
            <a:extLst>
              <a:ext uri="{FF2B5EF4-FFF2-40B4-BE49-F238E27FC236}">
                <a16:creationId xmlns:a16="http://schemas.microsoft.com/office/drawing/2014/main" id="{B8F97AA2-F22B-4342-8E97-9DDF90F35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3529" name="Rectangle 120">
            <a:extLst>
              <a:ext uri="{FF2B5EF4-FFF2-40B4-BE49-F238E27FC236}">
                <a16:creationId xmlns:a16="http://schemas.microsoft.com/office/drawing/2014/main" id="{6B301F2F-A122-40A9-BA7F-06678C5D8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63530" name="Rectangle 121">
            <a:extLst>
              <a:ext uri="{FF2B5EF4-FFF2-40B4-BE49-F238E27FC236}">
                <a16:creationId xmlns:a16="http://schemas.microsoft.com/office/drawing/2014/main" id="{AAA53671-4A5D-4CC2-AA8B-CF1BEA80E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639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3531" name="Rectangle 122">
            <a:extLst>
              <a:ext uri="{FF2B5EF4-FFF2-40B4-BE49-F238E27FC236}">
                <a16:creationId xmlns:a16="http://schemas.microsoft.com/office/drawing/2014/main" id="{0B0C8508-FE87-46FA-A988-514E2D5F0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2289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3532" name="Rectangle 123">
            <a:extLst>
              <a:ext uri="{FF2B5EF4-FFF2-40B4-BE49-F238E27FC236}">
                <a16:creationId xmlns:a16="http://schemas.microsoft.com/office/drawing/2014/main" id="{65120538-1071-46B5-A31D-A3CD1B4BC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8940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106620" name="Rectangle 124">
            <a:extLst>
              <a:ext uri="{FF2B5EF4-FFF2-40B4-BE49-F238E27FC236}">
                <a16:creationId xmlns:a16="http://schemas.microsoft.com/office/drawing/2014/main" id="{2989863F-B277-409A-B539-D1DFE5ECB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5590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106621" name="Rectangle 125">
            <a:extLst>
              <a:ext uri="{FF2B5EF4-FFF2-40B4-BE49-F238E27FC236}">
                <a16:creationId xmlns:a16="http://schemas.microsoft.com/office/drawing/2014/main" id="{82FFA30B-5656-4AEB-8EF7-85389EA0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3535" name="Rectangle 126">
            <a:extLst>
              <a:ext uri="{FF2B5EF4-FFF2-40B4-BE49-F238E27FC236}">
                <a16:creationId xmlns:a16="http://schemas.microsoft.com/office/drawing/2014/main" id="{4DB7ED27-1775-4B9A-BDE7-0C47DDDF6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8891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@MULT</a:t>
            </a:r>
          </a:p>
        </p:txBody>
      </p:sp>
      <p:sp>
        <p:nvSpPr>
          <p:cNvPr id="106623" name="Rectangle 127">
            <a:extLst>
              <a:ext uri="{FF2B5EF4-FFF2-40B4-BE49-F238E27FC236}">
                <a16:creationId xmlns:a16="http://schemas.microsoft.com/office/drawing/2014/main" id="{8C6D82E0-26E6-4D05-9650-0CAE3DC98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5541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3537" name="Rectangle 128">
            <a:extLst>
              <a:ext uri="{FF2B5EF4-FFF2-40B4-BE49-F238E27FC236}">
                <a16:creationId xmlns:a16="http://schemas.microsoft.com/office/drawing/2014/main" id="{AB09E4FF-3DDF-49E7-92EB-CB82472E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2192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106625" name="Rectangle 129">
            <a:extLst>
              <a:ext uri="{FF2B5EF4-FFF2-40B4-BE49-F238E27FC236}">
                <a16:creationId xmlns:a16="http://schemas.microsoft.com/office/drawing/2014/main" id="{2A150DC2-6164-442F-9A34-2F1225FC4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8842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3539" name="Rectangle 130">
            <a:extLst>
              <a:ext uri="{FF2B5EF4-FFF2-40B4-BE49-F238E27FC236}">
                <a16:creationId xmlns:a16="http://schemas.microsoft.com/office/drawing/2014/main" id="{BF9C72CE-721B-4E5C-B9AD-1C7F5F33B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492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3540" name="Line 131">
            <a:extLst>
              <a:ext uri="{FF2B5EF4-FFF2-40B4-BE49-F238E27FC236}">
                <a16:creationId xmlns:a16="http://schemas.microsoft.com/office/drawing/2014/main" id="{A0026D6D-C34D-47A3-B057-9D637235F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492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1" name="Line 132">
            <a:extLst>
              <a:ext uri="{FF2B5EF4-FFF2-40B4-BE49-F238E27FC236}">
                <a16:creationId xmlns:a16="http://schemas.microsoft.com/office/drawing/2014/main" id="{70083E0D-37DD-4E44-B302-C498C2799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8842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2" name="Line 133">
            <a:extLst>
              <a:ext uri="{FF2B5EF4-FFF2-40B4-BE49-F238E27FC236}">
                <a16:creationId xmlns:a16="http://schemas.microsoft.com/office/drawing/2014/main" id="{49843EB9-4DE3-4114-BA70-A3A6D65BC1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2192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3" name="Line 134">
            <a:extLst>
              <a:ext uri="{FF2B5EF4-FFF2-40B4-BE49-F238E27FC236}">
                <a16:creationId xmlns:a16="http://schemas.microsoft.com/office/drawing/2014/main" id="{0EED7944-AA02-414F-8AB9-47B85C3267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5541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4" name="Line 135">
            <a:extLst>
              <a:ext uri="{FF2B5EF4-FFF2-40B4-BE49-F238E27FC236}">
                <a16:creationId xmlns:a16="http://schemas.microsoft.com/office/drawing/2014/main" id="{2C3B85E3-9CEE-4395-85E6-76C62E7E89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88912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5" name="Line 136">
            <a:extLst>
              <a:ext uri="{FF2B5EF4-FFF2-40B4-BE49-F238E27FC236}">
                <a16:creationId xmlns:a16="http://schemas.microsoft.com/office/drawing/2014/main" id="{B6F335A3-6B9C-4206-A1C6-E309C119B0B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2240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6" name="Line 137">
            <a:extLst>
              <a:ext uri="{FF2B5EF4-FFF2-40B4-BE49-F238E27FC236}">
                <a16:creationId xmlns:a16="http://schemas.microsoft.com/office/drawing/2014/main" id="{9C96B262-0C20-4786-826A-CF5CCE3CF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559050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7" name="Line 138">
            <a:extLst>
              <a:ext uri="{FF2B5EF4-FFF2-40B4-BE49-F238E27FC236}">
                <a16:creationId xmlns:a16="http://schemas.microsoft.com/office/drawing/2014/main" id="{A2E7EC2E-3ED2-481E-9245-7E6137BAC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8940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8" name="Line 139">
            <a:extLst>
              <a:ext uri="{FF2B5EF4-FFF2-40B4-BE49-F238E27FC236}">
                <a16:creationId xmlns:a16="http://schemas.microsoft.com/office/drawing/2014/main" id="{78B89D6C-C7C7-4846-AD89-2F666E64A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289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49" name="Line 140">
            <a:extLst>
              <a:ext uri="{FF2B5EF4-FFF2-40B4-BE49-F238E27FC236}">
                <a16:creationId xmlns:a16="http://schemas.microsoft.com/office/drawing/2014/main" id="{DFE3F1A5-7C99-41E5-A121-492B7BE63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5639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0" name="Line 141">
            <a:extLst>
              <a:ext uri="{FF2B5EF4-FFF2-40B4-BE49-F238E27FC236}">
                <a16:creationId xmlns:a16="http://schemas.microsoft.com/office/drawing/2014/main" id="{06935EA2-DB93-4D3C-8998-365023B82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1" name="Line 142">
            <a:extLst>
              <a:ext uri="{FF2B5EF4-FFF2-40B4-BE49-F238E27FC236}">
                <a16:creationId xmlns:a16="http://schemas.microsoft.com/office/drawing/2014/main" id="{B4708ED0-E021-4227-B997-162C76F65F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2" name="Line 143">
            <a:extLst>
              <a:ext uri="{FF2B5EF4-FFF2-40B4-BE49-F238E27FC236}">
                <a16:creationId xmlns:a16="http://schemas.microsoft.com/office/drawing/2014/main" id="{BA4CD868-155E-455F-AC02-49C03AF63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3" name="Line 144">
            <a:extLst>
              <a:ext uri="{FF2B5EF4-FFF2-40B4-BE49-F238E27FC236}">
                <a16:creationId xmlns:a16="http://schemas.microsoft.com/office/drawing/2014/main" id="{02DD0418-F8A8-4B71-8991-C51A3BE1C6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4" name="Line 145">
            <a:extLst>
              <a:ext uri="{FF2B5EF4-FFF2-40B4-BE49-F238E27FC236}">
                <a16:creationId xmlns:a16="http://schemas.microsoft.com/office/drawing/2014/main" id="{E3E4EC71-B725-487F-BEFA-3133E8D03E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5" name="Line 146">
            <a:extLst>
              <a:ext uri="{FF2B5EF4-FFF2-40B4-BE49-F238E27FC236}">
                <a16:creationId xmlns:a16="http://schemas.microsoft.com/office/drawing/2014/main" id="{8604ABC8-B603-48C8-B98F-4DF54C0C1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6" name="Line 147">
            <a:extLst>
              <a:ext uri="{FF2B5EF4-FFF2-40B4-BE49-F238E27FC236}">
                <a16:creationId xmlns:a16="http://schemas.microsoft.com/office/drawing/2014/main" id="{BA50A460-2BAB-4AFC-BC37-3D7F177D5B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7" name="Line 148">
            <a:extLst>
              <a:ext uri="{FF2B5EF4-FFF2-40B4-BE49-F238E27FC236}">
                <a16:creationId xmlns:a16="http://schemas.microsoft.com/office/drawing/2014/main" id="{BD933DAD-BCB9-4250-8945-8183727F8B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8" name="Line 149">
            <a:extLst>
              <a:ext uri="{FF2B5EF4-FFF2-40B4-BE49-F238E27FC236}">
                <a16:creationId xmlns:a16="http://schemas.microsoft.com/office/drawing/2014/main" id="{52387F46-B110-4D23-888F-1A876D113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49275"/>
            <a:ext cx="0" cy="56943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559" name="Line 150">
            <a:extLst>
              <a:ext uri="{FF2B5EF4-FFF2-40B4-BE49-F238E27FC236}">
                <a16:creationId xmlns:a16="http://schemas.microsoft.com/office/drawing/2014/main" id="{DBE54A17-24EA-4C28-A7FE-8CB5F80F2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549275"/>
            <a:ext cx="0" cy="56943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06647" name="AutoShape 151">
            <a:extLst>
              <a:ext uri="{FF2B5EF4-FFF2-40B4-BE49-F238E27FC236}">
                <a16:creationId xmlns:a16="http://schemas.microsoft.com/office/drawing/2014/main" id="{D8C07C43-2180-4CFF-8D2D-A45C947C3D1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1052513"/>
            <a:ext cx="1587" cy="1339850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6648" name="AutoShape 152">
            <a:extLst>
              <a:ext uri="{FF2B5EF4-FFF2-40B4-BE49-F238E27FC236}">
                <a16:creationId xmlns:a16="http://schemas.microsoft.com/office/drawing/2014/main" id="{A7816B52-471E-4ED1-AC72-C35A0850DD8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1722438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66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CC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1066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CC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66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1066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500" fill="hold"/>
                                        <p:tgtEl>
                                          <p:spTgt spid="1066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CC"/>
                                      </p:to>
                                    </p:animClr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066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CC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066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066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500" fill="hold"/>
                                        <p:tgtEl>
                                          <p:spTgt spid="1066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CFF"/>
                                      </p:to>
                                    </p:animClr>
                                    <p:animClr clrSpc="rgb" dir="cw">
                                      <p:cBhvr>
                                        <p:cTn id="23" dur="500" fill="hold"/>
                                        <p:tgtEl>
                                          <p:spTgt spid="1066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FF"/>
                                      </p:to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1066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066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6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500" fill="hold"/>
                                        <p:tgtEl>
                                          <p:spTgt spid="1066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CFF"/>
                                      </p:to>
                                    </p:animClr>
                                    <p:animClr clrSpc="rgb" dir="cw">
                                      <p:cBhvr>
                                        <p:cTn id="28" dur="500" fill="hold"/>
                                        <p:tgtEl>
                                          <p:spTgt spid="1066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CCFF"/>
                                      </p:to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1066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1066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620" grpId="0" animBg="1"/>
      <p:bldP spid="106621" grpId="0" animBg="1"/>
      <p:bldP spid="106623" grpId="0" animBg="1"/>
      <p:bldP spid="1066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4">
            <a:extLst>
              <a:ext uri="{FF2B5EF4-FFF2-40B4-BE49-F238E27FC236}">
                <a16:creationId xmlns:a16="http://schemas.microsoft.com/office/drawing/2014/main" id="{0698D01C-E93C-4B87-BAFE-F91BEC91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9725A5B2-4EF2-4613-9BDA-0ED793F890DD}" type="slidenum">
              <a:rPr lang="en-US" altLang="zh-CN" sz="1400">
                <a:ea typeface="方正舒体" panose="02010601030101010101" pitchFamily="2" charset="-122"/>
              </a:rPr>
              <a:pPr/>
              <a:t>9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F8CE33D-0F8C-4D7A-AED8-F72267D64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16" name="Text Box 3">
            <a:extLst>
              <a:ext uri="{FF2B5EF4-FFF2-40B4-BE49-F238E27FC236}">
                <a16:creationId xmlns:a16="http://schemas.microsoft.com/office/drawing/2014/main" id="{F871C750-B540-496F-ADB5-55A0764E8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09572" name="Group 4">
            <a:extLst>
              <a:ext uri="{FF2B5EF4-FFF2-40B4-BE49-F238E27FC236}">
                <a16:creationId xmlns:a16="http://schemas.microsoft.com/office/drawing/2014/main" id="{3568C834-324C-4D5C-BC0C-D52EEC2D3987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4543" name="AutoShape 30">
            <a:extLst>
              <a:ext uri="{FF2B5EF4-FFF2-40B4-BE49-F238E27FC236}">
                <a16:creationId xmlns:a16="http://schemas.microsoft.com/office/drawing/2014/main" id="{FAA8D8EA-C8AF-43F6-ACDF-F8ABE1DA163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44" name="AutoShape 31">
            <a:extLst>
              <a:ext uri="{FF2B5EF4-FFF2-40B4-BE49-F238E27FC236}">
                <a16:creationId xmlns:a16="http://schemas.microsoft.com/office/drawing/2014/main" id="{8FE424B6-4B8C-4FA3-B626-09E2AA6346B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062288"/>
            <a:ext cx="1587" cy="1339850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45" name="AutoShape 32">
            <a:extLst>
              <a:ext uri="{FF2B5EF4-FFF2-40B4-BE49-F238E27FC236}">
                <a16:creationId xmlns:a16="http://schemas.microsoft.com/office/drawing/2014/main" id="{882554F9-6371-4735-A1EC-9056E426F21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732213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4546" name="Group 33">
            <a:extLst>
              <a:ext uri="{FF2B5EF4-FFF2-40B4-BE49-F238E27FC236}">
                <a16:creationId xmlns:a16="http://schemas.microsoft.com/office/drawing/2014/main" id="{899DE1B5-9F82-4781-9F8C-0FB282C61185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4606" name="Rectangle 34">
              <a:extLst>
                <a:ext uri="{FF2B5EF4-FFF2-40B4-BE49-F238E27FC236}">
                  <a16:creationId xmlns:a16="http://schemas.microsoft.com/office/drawing/2014/main" id="{106097CC-00DA-48F5-904D-4D0CEEAF7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4607" name="Rectangle 35">
              <a:extLst>
                <a:ext uri="{FF2B5EF4-FFF2-40B4-BE49-F238E27FC236}">
                  <a16:creationId xmlns:a16="http://schemas.microsoft.com/office/drawing/2014/main" id="{9BE7B519-8143-4FC7-AC1A-930F36973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4608" name="Rectangle 36">
              <a:extLst>
                <a:ext uri="{FF2B5EF4-FFF2-40B4-BE49-F238E27FC236}">
                  <a16:creationId xmlns:a16="http://schemas.microsoft.com/office/drawing/2014/main" id="{D4950E0A-2AFF-4645-8DD3-E3F1BEFD5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4609" name="Rectangle 37">
              <a:extLst>
                <a:ext uri="{FF2B5EF4-FFF2-40B4-BE49-F238E27FC236}">
                  <a16:creationId xmlns:a16="http://schemas.microsoft.com/office/drawing/2014/main" id="{7C49693B-60F4-4019-B2BD-52B3D1670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4610" name="Rectangle 38">
              <a:extLst>
                <a:ext uri="{FF2B5EF4-FFF2-40B4-BE49-F238E27FC236}">
                  <a16:creationId xmlns:a16="http://schemas.microsoft.com/office/drawing/2014/main" id="{F650270D-ADCD-488D-8D05-128FED478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4611" name="Freeform 39">
              <a:extLst>
                <a:ext uri="{FF2B5EF4-FFF2-40B4-BE49-F238E27FC236}">
                  <a16:creationId xmlns:a16="http://schemas.microsoft.com/office/drawing/2014/main" id="{F58479DA-2390-4C0A-BC34-7329FDB8F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2" name="Freeform 40">
              <a:extLst>
                <a:ext uri="{FF2B5EF4-FFF2-40B4-BE49-F238E27FC236}">
                  <a16:creationId xmlns:a16="http://schemas.microsoft.com/office/drawing/2014/main" id="{ECAC17F6-9B41-4FA7-AA6A-5C1DEF64D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3" name="Line 41">
              <a:extLst>
                <a:ext uri="{FF2B5EF4-FFF2-40B4-BE49-F238E27FC236}">
                  <a16:creationId xmlns:a16="http://schemas.microsoft.com/office/drawing/2014/main" id="{B88183A0-3B0C-402E-BD97-9CBFF2A8CD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4" name="Line 42">
              <a:extLst>
                <a:ext uri="{FF2B5EF4-FFF2-40B4-BE49-F238E27FC236}">
                  <a16:creationId xmlns:a16="http://schemas.microsoft.com/office/drawing/2014/main" id="{919ACC59-5B62-4CD7-8E11-65A1796D5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5" name="Line 43">
              <a:extLst>
                <a:ext uri="{FF2B5EF4-FFF2-40B4-BE49-F238E27FC236}">
                  <a16:creationId xmlns:a16="http://schemas.microsoft.com/office/drawing/2014/main" id="{30FDA33E-9B6B-4910-876D-E1E5509573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6" name="Line 44">
              <a:extLst>
                <a:ext uri="{FF2B5EF4-FFF2-40B4-BE49-F238E27FC236}">
                  <a16:creationId xmlns:a16="http://schemas.microsoft.com/office/drawing/2014/main" id="{7C0E3CC8-1DFF-4E49-B49A-60F80829C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7" name="Line 45">
              <a:extLst>
                <a:ext uri="{FF2B5EF4-FFF2-40B4-BE49-F238E27FC236}">
                  <a16:creationId xmlns:a16="http://schemas.microsoft.com/office/drawing/2014/main" id="{D21D9593-A19E-40F4-80A4-598A1C63D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8" name="Line 46">
              <a:extLst>
                <a:ext uri="{FF2B5EF4-FFF2-40B4-BE49-F238E27FC236}">
                  <a16:creationId xmlns:a16="http://schemas.microsoft.com/office/drawing/2014/main" id="{5150ACCD-ABD6-4F31-BA9A-1BE300DD9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19" name="Rectangle 47">
              <a:extLst>
                <a:ext uri="{FF2B5EF4-FFF2-40B4-BE49-F238E27FC236}">
                  <a16:creationId xmlns:a16="http://schemas.microsoft.com/office/drawing/2014/main" id="{FE4DB5CE-218E-45A3-B542-C5526FD6E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4620" name="Line 48">
              <a:extLst>
                <a:ext uri="{FF2B5EF4-FFF2-40B4-BE49-F238E27FC236}">
                  <a16:creationId xmlns:a16="http://schemas.microsoft.com/office/drawing/2014/main" id="{45E98AB3-A2F1-410C-A282-7EDAB429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21" name="Line 49">
              <a:extLst>
                <a:ext uri="{FF2B5EF4-FFF2-40B4-BE49-F238E27FC236}">
                  <a16:creationId xmlns:a16="http://schemas.microsoft.com/office/drawing/2014/main" id="{4FCE4101-416D-4CAC-AD29-08EDC5EEA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622" name="Rectangle 50">
              <a:extLst>
                <a:ext uri="{FF2B5EF4-FFF2-40B4-BE49-F238E27FC236}">
                  <a16:creationId xmlns:a16="http://schemas.microsoft.com/office/drawing/2014/main" id="{ADACF3F7-83BC-4C9B-A839-E40A9AEC6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3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sp>
        <p:nvSpPr>
          <p:cNvPr id="64547" name="Rectangle 51">
            <a:extLst>
              <a:ext uri="{FF2B5EF4-FFF2-40B4-BE49-F238E27FC236}">
                <a16:creationId xmlns:a16="http://schemas.microsoft.com/office/drawing/2014/main" id="{177627DF-9CD3-4ED6-A9B4-E3F1A06A9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4548" name="Rectangle 52">
            <a:extLst>
              <a:ext uri="{FF2B5EF4-FFF2-40B4-BE49-F238E27FC236}">
                <a16:creationId xmlns:a16="http://schemas.microsoft.com/office/drawing/2014/main" id="{297F7D3F-8032-41B2-9302-21A852D4A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49" name="Rectangle 53">
            <a:extLst>
              <a:ext uri="{FF2B5EF4-FFF2-40B4-BE49-F238E27FC236}">
                <a16:creationId xmlns:a16="http://schemas.microsoft.com/office/drawing/2014/main" id="{31AFD987-1818-4406-9BDF-46172517D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4550" name="Rectangle 54">
            <a:extLst>
              <a:ext uri="{FF2B5EF4-FFF2-40B4-BE49-F238E27FC236}">
                <a16:creationId xmlns:a16="http://schemas.microsoft.com/office/drawing/2014/main" id="{30EE5BE9-BD7A-4EAA-ACFE-BA9399FEA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51" name="Rectangle 55">
            <a:extLst>
              <a:ext uri="{FF2B5EF4-FFF2-40B4-BE49-F238E27FC236}">
                <a16:creationId xmlns:a16="http://schemas.microsoft.com/office/drawing/2014/main" id="{F8BA8C8C-AF24-4120-9684-1F5758676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52" name="Rectangle 56">
            <a:extLst>
              <a:ext uri="{FF2B5EF4-FFF2-40B4-BE49-F238E27FC236}">
                <a16:creationId xmlns:a16="http://schemas.microsoft.com/office/drawing/2014/main" id="{309C64D1-0357-4BC5-A27E-174859F85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53" name="Rectangle 57">
            <a:extLst>
              <a:ext uri="{FF2B5EF4-FFF2-40B4-BE49-F238E27FC236}">
                <a16:creationId xmlns:a16="http://schemas.microsoft.com/office/drawing/2014/main" id="{605D7D84-43D8-481A-8992-815DDCC7D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64554" name="Rectangle 58">
            <a:extLst>
              <a:ext uri="{FF2B5EF4-FFF2-40B4-BE49-F238E27FC236}">
                <a16:creationId xmlns:a16="http://schemas.microsoft.com/office/drawing/2014/main" id="{B8D83782-8C39-456B-B9D1-C41A87922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639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55" name="Rectangle 59">
            <a:extLst>
              <a:ext uri="{FF2B5EF4-FFF2-40B4-BE49-F238E27FC236}">
                <a16:creationId xmlns:a16="http://schemas.microsoft.com/office/drawing/2014/main" id="{B6F49546-B35D-46A3-B22E-84C632121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2289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4556" name="Rectangle 60">
            <a:extLst>
              <a:ext uri="{FF2B5EF4-FFF2-40B4-BE49-F238E27FC236}">
                <a16:creationId xmlns:a16="http://schemas.microsoft.com/office/drawing/2014/main" id="{58F54584-90D1-411A-BFF3-D2536EDE8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8940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57" name="Rectangle 61">
            <a:extLst>
              <a:ext uri="{FF2B5EF4-FFF2-40B4-BE49-F238E27FC236}">
                <a16:creationId xmlns:a16="http://schemas.microsoft.com/office/drawing/2014/main" id="{B43F4E10-3617-4C46-BFA6-0B55E9F08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5590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58" name="Rectangle 62">
            <a:extLst>
              <a:ext uri="{FF2B5EF4-FFF2-40B4-BE49-F238E27FC236}">
                <a16:creationId xmlns:a16="http://schemas.microsoft.com/office/drawing/2014/main" id="{33EC440E-3C8C-4B6F-89E4-1DBBD6379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59" name="Rectangle 63">
            <a:extLst>
              <a:ext uri="{FF2B5EF4-FFF2-40B4-BE49-F238E27FC236}">
                <a16:creationId xmlns:a16="http://schemas.microsoft.com/office/drawing/2014/main" id="{0371FA07-4BA7-424D-B0E0-538100640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8891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@MULT</a:t>
            </a:r>
          </a:p>
        </p:txBody>
      </p:sp>
      <p:sp>
        <p:nvSpPr>
          <p:cNvPr id="64560" name="Rectangle 64">
            <a:extLst>
              <a:ext uri="{FF2B5EF4-FFF2-40B4-BE49-F238E27FC236}">
                <a16:creationId xmlns:a16="http://schemas.microsoft.com/office/drawing/2014/main" id="{5596FEE5-9642-46EE-9512-772AF1F1D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5541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4561" name="Rectangle 65">
            <a:extLst>
              <a:ext uri="{FF2B5EF4-FFF2-40B4-BE49-F238E27FC236}">
                <a16:creationId xmlns:a16="http://schemas.microsoft.com/office/drawing/2014/main" id="{BC00F19F-2FDF-4723-A9F0-3B2560924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2192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109634" name="Rectangle 66">
            <a:extLst>
              <a:ext uri="{FF2B5EF4-FFF2-40B4-BE49-F238E27FC236}">
                <a16:creationId xmlns:a16="http://schemas.microsoft.com/office/drawing/2014/main" id="{02337D02-60F0-49B2-97CC-723C87B06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8842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(&amp;) C</a:t>
            </a:r>
            <a:r>
              <a:rPr lang="en-US" altLang="zh-CN" b="1" baseline="-25000">
                <a:ea typeface="方正舒体" panose="02010601030101010101" pitchFamily="2" charset="-122"/>
              </a:rPr>
              <a:t>2</a:t>
            </a:r>
          </a:p>
        </p:txBody>
      </p:sp>
      <p:sp>
        <p:nvSpPr>
          <p:cNvPr id="64563" name="Rectangle 67">
            <a:extLst>
              <a:ext uri="{FF2B5EF4-FFF2-40B4-BE49-F238E27FC236}">
                <a16:creationId xmlns:a16="http://schemas.microsoft.com/office/drawing/2014/main" id="{BC7FCE6B-3605-4C10-82D5-243F4D5AA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492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 dirty="0">
                <a:ea typeface="方正舒体" panose="02010601030101010101" pitchFamily="2" charset="-122"/>
              </a:rPr>
              <a:t>C</a:t>
            </a:r>
          </a:p>
        </p:txBody>
      </p:sp>
      <p:sp>
        <p:nvSpPr>
          <p:cNvPr id="64564" name="Line 68">
            <a:extLst>
              <a:ext uri="{FF2B5EF4-FFF2-40B4-BE49-F238E27FC236}">
                <a16:creationId xmlns:a16="http://schemas.microsoft.com/office/drawing/2014/main" id="{0537C1F6-510D-4E58-A2BE-A73B63B14C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492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65" name="Line 69">
            <a:extLst>
              <a:ext uri="{FF2B5EF4-FFF2-40B4-BE49-F238E27FC236}">
                <a16:creationId xmlns:a16="http://schemas.microsoft.com/office/drawing/2014/main" id="{B19D2CDA-D658-4525-A9FD-7E55924FE9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8842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66" name="Line 70">
            <a:extLst>
              <a:ext uri="{FF2B5EF4-FFF2-40B4-BE49-F238E27FC236}">
                <a16:creationId xmlns:a16="http://schemas.microsoft.com/office/drawing/2014/main" id="{6F282E4D-A6C6-464E-8724-7DD2ED8083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2192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67" name="Line 71">
            <a:extLst>
              <a:ext uri="{FF2B5EF4-FFF2-40B4-BE49-F238E27FC236}">
                <a16:creationId xmlns:a16="http://schemas.microsoft.com/office/drawing/2014/main" id="{72C79324-8A17-4D4B-9889-9A0820004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5541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68" name="Line 72">
            <a:extLst>
              <a:ext uri="{FF2B5EF4-FFF2-40B4-BE49-F238E27FC236}">
                <a16:creationId xmlns:a16="http://schemas.microsoft.com/office/drawing/2014/main" id="{728F9CF6-1874-4B07-BE9C-EE962EB4E3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88912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69" name="Line 73">
            <a:extLst>
              <a:ext uri="{FF2B5EF4-FFF2-40B4-BE49-F238E27FC236}">
                <a16:creationId xmlns:a16="http://schemas.microsoft.com/office/drawing/2014/main" id="{E444E8AF-C510-48D8-8685-71BC5730C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2240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0" name="Line 74">
            <a:extLst>
              <a:ext uri="{FF2B5EF4-FFF2-40B4-BE49-F238E27FC236}">
                <a16:creationId xmlns:a16="http://schemas.microsoft.com/office/drawing/2014/main" id="{F677DD18-05E6-4F79-B7E5-399814358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559050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1" name="Line 75">
            <a:extLst>
              <a:ext uri="{FF2B5EF4-FFF2-40B4-BE49-F238E27FC236}">
                <a16:creationId xmlns:a16="http://schemas.microsoft.com/office/drawing/2014/main" id="{F7F4E90E-C460-4929-80AC-00D8B6083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8940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2" name="Line 76">
            <a:extLst>
              <a:ext uri="{FF2B5EF4-FFF2-40B4-BE49-F238E27FC236}">
                <a16:creationId xmlns:a16="http://schemas.microsoft.com/office/drawing/2014/main" id="{7C93D57F-5839-4B93-A4A6-1626BB94AD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289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3" name="Line 77">
            <a:extLst>
              <a:ext uri="{FF2B5EF4-FFF2-40B4-BE49-F238E27FC236}">
                <a16:creationId xmlns:a16="http://schemas.microsoft.com/office/drawing/2014/main" id="{D7A6F525-FAE4-4E38-B3D6-62425F80B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5639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4" name="Line 78">
            <a:extLst>
              <a:ext uri="{FF2B5EF4-FFF2-40B4-BE49-F238E27FC236}">
                <a16:creationId xmlns:a16="http://schemas.microsoft.com/office/drawing/2014/main" id="{D124F67E-E1D6-43DB-81B0-B6922059CF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5" name="Line 79">
            <a:extLst>
              <a:ext uri="{FF2B5EF4-FFF2-40B4-BE49-F238E27FC236}">
                <a16:creationId xmlns:a16="http://schemas.microsoft.com/office/drawing/2014/main" id="{3DFB490E-F4A1-4452-9A52-248FB16E4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6" name="Line 80">
            <a:extLst>
              <a:ext uri="{FF2B5EF4-FFF2-40B4-BE49-F238E27FC236}">
                <a16:creationId xmlns:a16="http://schemas.microsoft.com/office/drawing/2014/main" id="{1908F7FA-D353-4C6F-9622-85B859C2AF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7" name="Line 81">
            <a:extLst>
              <a:ext uri="{FF2B5EF4-FFF2-40B4-BE49-F238E27FC236}">
                <a16:creationId xmlns:a16="http://schemas.microsoft.com/office/drawing/2014/main" id="{65EF9540-4ED4-44BA-9911-779CC0696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8" name="Line 82">
            <a:extLst>
              <a:ext uri="{FF2B5EF4-FFF2-40B4-BE49-F238E27FC236}">
                <a16:creationId xmlns:a16="http://schemas.microsoft.com/office/drawing/2014/main" id="{DD0624FB-3084-4F96-94E6-935401C905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79" name="Line 83">
            <a:extLst>
              <a:ext uri="{FF2B5EF4-FFF2-40B4-BE49-F238E27FC236}">
                <a16:creationId xmlns:a16="http://schemas.microsoft.com/office/drawing/2014/main" id="{F4731593-866A-42BC-8B87-8C934BB64E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80" name="Line 84">
            <a:extLst>
              <a:ext uri="{FF2B5EF4-FFF2-40B4-BE49-F238E27FC236}">
                <a16:creationId xmlns:a16="http://schemas.microsoft.com/office/drawing/2014/main" id="{BA1C6247-C4B4-4A1D-9595-4A76818C13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81" name="Line 85">
            <a:extLst>
              <a:ext uri="{FF2B5EF4-FFF2-40B4-BE49-F238E27FC236}">
                <a16:creationId xmlns:a16="http://schemas.microsoft.com/office/drawing/2014/main" id="{4E75A0F1-B4F0-4605-881A-30DE949CED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82" name="Line 86">
            <a:extLst>
              <a:ext uri="{FF2B5EF4-FFF2-40B4-BE49-F238E27FC236}">
                <a16:creationId xmlns:a16="http://schemas.microsoft.com/office/drawing/2014/main" id="{22729B65-9DC4-4D5B-94BD-18A37233DE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49275"/>
            <a:ext cx="0" cy="56943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83" name="Line 87">
            <a:extLst>
              <a:ext uri="{FF2B5EF4-FFF2-40B4-BE49-F238E27FC236}">
                <a16:creationId xmlns:a16="http://schemas.microsoft.com/office/drawing/2014/main" id="{86EF29EF-6E25-428C-8A87-DE5B80D30D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5013" y="549275"/>
            <a:ext cx="0" cy="56943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64584" name="AutoShape 88">
            <a:extLst>
              <a:ext uri="{FF2B5EF4-FFF2-40B4-BE49-F238E27FC236}">
                <a16:creationId xmlns:a16="http://schemas.microsoft.com/office/drawing/2014/main" id="{3DBFE088-04E7-462E-BFDE-7D8340277499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1052513"/>
            <a:ext cx="1587" cy="1339850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585" name="AutoShape 89">
            <a:extLst>
              <a:ext uri="{FF2B5EF4-FFF2-40B4-BE49-F238E27FC236}">
                <a16:creationId xmlns:a16="http://schemas.microsoft.com/office/drawing/2014/main" id="{43BF1EA1-D963-41BE-8FCA-503C70F8366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1722438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09658" name="Group 90">
            <a:extLst>
              <a:ext uri="{FF2B5EF4-FFF2-40B4-BE49-F238E27FC236}">
                <a16:creationId xmlns:a16="http://schemas.microsoft.com/office/drawing/2014/main" id="{DB40BD5F-5073-4E06-8357-3CC5436A49CC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4005263"/>
            <a:ext cx="1727200" cy="2233612"/>
            <a:chOff x="4286" y="2160"/>
            <a:chExt cx="1406" cy="1766"/>
          </a:xfrm>
        </p:grpSpPr>
        <p:sp>
          <p:nvSpPr>
            <p:cNvPr id="64587" name="Text Box 91">
              <a:extLst>
                <a:ext uri="{FF2B5EF4-FFF2-40B4-BE49-F238E27FC236}">
                  <a16:creationId xmlns:a16="http://schemas.microsoft.com/office/drawing/2014/main" id="{85C3F0C7-27B5-44C4-AFEC-790B07950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2160"/>
              <a:ext cx="101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</a:rPr>
                <a:t>数据区：</a:t>
              </a:r>
            </a:p>
          </p:txBody>
        </p:sp>
        <p:grpSp>
          <p:nvGrpSpPr>
            <p:cNvPr id="64588" name="Group 92">
              <a:extLst>
                <a:ext uri="{FF2B5EF4-FFF2-40B4-BE49-F238E27FC236}">
                  <a16:creationId xmlns:a16="http://schemas.microsoft.com/office/drawing/2014/main" id="{159BB2C8-6ADC-41BD-BF18-16F7D1C9D4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9" y="2478"/>
              <a:ext cx="1118" cy="1447"/>
              <a:chOff x="912" y="624"/>
              <a:chExt cx="1488" cy="2151"/>
            </a:xfrm>
          </p:grpSpPr>
          <p:sp>
            <p:nvSpPr>
              <p:cNvPr id="64600" name="Rectangle 93">
                <a:extLst>
                  <a:ext uri="{FF2B5EF4-FFF2-40B4-BE49-F238E27FC236}">
                    <a16:creationId xmlns:a16="http://schemas.microsoft.com/office/drawing/2014/main" id="{8636556F-0481-406D-A877-1662936B3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624"/>
                <a:ext cx="1488" cy="215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457200" indent="-4572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buFontTx/>
                  <a:buAutoNum type="arabicPeriod"/>
                </a:pPr>
                <a:endParaRPr lang="zh-CN" altLang="zh-CN" b="1"/>
              </a:p>
            </p:txBody>
          </p:sp>
          <p:grpSp>
            <p:nvGrpSpPr>
              <p:cNvPr id="64601" name="Group 94">
                <a:extLst>
                  <a:ext uri="{FF2B5EF4-FFF2-40B4-BE49-F238E27FC236}">
                    <a16:creationId xmlns:a16="http://schemas.microsoft.com/office/drawing/2014/main" id="{94E85BF1-321C-4256-AEB5-2DB96B1DCF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998"/>
                <a:ext cx="1488" cy="1288"/>
                <a:chOff x="912" y="998"/>
                <a:chExt cx="1488" cy="1288"/>
              </a:xfrm>
            </p:grpSpPr>
            <p:sp>
              <p:nvSpPr>
                <p:cNvPr id="64602" name="Line 95">
                  <a:extLst>
                    <a:ext uri="{FF2B5EF4-FFF2-40B4-BE49-F238E27FC236}">
                      <a16:creationId xmlns:a16="http://schemas.microsoft.com/office/drawing/2014/main" id="{8136D6E3-9FE0-4D71-8317-F8F1A100D4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28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603" name="Line 96">
                  <a:extLst>
                    <a:ext uri="{FF2B5EF4-FFF2-40B4-BE49-F238E27FC236}">
                      <a16:creationId xmlns:a16="http://schemas.microsoft.com/office/drawing/2014/main" id="{E2C773D2-8AE8-4FEA-B663-6C62DCA1D7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998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604" name="Line 97">
                  <a:extLst>
                    <a:ext uri="{FF2B5EF4-FFF2-40B4-BE49-F238E27FC236}">
                      <a16:creationId xmlns:a16="http://schemas.microsoft.com/office/drawing/2014/main" id="{209C4442-F428-49FE-A0D3-5868D74402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2" y="184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605" name="Line 98">
                  <a:extLst>
                    <a:ext uri="{FF2B5EF4-FFF2-40B4-BE49-F238E27FC236}">
                      <a16:creationId xmlns:a16="http://schemas.microsoft.com/office/drawing/2014/main" id="{BFDC0481-A70F-42AD-823A-423D2E4D42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440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4589" name="Text Box 99">
              <a:extLst>
                <a:ext uri="{FF2B5EF4-FFF2-40B4-BE49-F238E27FC236}">
                  <a16:creationId xmlns:a16="http://schemas.microsoft.com/office/drawing/2014/main" id="{720EC0F6-4219-40AC-A86C-C8AF4A5D2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478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64590" name="Text Box 100">
              <a:extLst>
                <a:ext uri="{FF2B5EF4-FFF2-40B4-BE49-F238E27FC236}">
                  <a16:creationId xmlns:a16="http://schemas.microsoft.com/office/drawing/2014/main" id="{9647B599-E005-4A60-A741-DFBCF0E89A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761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4591" name="Text Box 101">
              <a:extLst>
                <a:ext uri="{FF2B5EF4-FFF2-40B4-BE49-F238E27FC236}">
                  <a16:creationId xmlns:a16="http://schemas.microsoft.com/office/drawing/2014/main" id="{1BF49413-D238-48ED-BB7B-F1D583D562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316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4592" name="Text Box 102">
              <a:extLst>
                <a:ext uri="{FF2B5EF4-FFF2-40B4-BE49-F238E27FC236}">
                  <a16:creationId xmlns:a16="http://schemas.microsoft.com/office/drawing/2014/main" id="{AACEE43C-B855-4FCB-A4B5-1368093E2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044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4593" name="Text Box 103">
              <a:extLst>
                <a:ext uri="{FF2B5EF4-FFF2-40B4-BE49-F238E27FC236}">
                  <a16:creationId xmlns:a16="http://schemas.microsoft.com/office/drawing/2014/main" id="{52ABA8E2-6BC4-4658-9E6E-00C1FA1227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613"/>
              <a:ext cx="181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4594" name="Line 104">
              <a:extLst>
                <a:ext uri="{FF2B5EF4-FFF2-40B4-BE49-F238E27FC236}">
                  <a16:creationId xmlns:a16="http://schemas.microsoft.com/office/drawing/2014/main" id="{1A88F9AA-2D26-451D-8E20-AF30D7FBC4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9" y="3027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95" name="Text Box 105">
              <a:extLst>
                <a:ext uri="{FF2B5EF4-FFF2-40B4-BE49-F238E27FC236}">
                  <a16:creationId xmlns:a16="http://schemas.microsoft.com/office/drawing/2014/main" id="{F79A0C03-1FFE-44B9-84A9-963C630CA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030"/>
              <a:ext cx="102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4596" name="Text Box 106">
              <a:extLst>
                <a:ext uri="{FF2B5EF4-FFF2-40B4-BE49-F238E27FC236}">
                  <a16:creationId xmlns:a16="http://schemas.microsoft.com/office/drawing/2014/main" id="{0FB1AC3C-F9D3-45F7-810A-91442E150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609"/>
              <a:ext cx="103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4597" name="Text Box 107">
              <a:extLst>
                <a:ext uri="{FF2B5EF4-FFF2-40B4-BE49-F238E27FC236}">
                  <a16:creationId xmlns:a16="http://schemas.microsoft.com/office/drawing/2014/main" id="{FCEDE8C2-5FC3-4046-A231-7EC5687AF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446"/>
              <a:ext cx="39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4598" name="Text Box 108">
              <a:extLst>
                <a:ext uri="{FF2B5EF4-FFF2-40B4-BE49-F238E27FC236}">
                  <a16:creationId xmlns:a16="http://schemas.microsoft.com/office/drawing/2014/main" id="{4451FAA2-6F0D-4F02-AC4B-8B112BE8F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734"/>
              <a:ext cx="46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4599" name="Text Box 109">
              <a:extLst>
                <a:ext uri="{FF2B5EF4-FFF2-40B4-BE49-F238E27FC236}">
                  <a16:creationId xmlns:a16="http://schemas.microsoft.com/office/drawing/2014/main" id="{429FF23C-DCB8-4A75-A6A6-326B5AFB0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279"/>
              <a:ext cx="794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Clr clrSpc="rgb" dir="cw">
                                      <p:cBhvr override="childStyle">
                                        <p:cTn id="6" dur="1000" autoRev="1" fill="hold"/>
                                        <p:tgtEl>
                                          <p:spTgt spid="1096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autoRev="1" fill="hold"/>
                                        <p:tgtEl>
                                          <p:spTgt spid="1096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1000" autoRev="1" fill="hold"/>
                                        <p:tgtEl>
                                          <p:spTgt spid="1096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1000" autoRev="1" fill="hold"/>
                                        <p:tgtEl>
                                          <p:spTgt spid="1096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9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4">
            <a:extLst>
              <a:ext uri="{FF2B5EF4-FFF2-40B4-BE49-F238E27FC236}">
                <a16:creationId xmlns:a16="http://schemas.microsoft.com/office/drawing/2014/main" id="{37885E78-3D0D-45BF-9522-CC127E722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43AC2901-D4F8-4488-A551-C1E8F87C0BEC}" type="slidenum">
              <a:rPr lang="en-US" altLang="zh-CN" sz="1400">
                <a:ea typeface="方正舒体" panose="02010601030101010101" pitchFamily="2" charset="-122"/>
              </a:rPr>
              <a:pPr/>
              <a:t>10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E4BF97FD-5142-41B8-993D-13FC36BE5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40" name="Text Box 3">
            <a:extLst>
              <a:ext uri="{FF2B5EF4-FFF2-40B4-BE49-F238E27FC236}">
                <a16:creationId xmlns:a16="http://schemas.microsoft.com/office/drawing/2014/main" id="{75B5EBBB-72B8-40F3-9E0E-92F555F6D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10596" name="Group 4">
            <a:extLst>
              <a:ext uri="{FF2B5EF4-FFF2-40B4-BE49-F238E27FC236}">
                <a16:creationId xmlns:a16="http://schemas.microsoft.com/office/drawing/2014/main" id="{06B201CE-A1D6-4879-B4F6-2AA3E0482648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5567" name="AutoShape 30">
            <a:extLst>
              <a:ext uri="{FF2B5EF4-FFF2-40B4-BE49-F238E27FC236}">
                <a16:creationId xmlns:a16="http://schemas.microsoft.com/office/drawing/2014/main" id="{22AD49E6-ADAC-46DE-A3C3-6586925DF9A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568" name="AutoShape 31">
            <a:extLst>
              <a:ext uri="{FF2B5EF4-FFF2-40B4-BE49-F238E27FC236}">
                <a16:creationId xmlns:a16="http://schemas.microsoft.com/office/drawing/2014/main" id="{C1F669D3-5733-4CF7-8D95-7E4170F6FF5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062288"/>
            <a:ext cx="1587" cy="1339850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569" name="AutoShape 32">
            <a:extLst>
              <a:ext uri="{FF2B5EF4-FFF2-40B4-BE49-F238E27FC236}">
                <a16:creationId xmlns:a16="http://schemas.microsoft.com/office/drawing/2014/main" id="{93AA33DD-763F-4428-A329-8ABD489B9AC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732213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5570" name="Group 90">
            <a:extLst>
              <a:ext uri="{FF2B5EF4-FFF2-40B4-BE49-F238E27FC236}">
                <a16:creationId xmlns:a16="http://schemas.microsoft.com/office/drawing/2014/main" id="{463BC566-5E1D-49B2-8194-84A24DC3AA65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5625" name="Rectangle 34">
              <a:extLst>
                <a:ext uri="{FF2B5EF4-FFF2-40B4-BE49-F238E27FC236}">
                  <a16:creationId xmlns:a16="http://schemas.microsoft.com/office/drawing/2014/main" id="{4A9D7F41-6D9E-4D48-A841-0AD027D50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5626" name="Rectangle 35">
              <a:extLst>
                <a:ext uri="{FF2B5EF4-FFF2-40B4-BE49-F238E27FC236}">
                  <a16:creationId xmlns:a16="http://schemas.microsoft.com/office/drawing/2014/main" id="{20AD2E60-F00F-4466-B04D-6AA4CCFEE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5627" name="Rectangle 36">
              <a:extLst>
                <a:ext uri="{FF2B5EF4-FFF2-40B4-BE49-F238E27FC236}">
                  <a16:creationId xmlns:a16="http://schemas.microsoft.com/office/drawing/2014/main" id="{8415AFC4-7CA6-4CBF-832E-20CD64E39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5628" name="Rectangle 37">
              <a:extLst>
                <a:ext uri="{FF2B5EF4-FFF2-40B4-BE49-F238E27FC236}">
                  <a16:creationId xmlns:a16="http://schemas.microsoft.com/office/drawing/2014/main" id="{4FC96772-2247-4AE0-93C1-BAC877519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5629" name="Rectangle 38">
              <a:extLst>
                <a:ext uri="{FF2B5EF4-FFF2-40B4-BE49-F238E27FC236}">
                  <a16:creationId xmlns:a16="http://schemas.microsoft.com/office/drawing/2014/main" id="{AEE579C5-A2A3-477D-AC63-089A8E4D2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5630" name="Freeform 39">
              <a:extLst>
                <a:ext uri="{FF2B5EF4-FFF2-40B4-BE49-F238E27FC236}">
                  <a16:creationId xmlns:a16="http://schemas.microsoft.com/office/drawing/2014/main" id="{6FDDB222-FAEA-496D-AF3B-AD4B42828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1" name="Freeform 40">
              <a:extLst>
                <a:ext uri="{FF2B5EF4-FFF2-40B4-BE49-F238E27FC236}">
                  <a16:creationId xmlns:a16="http://schemas.microsoft.com/office/drawing/2014/main" id="{CF75E9BF-FEC1-4BD0-940A-31041EB19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2" name="Line 41">
              <a:extLst>
                <a:ext uri="{FF2B5EF4-FFF2-40B4-BE49-F238E27FC236}">
                  <a16:creationId xmlns:a16="http://schemas.microsoft.com/office/drawing/2014/main" id="{59FFF6CA-8A18-44B9-BF7B-9AF813D4D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3" name="Line 42">
              <a:extLst>
                <a:ext uri="{FF2B5EF4-FFF2-40B4-BE49-F238E27FC236}">
                  <a16:creationId xmlns:a16="http://schemas.microsoft.com/office/drawing/2014/main" id="{DA028AA9-27DA-4730-8794-059BF2BBA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4" name="Line 43">
              <a:extLst>
                <a:ext uri="{FF2B5EF4-FFF2-40B4-BE49-F238E27FC236}">
                  <a16:creationId xmlns:a16="http://schemas.microsoft.com/office/drawing/2014/main" id="{75EABC4C-2928-4F5D-A530-644D12EAC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5" name="Line 44">
              <a:extLst>
                <a:ext uri="{FF2B5EF4-FFF2-40B4-BE49-F238E27FC236}">
                  <a16:creationId xmlns:a16="http://schemas.microsoft.com/office/drawing/2014/main" id="{B80DB990-311F-4AC8-8EFB-4C7544AB0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6" name="Line 45">
              <a:extLst>
                <a:ext uri="{FF2B5EF4-FFF2-40B4-BE49-F238E27FC236}">
                  <a16:creationId xmlns:a16="http://schemas.microsoft.com/office/drawing/2014/main" id="{6FD29652-6425-416F-B12F-BC240E055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7" name="Line 46">
              <a:extLst>
                <a:ext uri="{FF2B5EF4-FFF2-40B4-BE49-F238E27FC236}">
                  <a16:creationId xmlns:a16="http://schemas.microsoft.com/office/drawing/2014/main" id="{5BC215B0-B337-4441-8663-4029A091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8" name="Rectangle 47">
              <a:extLst>
                <a:ext uri="{FF2B5EF4-FFF2-40B4-BE49-F238E27FC236}">
                  <a16:creationId xmlns:a16="http://schemas.microsoft.com/office/drawing/2014/main" id="{24C45552-1D96-40A6-92C9-DBE0A57F8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5639" name="Line 48">
              <a:extLst>
                <a:ext uri="{FF2B5EF4-FFF2-40B4-BE49-F238E27FC236}">
                  <a16:creationId xmlns:a16="http://schemas.microsoft.com/office/drawing/2014/main" id="{B6FC90A5-7DE2-4AD2-9B10-27B1CDF15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0" name="Line 49">
              <a:extLst>
                <a:ext uri="{FF2B5EF4-FFF2-40B4-BE49-F238E27FC236}">
                  <a16:creationId xmlns:a16="http://schemas.microsoft.com/office/drawing/2014/main" id="{C70E45A8-34D6-44D9-A7C4-6AC1BFB83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1" name="Rectangle 50">
              <a:extLst>
                <a:ext uri="{FF2B5EF4-FFF2-40B4-BE49-F238E27FC236}">
                  <a16:creationId xmlns:a16="http://schemas.microsoft.com/office/drawing/2014/main" id="{C8AAF8D1-0A65-416C-A1F9-91A6C7F7F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sp>
        <p:nvSpPr>
          <p:cNvPr id="65571" name="Rectangle 51">
            <a:extLst>
              <a:ext uri="{FF2B5EF4-FFF2-40B4-BE49-F238E27FC236}">
                <a16:creationId xmlns:a16="http://schemas.microsoft.com/office/drawing/2014/main" id="{26985132-8C77-4B3D-8273-D34AE5CA0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5572" name="Rectangle 52">
            <a:extLst>
              <a:ext uri="{FF2B5EF4-FFF2-40B4-BE49-F238E27FC236}">
                <a16:creationId xmlns:a16="http://schemas.microsoft.com/office/drawing/2014/main" id="{29F069F2-F2DD-4BB0-8997-3FB62234F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3" name="Rectangle 53">
            <a:extLst>
              <a:ext uri="{FF2B5EF4-FFF2-40B4-BE49-F238E27FC236}">
                <a16:creationId xmlns:a16="http://schemas.microsoft.com/office/drawing/2014/main" id="{9F256A68-5997-42E7-8DC2-D30927909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5574" name="Rectangle 54">
            <a:extLst>
              <a:ext uri="{FF2B5EF4-FFF2-40B4-BE49-F238E27FC236}">
                <a16:creationId xmlns:a16="http://schemas.microsoft.com/office/drawing/2014/main" id="{144E12CE-60CD-4047-ADF5-C5DB6FD1D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5" name="Rectangle 55">
            <a:extLst>
              <a:ext uri="{FF2B5EF4-FFF2-40B4-BE49-F238E27FC236}">
                <a16:creationId xmlns:a16="http://schemas.microsoft.com/office/drawing/2014/main" id="{06DC06F7-37E2-4346-9BB7-0DCD7B243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6" name="Rectangle 56">
            <a:extLst>
              <a:ext uri="{FF2B5EF4-FFF2-40B4-BE49-F238E27FC236}">
                <a16:creationId xmlns:a16="http://schemas.microsoft.com/office/drawing/2014/main" id="{9AC63589-839D-455E-A7C5-D921A5D83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7" name="Rectangle 57">
            <a:extLst>
              <a:ext uri="{FF2B5EF4-FFF2-40B4-BE49-F238E27FC236}">
                <a16:creationId xmlns:a16="http://schemas.microsoft.com/office/drawing/2014/main" id="{4075A16C-B257-407E-8AAF-43637AD0B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65578" name="Rectangle 58">
            <a:extLst>
              <a:ext uri="{FF2B5EF4-FFF2-40B4-BE49-F238E27FC236}">
                <a16:creationId xmlns:a16="http://schemas.microsoft.com/office/drawing/2014/main" id="{7DD356DC-C4BD-494C-9A5F-1021412DE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639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9" name="Rectangle 59">
            <a:extLst>
              <a:ext uri="{FF2B5EF4-FFF2-40B4-BE49-F238E27FC236}">
                <a16:creationId xmlns:a16="http://schemas.microsoft.com/office/drawing/2014/main" id="{FFD2F664-9E59-427B-825B-467E1FFB3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2289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 dirty="0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5580" name="Rectangle 60">
            <a:extLst>
              <a:ext uri="{FF2B5EF4-FFF2-40B4-BE49-F238E27FC236}">
                <a16:creationId xmlns:a16="http://schemas.microsoft.com/office/drawing/2014/main" id="{ADD067A2-0E1C-44D7-A413-D8E64EFD3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8940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81" name="Rectangle 61">
            <a:extLst>
              <a:ext uri="{FF2B5EF4-FFF2-40B4-BE49-F238E27FC236}">
                <a16:creationId xmlns:a16="http://schemas.microsoft.com/office/drawing/2014/main" id="{795B4BA3-0E86-4B0F-B201-613204A24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5590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82" name="Rectangle 62">
            <a:extLst>
              <a:ext uri="{FF2B5EF4-FFF2-40B4-BE49-F238E27FC236}">
                <a16:creationId xmlns:a16="http://schemas.microsoft.com/office/drawing/2014/main" id="{8DE71A08-B676-415A-887F-2818C6A15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2</a:t>
            </a:r>
          </a:p>
        </p:txBody>
      </p:sp>
      <p:sp>
        <p:nvSpPr>
          <p:cNvPr id="65583" name="Rectangle 63">
            <a:extLst>
              <a:ext uri="{FF2B5EF4-FFF2-40B4-BE49-F238E27FC236}">
                <a16:creationId xmlns:a16="http://schemas.microsoft.com/office/drawing/2014/main" id="{1E531178-C359-4175-B9CF-1FA9DC308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8891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@MULT</a:t>
            </a:r>
          </a:p>
        </p:txBody>
      </p:sp>
      <p:sp>
        <p:nvSpPr>
          <p:cNvPr id="110656" name="Rectangle 64">
            <a:extLst>
              <a:ext uri="{FF2B5EF4-FFF2-40B4-BE49-F238E27FC236}">
                <a16:creationId xmlns:a16="http://schemas.microsoft.com/office/drawing/2014/main" id="{F2A6C8BF-DDA1-47AD-ACB7-C6D1E9C7A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5541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en-US" altLang="zh-CN" b="1" baseline="-25000" dirty="0">
              <a:ea typeface="方正舒体" panose="02010601030101010101" pitchFamily="2" charset="-122"/>
            </a:endParaRPr>
          </a:p>
        </p:txBody>
      </p:sp>
      <p:sp>
        <p:nvSpPr>
          <p:cNvPr id="65585" name="Rectangle 65">
            <a:extLst>
              <a:ext uri="{FF2B5EF4-FFF2-40B4-BE49-F238E27FC236}">
                <a16:creationId xmlns:a16="http://schemas.microsoft.com/office/drawing/2014/main" id="{A9EFB149-DF11-4F09-BD61-1CD7721DC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2192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 dirty="0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5586" name="Line 70">
            <a:extLst>
              <a:ext uri="{FF2B5EF4-FFF2-40B4-BE49-F238E27FC236}">
                <a16:creationId xmlns:a16="http://schemas.microsoft.com/office/drawing/2014/main" id="{963E1031-E859-48B0-B0C2-AC2250238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2192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87" name="Line 71">
            <a:extLst>
              <a:ext uri="{FF2B5EF4-FFF2-40B4-BE49-F238E27FC236}">
                <a16:creationId xmlns:a16="http://schemas.microsoft.com/office/drawing/2014/main" id="{5292FF63-64A0-4413-8698-91546CFC9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5541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88" name="Line 72">
            <a:extLst>
              <a:ext uri="{FF2B5EF4-FFF2-40B4-BE49-F238E27FC236}">
                <a16:creationId xmlns:a16="http://schemas.microsoft.com/office/drawing/2014/main" id="{8DF74962-026D-4455-80C0-32E768D9F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88912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89" name="Line 73">
            <a:extLst>
              <a:ext uri="{FF2B5EF4-FFF2-40B4-BE49-F238E27FC236}">
                <a16:creationId xmlns:a16="http://schemas.microsoft.com/office/drawing/2014/main" id="{D7A0D06C-0B59-4974-B819-89E0F196A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2240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0" name="Line 74">
            <a:extLst>
              <a:ext uri="{FF2B5EF4-FFF2-40B4-BE49-F238E27FC236}">
                <a16:creationId xmlns:a16="http://schemas.microsoft.com/office/drawing/2014/main" id="{3F06458D-40B4-4A87-BF4B-D702D0769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559050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1" name="Line 75">
            <a:extLst>
              <a:ext uri="{FF2B5EF4-FFF2-40B4-BE49-F238E27FC236}">
                <a16:creationId xmlns:a16="http://schemas.microsoft.com/office/drawing/2014/main" id="{11F1D9E1-7194-42AB-BD75-C4AC212CE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8940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2" name="Line 76">
            <a:extLst>
              <a:ext uri="{FF2B5EF4-FFF2-40B4-BE49-F238E27FC236}">
                <a16:creationId xmlns:a16="http://schemas.microsoft.com/office/drawing/2014/main" id="{9EC97682-F31B-4F43-8DF2-600D47524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289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3" name="Line 77">
            <a:extLst>
              <a:ext uri="{FF2B5EF4-FFF2-40B4-BE49-F238E27FC236}">
                <a16:creationId xmlns:a16="http://schemas.microsoft.com/office/drawing/2014/main" id="{760B3B2C-40FD-418E-BAEA-2EE861C0FE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5639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4" name="Line 78">
            <a:extLst>
              <a:ext uri="{FF2B5EF4-FFF2-40B4-BE49-F238E27FC236}">
                <a16:creationId xmlns:a16="http://schemas.microsoft.com/office/drawing/2014/main" id="{9BCD4272-E500-45F9-852F-587BF3FE9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5" name="Line 79">
            <a:extLst>
              <a:ext uri="{FF2B5EF4-FFF2-40B4-BE49-F238E27FC236}">
                <a16:creationId xmlns:a16="http://schemas.microsoft.com/office/drawing/2014/main" id="{38417DBC-3D7E-4C80-95B5-A9545D3DA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6" name="Line 80">
            <a:extLst>
              <a:ext uri="{FF2B5EF4-FFF2-40B4-BE49-F238E27FC236}">
                <a16:creationId xmlns:a16="http://schemas.microsoft.com/office/drawing/2014/main" id="{CD1919CD-700C-4CE6-8490-E9AB6A294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7" name="Line 81">
            <a:extLst>
              <a:ext uri="{FF2B5EF4-FFF2-40B4-BE49-F238E27FC236}">
                <a16:creationId xmlns:a16="http://schemas.microsoft.com/office/drawing/2014/main" id="{A256B5A2-2AAF-40A5-917E-240A6C2DFB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8" name="Line 82">
            <a:extLst>
              <a:ext uri="{FF2B5EF4-FFF2-40B4-BE49-F238E27FC236}">
                <a16:creationId xmlns:a16="http://schemas.microsoft.com/office/drawing/2014/main" id="{F251DB4D-1747-42BE-9498-A62A3A5C0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9" name="Line 83">
            <a:extLst>
              <a:ext uri="{FF2B5EF4-FFF2-40B4-BE49-F238E27FC236}">
                <a16:creationId xmlns:a16="http://schemas.microsoft.com/office/drawing/2014/main" id="{941B0CA0-1526-4E70-880B-25FDF45232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600" name="Line 84">
            <a:extLst>
              <a:ext uri="{FF2B5EF4-FFF2-40B4-BE49-F238E27FC236}">
                <a16:creationId xmlns:a16="http://schemas.microsoft.com/office/drawing/2014/main" id="{77E097BE-6825-4342-9DAA-340B7E212E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601" name="Line 85">
            <a:extLst>
              <a:ext uri="{FF2B5EF4-FFF2-40B4-BE49-F238E27FC236}">
                <a16:creationId xmlns:a16="http://schemas.microsoft.com/office/drawing/2014/main" id="{E3981BE4-7C7B-487B-9321-3AE897022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602" name="Freeform 86">
            <a:extLst>
              <a:ext uri="{FF2B5EF4-FFF2-40B4-BE49-F238E27FC236}">
                <a16:creationId xmlns:a16="http://schemas.microsoft.com/office/drawing/2014/main" id="{BB420601-96C7-4B79-B80C-2EC45A24BE0E}"/>
              </a:ext>
            </a:extLst>
          </p:cNvPr>
          <p:cNvSpPr>
            <a:spLocks/>
          </p:cNvSpPr>
          <p:nvPr/>
        </p:nvSpPr>
        <p:spPr bwMode="auto">
          <a:xfrm>
            <a:off x="1765300" y="1219200"/>
            <a:ext cx="1588" cy="5024438"/>
          </a:xfrm>
          <a:custGeom>
            <a:avLst/>
            <a:gdLst>
              <a:gd name="T0" fmla="*/ 0 w 1"/>
              <a:gd name="T1" fmla="*/ 0 h 3165"/>
              <a:gd name="T2" fmla="*/ 0 w 1"/>
              <a:gd name="T3" fmla="*/ 2147483646 h 316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3165">
                <a:moveTo>
                  <a:pt x="0" y="0"/>
                </a:moveTo>
                <a:lnTo>
                  <a:pt x="0" y="3165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603" name="Freeform 87">
            <a:extLst>
              <a:ext uri="{FF2B5EF4-FFF2-40B4-BE49-F238E27FC236}">
                <a16:creationId xmlns:a16="http://schemas.microsoft.com/office/drawing/2014/main" id="{7D870A11-8D23-472D-BD38-758032B6BADE}"/>
              </a:ext>
            </a:extLst>
          </p:cNvPr>
          <p:cNvSpPr>
            <a:spLocks/>
          </p:cNvSpPr>
          <p:nvPr/>
        </p:nvSpPr>
        <p:spPr bwMode="auto">
          <a:xfrm>
            <a:off x="3276600" y="1219200"/>
            <a:ext cx="1588" cy="5024438"/>
          </a:xfrm>
          <a:custGeom>
            <a:avLst/>
            <a:gdLst>
              <a:gd name="T0" fmla="*/ 0 w 1"/>
              <a:gd name="T1" fmla="*/ 0 h 3165"/>
              <a:gd name="T2" fmla="*/ 0 w 1"/>
              <a:gd name="T3" fmla="*/ 2147483646 h 316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3165">
                <a:moveTo>
                  <a:pt x="0" y="0"/>
                </a:moveTo>
                <a:lnTo>
                  <a:pt x="0" y="3165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65604" name="AutoShape 89">
            <a:extLst>
              <a:ext uri="{FF2B5EF4-FFF2-40B4-BE49-F238E27FC236}">
                <a16:creationId xmlns:a16="http://schemas.microsoft.com/office/drawing/2014/main" id="{CAA14176-ED54-4EF7-BD4E-9E2FFF3E2B8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1722438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5605" name="Group 91">
            <a:extLst>
              <a:ext uri="{FF2B5EF4-FFF2-40B4-BE49-F238E27FC236}">
                <a16:creationId xmlns:a16="http://schemas.microsoft.com/office/drawing/2014/main" id="{7CADAB3F-DE46-40F9-A0E2-F61CC049EA3E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4005263"/>
            <a:ext cx="1727200" cy="2233612"/>
            <a:chOff x="4286" y="2160"/>
            <a:chExt cx="1406" cy="1766"/>
          </a:xfrm>
        </p:grpSpPr>
        <p:sp>
          <p:nvSpPr>
            <p:cNvPr id="65606" name="Text Box 92">
              <a:extLst>
                <a:ext uri="{FF2B5EF4-FFF2-40B4-BE49-F238E27FC236}">
                  <a16:creationId xmlns:a16="http://schemas.microsoft.com/office/drawing/2014/main" id="{03FC49B0-EE81-4A57-B981-BCEE779BC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2160"/>
              <a:ext cx="101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</a:rPr>
                <a:t>数据区：</a:t>
              </a:r>
            </a:p>
          </p:txBody>
        </p:sp>
        <p:grpSp>
          <p:nvGrpSpPr>
            <p:cNvPr id="65607" name="Group 93">
              <a:extLst>
                <a:ext uri="{FF2B5EF4-FFF2-40B4-BE49-F238E27FC236}">
                  <a16:creationId xmlns:a16="http://schemas.microsoft.com/office/drawing/2014/main" id="{E98FA287-D455-47CC-9AC5-4D461BEBF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9" y="2478"/>
              <a:ext cx="1118" cy="1447"/>
              <a:chOff x="912" y="624"/>
              <a:chExt cx="1488" cy="2151"/>
            </a:xfrm>
          </p:grpSpPr>
          <p:sp>
            <p:nvSpPr>
              <p:cNvPr id="65619" name="Rectangle 94">
                <a:extLst>
                  <a:ext uri="{FF2B5EF4-FFF2-40B4-BE49-F238E27FC236}">
                    <a16:creationId xmlns:a16="http://schemas.microsoft.com/office/drawing/2014/main" id="{7216865E-8FF2-4C9C-AB66-DD8FF6583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624"/>
                <a:ext cx="1488" cy="215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457200" indent="-4572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buFontTx/>
                  <a:buAutoNum type="arabicPeriod"/>
                </a:pPr>
                <a:endParaRPr lang="zh-CN" altLang="zh-CN" b="1"/>
              </a:p>
            </p:txBody>
          </p:sp>
          <p:grpSp>
            <p:nvGrpSpPr>
              <p:cNvPr id="65620" name="Group 95">
                <a:extLst>
                  <a:ext uri="{FF2B5EF4-FFF2-40B4-BE49-F238E27FC236}">
                    <a16:creationId xmlns:a16="http://schemas.microsoft.com/office/drawing/2014/main" id="{DF796D6B-AE5E-4AED-B781-09FF614612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998"/>
                <a:ext cx="1488" cy="1288"/>
                <a:chOff x="912" y="998"/>
                <a:chExt cx="1488" cy="1288"/>
              </a:xfrm>
            </p:grpSpPr>
            <p:sp>
              <p:nvSpPr>
                <p:cNvPr id="65621" name="Line 96">
                  <a:extLst>
                    <a:ext uri="{FF2B5EF4-FFF2-40B4-BE49-F238E27FC236}">
                      <a16:creationId xmlns:a16="http://schemas.microsoft.com/office/drawing/2014/main" id="{FAC97584-23A2-4F0E-9117-7D1443B7C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28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622" name="Line 97">
                  <a:extLst>
                    <a:ext uri="{FF2B5EF4-FFF2-40B4-BE49-F238E27FC236}">
                      <a16:creationId xmlns:a16="http://schemas.microsoft.com/office/drawing/2014/main" id="{D6FD02A2-06D8-4B86-A5C6-85D536D57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998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623" name="Line 98">
                  <a:extLst>
                    <a:ext uri="{FF2B5EF4-FFF2-40B4-BE49-F238E27FC236}">
                      <a16:creationId xmlns:a16="http://schemas.microsoft.com/office/drawing/2014/main" id="{931A3AB0-A781-4243-94A8-857BE84C59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2" y="184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624" name="Line 99">
                  <a:extLst>
                    <a:ext uri="{FF2B5EF4-FFF2-40B4-BE49-F238E27FC236}">
                      <a16:creationId xmlns:a16="http://schemas.microsoft.com/office/drawing/2014/main" id="{1005C006-C894-4A78-8C00-28CC0E3DC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440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5608" name="Text Box 100">
              <a:extLst>
                <a:ext uri="{FF2B5EF4-FFF2-40B4-BE49-F238E27FC236}">
                  <a16:creationId xmlns:a16="http://schemas.microsoft.com/office/drawing/2014/main" id="{59FBFD47-BAF8-4237-9DDC-3809CD92F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478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65609" name="Text Box 101">
              <a:extLst>
                <a:ext uri="{FF2B5EF4-FFF2-40B4-BE49-F238E27FC236}">
                  <a16:creationId xmlns:a16="http://schemas.microsoft.com/office/drawing/2014/main" id="{1EDF0DD5-FEC9-4241-BD86-E34AC3804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761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0" name="Text Box 102">
              <a:extLst>
                <a:ext uri="{FF2B5EF4-FFF2-40B4-BE49-F238E27FC236}">
                  <a16:creationId xmlns:a16="http://schemas.microsoft.com/office/drawing/2014/main" id="{44FE3194-36FD-44A1-AAA8-2D6F79AFB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316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1" name="Text Box 103">
              <a:extLst>
                <a:ext uri="{FF2B5EF4-FFF2-40B4-BE49-F238E27FC236}">
                  <a16:creationId xmlns:a16="http://schemas.microsoft.com/office/drawing/2014/main" id="{AA6B3089-2057-478E-80F7-86AAD1BDE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044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2" name="Text Box 104">
              <a:extLst>
                <a:ext uri="{FF2B5EF4-FFF2-40B4-BE49-F238E27FC236}">
                  <a16:creationId xmlns:a16="http://schemas.microsoft.com/office/drawing/2014/main" id="{0727B71D-2A59-47A8-B43B-3383DCA3F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613"/>
              <a:ext cx="181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3" name="Line 105">
              <a:extLst>
                <a:ext uri="{FF2B5EF4-FFF2-40B4-BE49-F238E27FC236}">
                  <a16:creationId xmlns:a16="http://schemas.microsoft.com/office/drawing/2014/main" id="{6C424864-4DD2-472A-B37C-7917B23B7D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9" y="3027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4" name="Text Box 106">
              <a:extLst>
                <a:ext uri="{FF2B5EF4-FFF2-40B4-BE49-F238E27FC236}">
                  <a16:creationId xmlns:a16="http://schemas.microsoft.com/office/drawing/2014/main" id="{EF27E633-09CA-4694-898D-361F4BDCF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030"/>
              <a:ext cx="102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5" name="Text Box 107">
              <a:extLst>
                <a:ext uri="{FF2B5EF4-FFF2-40B4-BE49-F238E27FC236}">
                  <a16:creationId xmlns:a16="http://schemas.microsoft.com/office/drawing/2014/main" id="{136675A9-5285-47EC-8476-151DCDCE1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609"/>
              <a:ext cx="103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6" name="Text Box 108">
              <a:extLst>
                <a:ext uri="{FF2B5EF4-FFF2-40B4-BE49-F238E27FC236}">
                  <a16:creationId xmlns:a16="http://schemas.microsoft.com/office/drawing/2014/main" id="{C92D2F11-A653-4F89-96B2-AA7F4BB96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446"/>
              <a:ext cx="39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7" name="Text Box 109">
              <a:extLst>
                <a:ext uri="{FF2B5EF4-FFF2-40B4-BE49-F238E27FC236}">
                  <a16:creationId xmlns:a16="http://schemas.microsoft.com/office/drawing/2014/main" id="{A540AF0F-73B9-442C-AF40-ADD3D55A1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734"/>
              <a:ext cx="46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8" name="Text Box 110">
              <a:extLst>
                <a:ext uri="{FF2B5EF4-FFF2-40B4-BE49-F238E27FC236}">
                  <a16:creationId xmlns:a16="http://schemas.microsoft.com/office/drawing/2014/main" id="{1B424B75-F919-4B0C-9592-1E031FD97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279"/>
              <a:ext cx="794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4">
            <a:extLst>
              <a:ext uri="{FF2B5EF4-FFF2-40B4-BE49-F238E27FC236}">
                <a16:creationId xmlns:a16="http://schemas.microsoft.com/office/drawing/2014/main" id="{37885E78-3D0D-45BF-9522-CC127E722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43AC2901-D4F8-4488-A551-C1E8F87C0BEC}" type="slidenum">
              <a:rPr lang="en-US" altLang="zh-CN" sz="1400">
                <a:ea typeface="方正舒体" panose="02010601030101010101" pitchFamily="2" charset="-122"/>
              </a:rPr>
              <a:pPr/>
              <a:t>11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E4BF97FD-5142-41B8-993D-13FC36BE5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40" name="Text Box 3">
            <a:extLst>
              <a:ext uri="{FF2B5EF4-FFF2-40B4-BE49-F238E27FC236}">
                <a16:creationId xmlns:a16="http://schemas.microsoft.com/office/drawing/2014/main" id="{75B5EBBB-72B8-40F3-9E0E-92F555F6D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10596" name="Group 4">
            <a:extLst>
              <a:ext uri="{FF2B5EF4-FFF2-40B4-BE49-F238E27FC236}">
                <a16:creationId xmlns:a16="http://schemas.microsoft.com/office/drawing/2014/main" id="{06B201CE-A1D6-4879-B4F6-2AA3E0482648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5567" name="AutoShape 30">
            <a:extLst>
              <a:ext uri="{FF2B5EF4-FFF2-40B4-BE49-F238E27FC236}">
                <a16:creationId xmlns:a16="http://schemas.microsoft.com/office/drawing/2014/main" id="{22AD49E6-ADAC-46DE-A3C3-6586925DF9A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568" name="AutoShape 31">
            <a:extLst>
              <a:ext uri="{FF2B5EF4-FFF2-40B4-BE49-F238E27FC236}">
                <a16:creationId xmlns:a16="http://schemas.microsoft.com/office/drawing/2014/main" id="{C1F669D3-5733-4CF7-8D95-7E4170F6FF5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062288"/>
            <a:ext cx="1587" cy="1339850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569" name="AutoShape 32">
            <a:extLst>
              <a:ext uri="{FF2B5EF4-FFF2-40B4-BE49-F238E27FC236}">
                <a16:creationId xmlns:a16="http://schemas.microsoft.com/office/drawing/2014/main" id="{93AA33DD-763F-4428-A329-8ABD489B9AC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732213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5570" name="Group 90">
            <a:extLst>
              <a:ext uri="{FF2B5EF4-FFF2-40B4-BE49-F238E27FC236}">
                <a16:creationId xmlns:a16="http://schemas.microsoft.com/office/drawing/2014/main" id="{463BC566-5E1D-49B2-8194-84A24DC3AA65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5625" name="Rectangle 34">
              <a:extLst>
                <a:ext uri="{FF2B5EF4-FFF2-40B4-BE49-F238E27FC236}">
                  <a16:creationId xmlns:a16="http://schemas.microsoft.com/office/drawing/2014/main" id="{4A9D7F41-6D9E-4D48-A841-0AD027D50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5626" name="Rectangle 35">
              <a:extLst>
                <a:ext uri="{FF2B5EF4-FFF2-40B4-BE49-F238E27FC236}">
                  <a16:creationId xmlns:a16="http://schemas.microsoft.com/office/drawing/2014/main" id="{20AD2E60-F00F-4466-B04D-6AA4CCFEE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5627" name="Rectangle 36">
              <a:extLst>
                <a:ext uri="{FF2B5EF4-FFF2-40B4-BE49-F238E27FC236}">
                  <a16:creationId xmlns:a16="http://schemas.microsoft.com/office/drawing/2014/main" id="{8415AFC4-7CA6-4CBF-832E-20CD64E39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5628" name="Rectangle 37">
              <a:extLst>
                <a:ext uri="{FF2B5EF4-FFF2-40B4-BE49-F238E27FC236}">
                  <a16:creationId xmlns:a16="http://schemas.microsoft.com/office/drawing/2014/main" id="{4FC96772-2247-4AE0-93C1-BAC877519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5629" name="Rectangle 38">
              <a:extLst>
                <a:ext uri="{FF2B5EF4-FFF2-40B4-BE49-F238E27FC236}">
                  <a16:creationId xmlns:a16="http://schemas.microsoft.com/office/drawing/2014/main" id="{AEE579C5-A2A3-477D-AC63-089A8E4D2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5630" name="Freeform 39">
              <a:extLst>
                <a:ext uri="{FF2B5EF4-FFF2-40B4-BE49-F238E27FC236}">
                  <a16:creationId xmlns:a16="http://schemas.microsoft.com/office/drawing/2014/main" id="{6FDDB222-FAEA-496D-AF3B-AD4B42828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1" name="Freeform 40">
              <a:extLst>
                <a:ext uri="{FF2B5EF4-FFF2-40B4-BE49-F238E27FC236}">
                  <a16:creationId xmlns:a16="http://schemas.microsoft.com/office/drawing/2014/main" id="{CF75E9BF-FEC1-4BD0-940A-31041EB19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2" name="Line 41">
              <a:extLst>
                <a:ext uri="{FF2B5EF4-FFF2-40B4-BE49-F238E27FC236}">
                  <a16:creationId xmlns:a16="http://schemas.microsoft.com/office/drawing/2014/main" id="{59FFF6CA-8A18-44B9-BF7B-9AF813D4D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3" name="Line 42">
              <a:extLst>
                <a:ext uri="{FF2B5EF4-FFF2-40B4-BE49-F238E27FC236}">
                  <a16:creationId xmlns:a16="http://schemas.microsoft.com/office/drawing/2014/main" id="{DA028AA9-27DA-4730-8794-059BF2BBA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4" name="Line 43">
              <a:extLst>
                <a:ext uri="{FF2B5EF4-FFF2-40B4-BE49-F238E27FC236}">
                  <a16:creationId xmlns:a16="http://schemas.microsoft.com/office/drawing/2014/main" id="{75EABC4C-2928-4F5D-A530-644D12EAC0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5" name="Line 44">
              <a:extLst>
                <a:ext uri="{FF2B5EF4-FFF2-40B4-BE49-F238E27FC236}">
                  <a16:creationId xmlns:a16="http://schemas.microsoft.com/office/drawing/2014/main" id="{B80DB990-311F-4AC8-8EFB-4C7544AB06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6" name="Line 45">
              <a:extLst>
                <a:ext uri="{FF2B5EF4-FFF2-40B4-BE49-F238E27FC236}">
                  <a16:creationId xmlns:a16="http://schemas.microsoft.com/office/drawing/2014/main" id="{6FD29652-6425-416F-B12F-BC240E0553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7" name="Line 46">
              <a:extLst>
                <a:ext uri="{FF2B5EF4-FFF2-40B4-BE49-F238E27FC236}">
                  <a16:creationId xmlns:a16="http://schemas.microsoft.com/office/drawing/2014/main" id="{5BC215B0-B337-4441-8663-4029A091A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38" name="Rectangle 47">
              <a:extLst>
                <a:ext uri="{FF2B5EF4-FFF2-40B4-BE49-F238E27FC236}">
                  <a16:creationId xmlns:a16="http://schemas.microsoft.com/office/drawing/2014/main" id="{24C45552-1D96-40A6-92C9-DBE0A57F8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5639" name="Line 48">
              <a:extLst>
                <a:ext uri="{FF2B5EF4-FFF2-40B4-BE49-F238E27FC236}">
                  <a16:creationId xmlns:a16="http://schemas.microsoft.com/office/drawing/2014/main" id="{B6FC90A5-7DE2-4AD2-9B10-27B1CDF15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0" name="Line 49">
              <a:extLst>
                <a:ext uri="{FF2B5EF4-FFF2-40B4-BE49-F238E27FC236}">
                  <a16:creationId xmlns:a16="http://schemas.microsoft.com/office/drawing/2014/main" id="{C70E45A8-34D6-44D9-A7C4-6AC1BFB836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41" name="Rectangle 50">
              <a:extLst>
                <a:ext uri="{FF2B5EF4-FFF2-40B4-BE49-F238E27FC236}">
                  <a16:creationId xmlns:a16="http://schemas.microsoft.com/office/drawing/2014/main" id="{C8AAF8D1-0A65-416C-A1F9-91A6C7F7F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sp>
        <p:nvSpPr>
          <p:cNvPr id="65571" name="Rectangle 51">
            <a:extLst>
              <a:ext uri="{FF2B5EF4-FFF2-40B4-BE49-F238E27FC236}">
                <a16:creationId xmlns:a16="http://schemas.microsoft.com/office/drawing/2014/main" id="{26985132-8C77-4B3D-8273-D34AE5CA0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5572" name="Rectangle 52">
            <a:extLst>
              <a:ext uri="{FF2B5EF4-FFF2-40B4-BE49-F238E27FC236}">
                <a16:creationId xmlns:a16="http://schemas.microsoft.com/office/drawing/2014/main" id="{29F069F2-F2DD-4BB0-8997-3FB62234F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3" name="Rectangle 53">
            <a:extLst>
              <a:ext uri="{FF2B5EF4-FFF2-40B4-BE49-F238E27FC236}">
                <a16:creationId xmlns:a16="http://schemas.microsoft.com/office/drawing/2014/main" id="{9F256A68-5997-42E7-8DC2-D30927909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5574" name="Rectangle 54">
            <a:extLst>
              <a:ext uri="{FF2B5EF4-FFF2-40B4-BE49-F238E27FC236}">
                <a16:creationId xmlns:a16="http://schemas.microsoft.com/office/drawing/2014/main" id="{144E12CE-60CD-4047-ADF5-C5DB6FD1D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5" name="Rectangle 55">
            <a:extLst>
              <a:ext uri="{FF2B5EF4-FFF2-40B4-BE49-F238E27FC236}">
                <a16:creationId xmlns:a16="http://schemas.microsoft.com/office/drawing/2014/main" id="{06DC06F7-37E2-4346-9BB7-0DCD7B243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6" name="Rectangle 56">
            <a:extLst>
              <a:ext uri="{FF2B5EF4-FFF2-40B4-BE49-F238E27FC236}">
                <a16:creationId xmlns:a16="http://schemas.microsoft.com/office/drawing/2014/main" id="{9AC63589-839D-455E-A7C5-D921A5D83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7" name="Rectangle 57">
            <a:extLst>
              <a:ext uri="{FF2B5EF4-FFF2-40B4-BE49-F238E27FC236}">
                <a16:creationId xmlns:a16="http://schemas.microsoft.com/office/drawing/2014/main" id="{4075A16C-B257-407E-8AAF-43637AD0B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65578" name="Rectangle 58">
            <a:extLst>
              <a:ext uri="{FF2B5EF4-FFF2-40B4-BE49-F238E27FC236}">
                <a16:creationId xmlns:a16="http://schemas.microsoft.com/office/drawing/2014/main" id="{7DD356DC-C4BD-494C-9A5F-1021412DE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639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79" name="Rectangle 59">
            <a:extLst>
              <a:ext uri="{FF2B5EF4-FFF2-40B4-BE49-F238E27FC236}">
                <a16:creationId xmlns:a16="http://schemas.microsoft.com/office/drawing/2014/main" id="{FFD2F664-9E59-427B-825B-467E1FFB3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2289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5580" name="Rectangle 60">
            <a:extLst>
              <a:ext uri="{FF2B5EF4-FFF2-40B4-BE49-F238E27FC236}">
                <a16:creationId xmlns:a16="http://schemas.microsoft.com/office/drawing/2014/main" id="{ADD067A2-0E1C-44D7-A413-D8E64EFD3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8940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81" name="Rectangle 61">
            <a:extLst>
              <a:ext uri="{FF2B5EF4-FFF2-40B4-BE49-F238E27FC236}">
                <a16:creationId xmlns:a16="http://schemas.microsoft.com/office/drawing/2014/main" id="{795B4BA3-0E86-4B0F-B201-613204A24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5590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5582" name="Rectangle 62">
            <a:extLst>
              <a:ext uri="{FF2B5EF4-FFF2-40B4-BE49-F238E27FC236}">
                <a16:creationId xmlns:a16="http://schemas.microsoft.com/office/drawing/2014/main" id="{8DE71A08-B676-415A-887F-2818C6A15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2</a:t>
            </a:r>
          </a:p>
        </p:txBody>
      </p:sp>
      <p:sp>
        <p:nvSpPr>
          <p:cNvPr id="65583" name="Rectangle 63">
            <a:extLst>
              <a:ext uri="{FF2B5EF4-FFF2-40B4-BE49-F238E27FC236}">
                <a16:creationId xmlns:a16="http://schemas.microsoft.com/office/drawing/2014/main" id="{1E531178-C359-4175-B9CF-1FA9DC308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8891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@MULT</a:t>
            </a:r>
          </a:p>
        </p:txBody>
      </p:sp>
      <p:sp>
        <p:nvSpPr>
          <p:cNvPr id="110656" name="Rectangle 64">
            <a:extLst>
              <a:ext uri="{FF2B5EF4-FFF2-40B4-BE49-F238E27FC236}">
                <a16:creationId xmlns:a16="http://schemas.microsoft.com/office/drawing/2014/main" id="{F2A6C8BF-DDA1-47AD-ACB7-C6D1E9C7A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5541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(&amp;) C</a:t>
            </a:r>
            <a:r>
              <a:rPr lang="en-US" altLang="zh-CN" b="1" baseline="-25000">
                <a:ea typeface="方正舒体" panose="02010601030101010101" pitchFamily="2" charset="-122"/>
              </a:rPr>
              <a:t>3</a:t>
            </a:r>
          </a:p>
        </p:txBody>
      </p:sp>
      <p:sp>
        <p:nvSpPr>
          <p:cNvPr id="65585" name="Rectangle 65">
            <a:extLst>
              <a:ext uri="{FF2B5EF4-FFF2-40B4-BE49-F238E27FC236}">
                <a16:creationId xmlns:a16="http://schemas.microsoft.com/office/drawing/2014/main" id="{A9EFB149-DF11-4F09-BD61-1CD7721DC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2192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 dirty="0">
                <a:ea typeface="方正舒体" panose="02010601030101010101" pitchFamily="2" charset="-122"/>
              </a:rPr>
              <a:t>C</a:t>
            </a:r>
          </a:p>
        </p:txBody>
      </p:sp>
      <p:sp>
        <p:nvSpPr>
          <p:cNvPr id="65586" name="Line 70">
            <a:extLst>
              <a:ext uri="{FF2B5EF4-FFF2-40B4-BE49-F238E27FC236}">
                <a16:creationId xmlns:a16="http://schemas.microsoft.com/office/drawing/2014/main" id="{963E1031-E859-48B0-B0C2-AC2250238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2192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87" name="Line 71">
            <a:extLst>
              <a:ext uri="{FF2B5EF4-FFF2-40B4-BE49-F238E27FC236}">
                <a16:creationId xmlns:a16="http://schemas.microsoft.com/office/drawing/2014/main" id="{5292FF63-64A0-4413-8698-91546CFC9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5541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88" name="Line 72">
            <a:extLst>
              <a:ext uri="{FF2B5EF4-FFF2-40B4-BE49-F238E27FC236}">
                <a16:creationId xmlns:a16="http://schemas.microsoft.com/office/drawing/2014/main" id="{8DF74962-026D-4455-80C0-32E768D9F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88912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89" name="Line 73">
            <a:extLst>
              <a:ext uri="{FF2B5EF4-FFF2-40B4-BE49-F238E27FC236}">
                <a16:creationId xmlns:a16="http://schemas.microsoft.com/office/drawing/2014/main" id="{D7A0D06C-0B59-4974-B819-89E0F196AE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2240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0" name="Line 74">
            <a:extLst>
              <a:ext uri="{FF2B5EF4-FFF2-40B4-BE49-F238E27FC236}">
                <a16:creationId xmlns:a16="http://schemas.microsoft.com/office/drawing/2014/main" id="{3F06458D-40B4-4A87-BF4B-D702D0769C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559050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1" name="Line 75">
            <a:extLst>
              <a:ext uri="{FF2B5EF4-FFF2-40B4-BE49-F238E27FC236}">
                <a16:creationId xmlns:a16="http://schemas.microsoft.com/office/drawing/2014/main" id="{11F1D9E1-7194-42AB-BD75-C4AC212CE7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8940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2" name="Line 76">
            <a:extLst>
              <a:ext uri="{FF2B5EF4-FFF2-40B4-BE49-F238E27FC236}">
                <a16:creationId xmlns:a16="http://schemas.microsoft.com/office/drawing/2014/main" id="{9EC97682-F31B-4F43-8DF2-600D475242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289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3" name="Line 77">
            <a:extLst>
              <a:ext uri="{FF2B5EF4-FFF2-40B4-BE49-F238E27FC236}">
                <a16:creationId xmlns:a16="http://schemas.microsoft.com/office/drawing/2014/main" id="{760B3B2C-40FD-418E-BAEA-2EE861C0FE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5639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4" name="Line 78">
            <a:extLst>
              <a:ext uri="{FF2B5EF4-FFF2-40B4-BE49-F238E27FC236}">
                <a16:creationId xmlns:a16="http://schemas.microsoft.com/office/drawing/2014/main" id="{9BCD4272-E500-45F9-852F-587BF3FE96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5" name="Line 79">
            <a:extLst>
              <a:ext uri="{FF2B5EF4-FFF2-40B4-BE49-F238E27FC236}">
                <a16:creationId xmlns:a16="http://schemas.microsoft.com/office/drawing/2014/main" id="{38417DBC-3D7E-4C80-95B5-A9545D3DAA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6" name="Line 80">
            <a:extLst>
              <a:ext uri="{FF2B5EF4-FFF2-40B4-BE49-F238E27FC236}">
                <a16:creationId xmlns:a16="http://schemas.microsoft.com/office/drawing/2014/main" id="{CD1919CD-700C-4CE6-8490-E9AB6A294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7" name="Line 81">
            <a:extLst>
              <a:ext uri="{FF2B5EF4-FFF2-40B4-BE49-F238E27FC236}">
                <a16:creationId xmlns:a16="http://schemas.microsoft.com/office/drawing/2014/main" id="{A256B5A2-2AAF-40A5-917E-240A6C2DFB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8" name="Line 82">
            <a:extLst>
              <a:ext uri="{FF2B5EF4-FFF2-40B4-BE49-F238E27FC236}">
                <a16:creationId xmlns:a16="http://schemas.microsoft.com/office/drawing/2014/main" id="{F251DB4D-1747-42BE-9498-A62A3A5C0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99" name="Line 83">
            <a:extLst>
              <a:ext uri="{FF2B5EF4-FFF2-40B4-BE49-F238E27FC236}">
                <a16:creationId xmlns:a16="http://schemas.microsoft.com/office/drawing/2014/main" id="{941B0CA0-1526-4E70-880B-25FDF45232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600" name="Line 84">
            <a:extLst>
              <a:ext uri="{FF2B5EF4-FFF2-40B4-BE49-F238E27FC236}">
                <a16:creationId xmlns:a16="http://schemas.microsoft.com/office/drawing/2014/main" id="{77E097BE-6825-4342-9DAA-340B7E212E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601" name="Line 85">
            <a:extLst>
              <a:ext uri="{FF2B5EF4-FFF2-40B4-BE49-F238E27FC236}">
                <a16:creationId xmlns:a16="http://schemas.microsoft.com/office/drawing/2014/main" id="{E3981BE4-7C7B-487B-9321-3AE897022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602" name="Freeform 86">
            <a:extLst>
              <a:ext uri="{FF2B5EF4-FFF2-40B4-BE49-F238E27FC236}">
                <a16:creationId xmlns:a16="http://schemas.microsoft.com/office/drawing/2014/main" id="{BB420601-96C7-4B79-B80C-2EC45A24BE0E}"/>
              </a:ext>
            </a:extLst>
          </p:cNvPr>
          <p:cNvSpPr>
            <a:spLocks/>
          </p:cNvSpPr>
          <p:nvPr/>
        </p:nvSpPr>
        <p:spPr bwMode="auto">
          <a:xfrm>
            <a:off x="1765300" y="1219200"/>
            <a:ext cx="1588" cy="5024438"/>
          </a:xfrm>
          <a:custGeom>
            <a:avLst/>
            <a:gdLst>
              <a:gd name="T0" fmla="*/ 0 w 1"/>
              <a:gd name="T1" fmla="*/ 0 h 3165"/>
              <a:gd name="T2" fmla="*/ 0 w 1"/>
              <a:gd name="T3" fmla="*/ 2147483646 h 316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3165">
                <a:moveTo>
                  <a:pt x="0" y="0"/>
                </a:moveTo>
                <a:lnTo>
                  <a:pt x="0" y="3165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603" name="Freeform 87">
            <a:extLst>
              <a:ext uri="{FF2B5EF4-FFF2-40B4-BE49-F238E27FC236}">
                <a16:creationId xmlns:a16="http://schemas.microsoft.com/office/drawing/2014/main" id="{7D870A11-8D23-472D-BD38-758032B6BADE}"/>
              </a:ext>
            </a:extLst>
          </p:cNvPr>
          <p:cNvSpPr>
            <a:spLocks/>
          </p:cNvSpPr>
          <p:nvPr/>
        </p:nvSpPr>
        <p:spPr bwMode="auto">
          <a:xfrm>
            <a:off x="3276600" y="1219200"/>
            <a:ext cx="1588" cy="5024438"/>
          </a:xfrm>
          <a:custGeom>
            <a:avLst/>
            <a:gdLst>
              <a:gd name="T0" fmla="*/ 0 w 1"/>
              <a:gd name="T1" fmla="*/ 0 h 3165"/>
              <a:gd name="T2" fmla="*/ 0 w 1"/>
              <a:gd name="T3" fmla="*/ 2147483646 h 316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3165">
                <a:moveTo>
                  <a:pt x="0" y="0"/>
                </a:moveTo>
                <a:lnTo>
                  <a:pt x="0" y="3165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65604" name="AutoShape 89">
            <a:extLst>
              <a:ext uri="{FF2B5EF4-FFF2-40B4-BE49-F238E27FC236}">
                <a16:creationId xmlns:a16="http://schemas.microsoft.com/office/drawing/2014/main" id="{CAA14176-ED54-4EF7-BD4E-9E2FFF3E2B8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1722438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5605" name="Group 91">
            <a:extLst>
              <a:ext uri="{FF2B5EF4-FFF2-40B4-BE49-F238E27FC236}">
                <a16:creationId xmlns:a16="http://schemas.microsoft.com/office/drawing/2014/main" id="{7CADAB3F-DE46-40F9-A0E2-F61CC049EA3E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4005263"/>
            <a:ext cx="1727200" cy="2233612"/>
            <a:chOff x="4286" y="2160"/>
            <a:chExt cx="1406" cy="1766"/>
          </a:xfrm>
        </p:grpSpPr>
        <p:sp>
          <p:nvSpPr>
            <p:cNvPr id="65606" name="Text Box 92">
              <a:extLst>
                <a:ext uri="{FF2B5EF4-FFF2-40B4-BE49-F238E27FC236}">
                  <a16:creationId xmlns:a16="http://schemas.microsoft.com/office/drawing/2014/main" id="{03FC49B0-EE81-4A57-B981-BCEE779BC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2160"/>
              <a:ext cx="101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</a:rPr>
                <a:t>数据区：</a:t>
              </a:r>
            </a:p>
          </p:txBody>
        </p:sp>
        <p:grpSp>
          <p:nvGrpSpPr>
            <p:cNvPr id="65607" name="Group 93">
              <a:extLst>
                <a:ext uri="{FF2B5EF4-FFF2-40B4-BE49-F238E27FC236}">
                  <a16:creationId xmlns:a16="http://schemas.microsoft.com/office/drawing/2014/main" id="{E98FA287-D455-47CC-9AC5-4D461BEBF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9" y="2478"/>
              <a:ext cx="1118" cy="1447"/>
              <a:chOff x="912" y="624"/>
              <a:chExt cx="1488" cy="2151"/>
            </a:xfrm>
          </p:grpSpPr>
          <p:sp>
            <p:nvSpPr>
              <p:cNvPr id="65619" name="Rectangle 94">
                <a:extLst>
                  <a:ext uri="{FF2B5EF4-FFF2-40B4-BE49-F238E27FC236}">
                    <a16:creationId xmlns:a16="http://schemas.microsoft.com/office/drawing/2014/main" id="{7216865E-8FF2-4C9C-AB66-DD8FF6583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624"/>
                <a:ext cx="1488" cy="215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457200" indent="-4572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buFontTx/>
                  <a:buAutoNum type="arabicPeriod"/>
                </a:pPr>
                <a:endParaRPr lang="zh-CN" altLang="zh-CN" b="1"/>
              </a:p>
            </p:txBody>
          </p:sp>
          <p:grpSp>
            <p:nvGrpSpPr>
              <p:cNvPr id="65620" name="Group 95">
                <a:extLst>
                  <a:ext uri="{FF2B5EF4-FFF2-40B4-BE49-F238E27FC236}">
                    <a16:creationId xmlns:a16="http://schemas.microsoft.com/office/drawing/2014/main" id="{DF796D6B-AE5E-4AED-B781-09FF614612D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998"/>
                <a:ext cx="1488" cy="1288"/>
                <a:chOff x="912" y="998"/>
                <a:chExt cx="1488" cy="1288"/>
              </a:xfrm>
            </p:grpSpPr>
            <p:sp>
              <p:nvSpPr>
                <p:cNvPr id="65621" name="Line 96">
                  <a:extLst>
                    <a:ext uri="{FF2B5EF4-FFF2-40B4-BE49-F238E27FC236}">
                      <a16:creationId xmlns:a16="http://schemas.microsoft.com/office/drawing/2014/main" id="{FAC97584-23A2-4F0E-9117-7D1443B7CB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28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622" name="Line 97">
                  <a:extLst>
                    <a:ext uri="{FF2B5EF4-FFF2-40B4-BE49-F238E27FC236}">
                      <a16:creationId xmlns:a16="http://schemas.microsoft.com/office/drawing/2014/main" id="{D6FD02A2-06D8-4B86-A5C6-85D536D579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998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623" name="Line 98">
                  <a:extLst>
                    <a:ext uri="{FF2B5EF4-FFF2-40B4-BE49-F238E27FC236}">
                      <a16:creationId xmlns:a16="http://schemas.microsoft.com/office/drawing/2014/main" id="{931A3AB0-A781-4243-94A8-857BE84C59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2" y="184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624" name="Line 99">
                  <a:extLst>
                    <a:ext uri="{FF2B5EF4-FFF2-40B4-BE49-F238E27FC236}">
                      <a16:creationId xmlns:a16="http://schemas.microsoft.com/office/drawing/2014/main" id="{1005C006-C894-4A78-8C00-28CC0E3DC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440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5608" name="Text Box 100">
              <a:extLst>
                <a:ext uri="{FF2B5EF4-FFF2-40B4-BE49-F238E27FC236}">
                  <a16:creationId xmlns:a16="http://schemas.microsoft.com/office/drawing/2014/main" id="{59FBFD47-BAF8-4237-9DDC-3809CD92F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478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65609" name="Text Box 101">
              <a:extLst>
                <a:ext uri="{FF2B5EF4-FFF2-40B4-BE49-F238E27FC236}">
                  <a16:creationId xmlns:a16="http://schemas.microsoft.com/office/drawing/2014/main" id="{1EDF0DD5-FEC9-4241-BD86-E34AC3804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761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0" name="Text Box 102">
              <a:extLst>
                <a:ext uri="{FF2B5EF4-FFF2-40B4-BE49-F238E27FC236}">
                  <a16:creationId xmlns:a16="http://schemas.microsoft.com/office/drawing/2014/main" id="{44FE3194-36FD-44A1-AAA8-2D6F79AFB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316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1" name="Text Box 103">
              <a:extLst>
                <a:ext uri="{FF2B5EF4-FFF2-40B4-BE49-F238E27FC236}">
                  <a16:creationId xmlns:a16="http://schemas.microsoft.com/office/drawing/2014/main" id="{AA6B3089-2057-478E-80F7-86AAD1BDE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044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2" name="Text Box 104">
              <a:extLst>
                <a:ext uri="{FF2B5EF4-FFF2-40B4-BE49-F238E27FC236}">
                  <a16:creationId xmlns:a16="http://schemas.microsoft.com/office/drawing/2014/main" id="{0727B71D-2A59-47A8-B43B-3383DCA3F7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613"/>
              <a:ext cx="181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3" name="Line 105">
              <a:extLst>
                <a:ext uri="{FF2B5EF4-FFF2-40B4-BE49-F238E27FC236}">
                  <a16:creationId xmlns:a16="http://schemas.microsoft.com/office/drawing/2014/main" id="{6C424864-4DD2-472A-B37C-7917B23B7D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9" y="3027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614" name="Text Box 106">
              <a:extLst>
                <a:ext uri="{FF2B5EF4-FFF2-40B4-BE49-F238E27FC236}">
                  <a16:creationId xmlns:a16="http://schemas.microsoft.com/office/drawing/2014/main" id="{EF27E633-09CA-4694-898D-361F4BDCF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030"/>
              <a:ext cx="102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5" name="Text Box 107">
              <a:extLst>
                <a:ext uri="{FF2B5EF4-FFF2-40B4-BE49-F238E27FC236}">
                  <a16:creationId xmlns:a16="http://schemas.microsoft.com/office/drawing/2014/main" id="{136675A9-5285-47EC-8476-151DCDCE1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609"/>
              <a:ext cx="103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6" name="Text Box 108">
              <a:extLst>
                <a:ext uri="{FF2B5EF4-FFF2-40B4-BE49-F238E27FC236}">
                  <a16:creationId xmlns:a16="http://schemas.microsoft.com/office/drawing/2014/main" id="{C92D2F11-A653-4F89-96B2-AA7F4BB96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446"/>
              <a:ext cx="39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7" name="Text Box 109">
              <a:extLst>
                <a:ext uri="{FF2B5EF4-FFF2-40B4-BE49-F238E27FC236}">
                  <a16:creationId xmlns:a16="http://schemas.microsoft.com/office/drawing/2014/main" id="{A540AF0F-73B9-442C-AF40-ADD3D55A1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734"/>
              <a:ext cx="46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5618" name="Text Box 110">
              <a:extLst>
                <a:ext uri="{FF2B5EF4-FFF2-40B4-BE49-F238E27FC236}">
                  <a16:creationId xmlns:a16="http://schemas.microsoft.com/office/drawing/2014/main" id="{1B424B75-F919-4B0C-9592-1E031FD97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279"/>
              <a:ext cx="794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</p:grpSp>
    </p:spTree>
    <p:extLst>
      <p:ext uri="{BB962C8B-B14F-4D97-AF65-F5344CB8AC3E}">
        <p14:creationId xmlns:p14="http://schemas.microsoft.com/office/powerpoint/2010/main" val="1956338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0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4">
            <a:extLst>
              <a:ext uri="{FF2B5EF4-FFF2-40B4-BE49-F238E27FC236}">
                <a16:creationId xmlns:a16="http://schemas.microsoft.com/office/drawing/2014/main" id="{5FC39F60-07AD-464A-99BD-BFC4E661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6FC5AA0E-2B27-4DED-9354-6BF6D65B9AAF}" type="slidenum">
              <a:rPr lang="en-US" altLang="zh-CN" sz="1400">
                <a:ea typeface="方正舒体" panose="02010601030101010101" pitchFamily="2" charset="-122"/>
              </a:rPr>
              <a:pPr/>
              <a:t>12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CA04E7C3-C0C7-42AF-AB8E-C14C81AF0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44CADAEC-84A3-4986-AD0B-053FF1A17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11620" name="Group 4">
            <a:extLst>
              <a:ext uri="{FF2B5EF4-FFF2-40B4-BE49-F238E27FC236}">
                <a16:creationId xmlns:a16="http://schemas.microsoft.com/office/drawing/2014/main" id="{C8CDE427-A2B8-41CF-B3CA-FF39B2532D46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6591" name="AutoShape 30">
            <a:extLst>
              <a:ext uri="{FF2B5EF4-FFF2-40B4-BE49-F238E27FC236}">
                <a16:creationId xmlns:a16="http://schemas.microsoft.com/office/drawing/2014/main" id="{76040039-7EA8-4E58-B47C-930CAB3666F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592" name="AutoShape 31">
            <a:extLst>
              <a:ext uri="{FF2B5EF4-FFF2-40B4-BE49-F238E27FC236}">
                <a16:creationId xmlns:a16="http://schemas.microsoft.com/office/drawing/2014/main" id="{2B1DABFD-36B9-4125-8915-7B1C75C6E27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062288"/>
            <a:ext cx="1587" cy="1339850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6593" name="AutoShape 32">
            <a:extLst>
              <a:ext uri="{FF2B5EF4-FFF2-40B4-BE49-F238E27FC236}">
                <a16:creationId xmlns:a16="http://schemas.microsoft.com/office/drawing/2014/main" id="{64FCCC20-26CF-4553-84D9-8CA9CABB92A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732213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6594" name="Group 85">
            <a:extLst>
              <a:ext uri="{FF2B5EF4-FFF2-40B4-BE49-F238E27FC236}">
                <a16:creationId xmlns:a16="http://schemas.microsoft.com/office/drawing/2014/main" id="{06CB6418-6924-4AED-ABE8-A807EEF44AB2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6644" name="Rectangle 34">
              <a:extLst>
                <a:ext uri="{FF2B5EF4-FFF2-40B4-BE49-F238E27FC236}">
                  <a16:creationId xmlns:a16="http://schemas.microsoft.com/office/drawing/2014/main" id="{3FAA3A27-1F3B-4984-825B-767B71076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6645" name="Rectangle 35">
              <a:extLst>
                <a:ext uri="{FF2B5EF4-FFF2-40B4-BE49-F238E27FC236}">
                  <a16:creationId xmlns:a16="http://schemas.microsoft.com/office/drawing/2014/main" id="{5921215A-0690-49FD-8E5E-303ECDE32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6646" name="Rectangle 36">
              <a:extLst>
                <a:ext uri="{FF2B5EF4-FFF2-40B4-BE49-F238E27FC236}">
                  <a16:creationId xmlns:a16="http://schemas.microsoft.com/office/drawing/2014/main" id="{AF0C894E-E97F-4E51-8508-271C86BC5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6647" name="Rectangle 37">
              <a:extLst>
                <a:ext uri="{FF2B5EF4-FFF2-40B4-BE49-F238E27FC236}">
                  <a16:creationId xmlns:a16="http://schemas.microsoft.com/office/drawing/2014/main" id="{866B57A0-D7CD-408E-AC67-2BE0B81B3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6648" name="Rectangle 38">
              <a:extLst>
                <a:ext uri="{FF2B5EF4-FFF2-40B4-BE49-F238E27FC236}">
                  <a16:creationId xmlns:a16="http://schemas.microsoft.com/office/drawing/2014/main" id="{57285100-75FF-4302-BC78-776D2E1F2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6649" name="Freeform 39">
              <a:extLst>
                <a:ext uri="{FF2B5EF4-FFF2-40B4-BE49-F238E27FC236}">
                  <a16:creationId xmlns:a16="http://schemas.microsoft.com/office/drawing/2014/main" id="{10F5B56A-07A5-431A-91BB-5287D614D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50" name="Freeform 40">
              <a:extLst>
                <a:ext uri="{FF2B5EF4-FFF2-40B4-BE49-F238E27FC236}">
                  <a16:creationId xmlns:a16="http://schemas.microsoft.com/office/drawing/2014/main" id="{9B203CA4-A445-4A78-8756-DA8588818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51" name="Line 41">
              <a:extLst>
                <a:ext uri="{FF2B5EF4-FFF2-40B4-BE49-F238E27FC236}">
                  <a16:creationId xmlns:a16="http://schemas.microsoft.com/office/drawing/2014/main" id="{33D966C9-55EC-4AE0-9891-0379113FC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52" name="Line 42">
              <a:extLst>
                <a:ext uri="{FF2B5EF4-FFF2-40B4-BE49-F238E27FC236}">
                  <a16:creationId xmlns:a16="http://schemas.microsoft.com/office/drawing/2014/main" id="{DB824337-A6C5-40D8-ACD6-24868612B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53" name="Line 43">
              <a:extLst>
                <a:ext uri="{FF2B5EF4-FFF2-40B4-BE49-F238E27FC236}">
                  <a16:creationId xmlns:a16="http://schemas.microsoft.com/office/drawing/2014/main" id="{518A1EF2-33BD-4CC1-850A-D382C5584D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54" name="Line 44">
              <a:extLst>
                <a:ext uri="{FF2B5EF4-FFF2-40B4-BE49-F238E27FC236}">
                  <a16:creationId xmlns:a16="http://schemas.microsoft.com/office/drawing/2014/main" id="{F03580B1-705B-447C-B39D-C11B0731D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55" name="Line 45">
              <a:extLst>
                <a:ext uri="{FF2B5EF4-FFF2-40B4-BE49-F238E27FC236}">
                  <a16:creationId xmlns:a16="http://schemas.microsoft.com/office/drawing/2014/main" id="{3EF392F1-555B-4FE3-8B89-8D8D7F7AE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56" name="Line 46">
              <a:extLst>
                <a:ext uri="{FF2B5EF4-FFF2-40B4-BE49-F238E27FC236}">
                  <a16:creationId xmlns:a16="http://schemas.microsoft.com/office/drawing/2014/main" id="{E616527B-D17E-4A27-8794-28B99C1FD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57" name="Rectangle 47">
              <a:extLst>
                <a:ext uri="{FF2B5EF4-FFF2-40B4-BE49-F238E27FC236}">
                  <a16:creationId xmlns:a16="http://schemas.microsoft.com/office/drawing/2014/main" id="{2CA1F6BF-5F53-493F-8A43-FF6B08F2B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6658" name="Line 48">
              <a:extLst>
                <a:ext uri="{FF2B5EF4-FFF2-40B4-BE49-F238E27FC236}">
                  <a16:creationId xmlns:a16="http://schemas.microsoft.com/office/drawing/2014/main" id="{DAB278FC-C27F-40A6-9D24-2055D449B7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59" name="Line 49">
              <a:extLst>
                <a:ext uri="{FF2B5EF4-FFF2-40B4-BE49-F238E27FC236}">
                  <a16:creationId xmlns:a16="http://schemas.microsoft.com/office/drawing/2014/main" id="{BA158D02-0B88-40C7-B4B6-DC69DFB87A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60" name="Rectangle 50">
              <a:extLst>
                <a:ext uri="{FF2B5EF4-FFF2-40B4-BE49-F238E27FC236}">
                  <a16:creationId xmlns:a16="http://schemas.microsoft.com/office/drawing/2014/main" id="{0FD45FAA-FB69-4F87-86E5-C2043F13E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sp>
        <p:nvSpPr>
          <p:cNvPr id="66595" name="Rectangle 51">
            <a:extLst>
              <a:ext uri="{FF2B5EF4-FFF2-40B4-BE49-F238E27FC236}">
                <a16:creationId xmlns:a16="http://schemas.microsoft.com/office/drawing/2014/main" id="{4EECB710-0CE0-470C-B228-D662F11A1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6596" name="Rectangle 52">
            <a:extLst>
              <a:ext uri="{FF2B5EF4-FFF2-40B4-BE49-F238E27FC236}">
                <a16:creationId xmlns:a16="http://schemas.microsoft.com/office/drawing/2014/main" id="{CC42C6EE-A539-427D-8F0E-D4B7DA6D1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6597" name="Rectangle 53">
            <a:extLst>
              <a:ext uri="{FF2B5EF4-FFF2-40B4-BE49-F238E27FC236}">
                <a16:creationId xmlns:a16="http://schemas.microsoft.com/office/drawing/2014/main" id="{665D7EEA-3197-44DF-8506-096FED2B6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6598" name="Rectangle 54">
            <a:extLst>
              <a:ext uri="{FF2B5EF4-FFF2-40B4-BE49-F238E27FC236}">
                <a16:creationId xmlns:a16="http://schemas.microsoft.com/office/drawing/2014/main" id="{F78AAF04-9339-43DB-B017-A0B4D13D8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6599" name="Rectangle 55">
            <a:extLst>
              <a:ext uri="{FF2B5EF4-FFF2-40B4-BE49-F238E27FC236}">
                <a16:creationId xmlns:a16="http://schemas.microsoft.com/office/drawing/2014/main" id="{5EDEBC8A-0C34-4AED-A2F3-F4387C9C0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6600" name="Rectangle 56">
            <a:extLst>
              <a:ext uri="{FF2B5EF4-FFF2-40B4-BE49-F238E27FC236}">
                <a16:creationId xmlns:a16="http://schemas.microsoft.com/office/drawing/2014/main" id="{54B113A2-B53D-41E4-A5F0-CCE5C3464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6601" name="Rectangle 57">
            <a:extLst>
              <a:ext uri="{FF2B5EF4-FFF2-40B4-BE49-F238E27FC236}">
                <a16:creationId xmlns:a16="http://schemas.microsoft.com/office/drawing/2014/main" id="{D0D2BDAA-6002-4470-A24F-721BBFD76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66602" name="Rectangle 58">
            <a:extLst>
              <a:ext uri="{FF2B5EF4-FFF2-40B4-BE49-F238E27FC236}">
                <a16:creationId xmlns:a16="http://schemas.microsoft.com/office/drawing/2014/main" id="{20E7DE00-03DD-4BE9-BD63-A3150BC37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639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6603" name="Rectangle 59">
            <a:extLst>
              <a:ext uri="{FF2B5EF4-FFF2-40B4-BE49-F238E27FC236}">
                <a16:creationId xmlns:a16="http://schemas.microsoft.com/office/drawing/2014/main" id="{C8DFACFA-45D3-4290-80D1-CEC142F9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2289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6604" name="Rectangle 60">
            <a:extLst>
              <a:ext uri="{FF2B5EF4-FFF2-40B4-BE49-F238E27FC236}">
                <a16:creationId xmlns:a16="http://schemas.microsoft.com/office/drawing/2014/main" id="{40A97333-B87C-4A0B-B80E-CCBD72704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8940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6605" name="Rectangle 61">
            <a:extLst>
              <a:ext uri="{FF2B5EF4-FFF2-40B4-BE49-F238E27FC236}">
                <a16:creationId xmlns:a16="http://schemas.microsoft.com/office/drawing/2014/main" id="{E2FC489E-7DD8-43C0-947A-3B878F6A3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5590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3</a:t>
            </a:r>
          </a:p>
        </p:txBody>
      </p:sp>
      <p:sp>
        <p:nvSpPr>
          <p:cNvPr id="66606" name="Rectangle 62">
            <a:extLst>
              <a:ext uri="{FF2B5EF4-FFF2-40B4-BE49-F238E27FC236}">
                <a16:creationId xmlns:a16="http://schemas.microsoft.com/office/drawing/2014/main" id="{1B7BD868-CE9A-493D-B388-D51A7505F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2</a:t>
            </a:r>
          </a:p>
        </p:txBody>
      </p:sp>
      <p:sp>
        <p:nvSpPr>
          <p:cNvPr id="66607" name="Rectangle 63">
            <a:extLst>
              <a:ext uri="{FF2B5EF4-FFF2-40B4-BE49-F238E27FC236}">
                <a16:creationId xmlns:a16="http://schemas.microsoft.com/office/drawing/2014/main" id="{13F9A6FC-BFE8-4382-9271-95FBEBB29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8891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@MULT</a:t>
            </a:r>
          </a:p>
        </p:txBody>
      </p:sp>
      <p:sp>
        <p:nvSpPr>
          <p:cNvPr id="66608" name="Line 68">
            <a:extLst>
              <a:ext uri="{FF2B5EF4-FFF2-40B4-BE49-F238E27FC236}">
                <a16:creationId xmlns:a16="http://schemas.microsoft.com/office/drawing/2014/main" id="{C84605F2-2D2B-4361-B3B7-50AFBB8CD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88912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09" name="Line 69">
            <a:extLst>
              <a:ext uri="{FF2B5EF4-FFF2-40B4-BE49-F238E27FC236}">
                <a16:creationId xmlns:a16="http://schemas.microsoft.com/office/drawing/2014/main" id="{BEE172F6-E7E9-4653-818E-F85B678603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2240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0" name="Line 70">
            <a:extLst>
              <a:ext uri="{FF2B5EF4-FFF2-40B4-BE49-F238E27FC236}">
                <a16:creationId xmlns:a16="http://schemas.microsoft.com/office/drawing/2014/main" id="{EEB1B8EE-E176-4C2C-BF18-2D03D45106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559050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1" name="Line 71">
            <a:extLst>
              <a:ext uri="{FF2B5EF4-FFF2-40B4-BE49-F238E27FC236}">
                <a16:creationId xmlns:a16="http://schemas.microsoft.com/office/drawing/2014/main" id="{2CD73598-7416-44F2-94C5-657999A0E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8940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2" name="Line 72">
            <a:extLst>
              <a:ext uri="{FF2B5EF4-FFF2-40B4-BE49-F238E27FC236}">
                <a16:creationId xmlns:a16="http://schemas.microsoft.com/office/drawing/2014/main" id="{B07537D9-4E38-4F64-B949-0B9C5EA6FD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289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3" name="Line 73">
            <a:extLst>
              <a:ext uri="{FF2B5EF4-FFF2-40B4-BE49-F238E27FC236}">
                <a16:creationId xmlns:a16="http://schemas.microsoft.com/office/drawing/2014/main" id="{A8507595-7673-4712-9C41-B86D33E96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5639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4" name="Line 74">
            <a:extLst>
              <a:ext uri="{FF2B5EF4-FFF2-40B4-BE49-F238E27FC236}">
                <a16:creationId xmlns:a16="http://schemas.microsoft.com/office/drawing/2014/main" id="{4146E351-64BE-4917-86FD-F8E9C84A6C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5" name="Line 75">
            <a:extLst>
              <a:ext uri="{FF2B5EF4-FFF2-40B4-BE49-F238E27FC236}">
                <a16:creationId xmlns:a16="http://schemas.microsoft.com/office/drawing/2014/main" id="{F7F74824-AE49-4095-82D3-A8FD91416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6" name="Line 76">
            <a:extLst>
              <a:ext uri="{FF2B5EF4-FFF2-40B4-BE49-F238E27FC236}">
                <a16:creationId xmlns:a16="http://schemas.microsoft.com/office/drawing/2014/main" id="{5EB95050-2923-4C26-B6FD-AB4F0C59C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7" name="Line 77">
            <a:extLst>
              <a:ext uri="{FF2B5EF4-FFF2-40B4-BE49-F238E27FC236}">
                <a16:creationId xmlns:a16="http://schemas.microsoft.com/office/drawing/2014/main" id="{DAE59BC5-4972-4422-B5C3-4927DD6CF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8" name="Line 78">
            <a:extLst>
              <a:ext uri="{FF2B5EF4-FFF2-40B4-BE49-F238E27FC236}">
                <a16:creationId xmlns:a16="http://schemas.microsoft.com/office/drawing/2014/main" id="{96A3A8C2-8FCD-423B-97AC-D290CB463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19" name="Line 79">
            <a:extLst>
              <a:ext uri="{FF2B5EF4-FFF2-40B4-BE49-F238E27FC236}">
                <a16:creationId xmlns:a16="http://schemas.microsoft.com/office/drawing/2014/main" id="{8CCC46EF-7D5F-44C6-BED5-56E7A7B26E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20" name="Line 80">
            <a:extLst>
              <a:ext uri="{FF2B5EF4-FFF2-40B4-BE49-F238E27FC236}">
                <a16:creationId xmlns:a16="http://schemas.microsoft.com/office/drawing/2014/main" id="{C5806D7D-835E-4D82-B15B-D217C994FD7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21" name="Line 81">
            <a:extLst>
              <a:ext uri="{FF2B5EF4-FFF2-40B4-BE49-F238E27FC236}">
                <a16:creationId xmlns:a16="http://schemas.microsoft.com/office/drawing/2014/main" id="{24089C67-D380-4D9D-ADFA-25BB48BC5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22" name="Freeform 82">
            <a:extLst>
              <a:ext uri="{FF2B5EF4-FFF2-40B4-BE49-F238E27FC236}">
                <a16:creationId xmlns:a16="http://schemas.microsoft.com/office/drawing/2014/main" id="{400628E0-AF7C-4CE9-8956-CAEF28396AA2}"/>
              </a:ext>
            </a:extLst>
          </p:cNvPr>
          <p:cNvSpPr>
            <a:spLocks/>
          </p:cNvSpPr>
          <p:nvPr/>
        </p:nvSpPr>
        <p:spPr bwMode="auto">
          <a:xfrm>
            <a:off x="1765300" y="1879600"/>
            <a:ext cx="1588" cy="4364038"/>
          </a:xfrm>
          <a:custGeom>
            <a:avLst/>
            <a:gdLst>
              <a:gd name="T0" fmla="*/ 0 w 1"/>
              <a:gd name="T1" fmla="*/ 0 h 2749"/>
              <a:gd name="T2" fmla="*/ 0 w 1"/>
              <a:gd name="T3" fmla="*/ 2147483646 h 274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749">
                <a:moveTo>
                  <a:pt x="0" y="0"/>
                </a:moveTo>
                <a:lnTo>
                  <a:pt x="0" y="2749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623" name="Freeform 83">
            <a:extLst>
              <a:ext uri="{FF2B5EF4-FFF2-40B4-BE49-F238E27FC236}">
                <a16:creationId xmlns:a16="http://schemas.microsoft.com/office/drawing/2014/main" id="{8093E895-80AE-46F1-A000-763542E4D017}"/>
              </a:ext>
            </a:extLst>
          </p:cNvPr>
          <p:cNvSpPr>
            <a:spLocks/>
          </p:cNvSpPr>
          <p:nvPr/>
        </p:nvSpPr>
        <p:spPr bwMode="auto">
          <a:xfrm>
            <a:off x="3276600" y="1879600"/>
            <a:ext cx="1588" cy="4364038"/>
          </a:xfrm>
          <a:custGeom>
            <a:avLst/>
            <a:gdLst>
              <a:gd name="T0" fmla="*/ 0 w 1"/>
              <a:gd name="T1" fmla="*/ 0 h 2749"/>
              <a:gd name="T2" fmla="*/ 0 w 1"/>
              <a:gd name="T3" fmla="*/ 2147483646 h 274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749">
                <a:moveTo>
                  <a:pt x="0" y="0"/>
                </a:moveTo>
                <a:lnTo>
                  <a:pt x="0" y="2749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6624" name="Group 86">
            <a:extLst>
              <a:ext uri="{FF2B5EF4-FFF2-40B4-BE49-F238E27FC236}">
                <a16:creationId xmlns:a16="http://schemas.microsoft.com/office/drawing/2014/main" id="{67851B74-7153-49C4-A9B0-4D587B4E5761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4005263"/>
            <a:ext cx="1727200" cy="2233612"/>
            <a:chOff x="4286" y="2160"/>
            <a:chExt cx="1406" cy="1766"/>
          </a:xfrm>
        </p:grpSpPr>
        <p:sp>
          <p:nvSpPr>
            <p:cNvPr id="66625" name="Text Box 87">
              <a:extLst>
                <a:ext uri="{FF2B5EF4-FFF2-40B4-BE49-F238E27FC236}">
                  <a16:creationId xmlns:a16="http://schemas.microsoft.com/office/drawing/2014/main" id="{6903DB33-053F-4BF1-A40E-2D944641B6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2160"/>
              <a:ext cx="101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</a:rPr>
                <a:t>数据区：</a:t>
              </a:r>
            </a:p>
          </p:txBody>
        </p:sp>
        <p:grpSp>
          <p:nvGrpSpPr>
            <p:cNvPr id="66626" name="Group 88">
              <a:extLst>
                <a:ext uri="{FF2B5EF4-FFF2-40B4-BE49-F238E27FC236}">
                  <a16:creationId xmlns:a16="http://schemas.microsoft.com/office/drawing/2014/main" id="{1AC1FD20-8D17-45CB-9255-668AF1C5B5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9" y="2478"/>
              <a:ext cx="1118" cy="1447"/>
              <a:chOff x="912" y="624"/>
              <a:chExt cx="1488" cy="2151"/>
            </a:xfrm>
          </p:grpSpPr>
          <p:sp>
            <p:nvSpPr>
              <p:cNvPr id="66638" name="Rectangle 89">
                <a:extLst>
                  <a:ext uri="{FF2B5EF4-FFF2-40B4-BE49-F238E27FC236}">
                    <a16:creationId xmlns:a16="http://schemas.microsoft.com/office/drawing/2014/main" id="{8400C8E3-D8A0-4793-919C-4B7ECCB8C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624"/>
                <a:ext cx="1488" cy="215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457200" indent="-4572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buFontTx/>
                  <a:buAutoNum type="arabicPeriod"/>
                </a:pPr>
                <a:endParaRPr lang="zh-CN" altLang="zh-CN" b="1"/>
              </a:p>
            </p:txBody>
          </p:sp>
          <p:grpSp>
            <p:nvGrpSpPr>
              <p:cNvPr id="66639" name="Group 90">
                <a:extLst>
                  <a:ext uri="{FF2B5EF4-FFF2-40B4-BE49-F238E27FC236}">
                    <a16:creationId xmlns:a16="http://schemas.microsoft.com/office/drawing/2014/main" id="{EDB5A42A-46C9-4500-9DA2-6F2050DEC5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998"/>
                <a:ext cx="1488" cy="1288"/>
                <a:chOff x="912" y="998"/>
                <a:chExt cx="1488" cy="1288"/>
              </a:xfrm>
            </p:grpSpPr>
            <p:sp>
              <p:nvSpPr>
                <p:cNvPr id="66640" name="Line 91">
                  <a:extLst>
                    <a:ext uri="{FF2B5EF4-FFF2-40B4-BE49-F238E27FC236}">
                      <a16:creationId xmlns:a16="http://schemas.microsoft.com/office/drawing/2014/main" id="{22E250FB-5915-42F1-8DC2-6644B00FD6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28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41" name="Line 92">
                  <a:extLst>
                    <a:ext uri="{FF2B5EF4-FFF2-40B4-BE49-F238E27FC236}">
                      <a16:creationId xmlns:a16="http://schemas.microsoft.com/office/drawing/2014/main" id="{B7077B34-8DF2-4445-B462-060995D511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998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42" name="Line 93">
                  <a:extLst>
                    <a:ext uri="{FF2B5EF4-FFF2-40B4-BE49-F238E27FC236}">
                      <a16:creationId xmlns:a16="http://schemas.microsoft.com/office/drawing/2014/main" id="{1FD81DD4-0A12-411C-9D95-980CF97369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2" y="184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643" name="Line 94">
                  <a:extLst>
                    <a:ext uri="{FF2B5EF4-FFF2-40B4-BE49-F238E27FC236}">
                      <a16:creationId xmlns:a16="http://schemas.microsoft.com/office/drawing/2014/main" id="{2E4BEA89-A1E0-47A6-942F-A7D5D99120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440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6627" name="Text Box 95">
              <a:extLst>
                <a:ext uri="{FF2B5EF4-FFF2-40B4-BE49-F238E27FC236}">
                  <a16:creationId xmlns:a16="http://schemas.microsoft.com/office/drawing/2014/main" id="{FFCF8922-017F-4434-9774-8D93B552E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478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66628" name="Text Box 96">
              <a:extLst>
                <a:ext uri="{FF2B5EF4-FFF2-40B4-BE49-F238E27FC236}">
                  <a16:creationId xmlns:a16="http://schemas.microsoft.com/office/drawing/2014/main" id="{F3579C57-58C4-473B-BACE-EF5D43C4B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761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66629" name="Text Box 97">
              <a:extLst>
                <a:ext uri="{FF2B5EF4-FFF2-40B4-BE49-F238E27FC236}">
                  <a16:creationId xmlns:a16="http://schemas.microsoft.com/office/drawing/2014/main" id="{D7BECC09-EF19-4162-A8A0-41CBA1F2A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316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6630" name="Text Box 98">
              <a:extLst>
                <a:ext uri="{FF2B5EF4-FFF2-40B4-BE49-F238E27FC236}">
                  <a16:creationId xmlns:a16="http://schemas.microsoft.com/office/drawing/2014/main" id="{6685AF0C-E39C-46C6-9027-0A5ECB66AB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044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6631" name="Text Box 99">
              <a:extLst>
                <a:ext uri="{FF2B5EF4-FFF2-40B4-BE49-F238E27FC236}">
                  <a16:creationId xmlns:a16="http://schemas.microsoft.com/office/drawing/2014/main" id="{ADF23BA1-37B7-4E40-BBC1-09B78A3600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613"/>
              <a:ext cx="181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6632" name="Line 100">
              <a:extLst>
                <a:ext uri="{FF2B5EF4-FFF2-40B4-BE49-F238E27FC236}">
                  <a16:creationId xmlns:a16="http://schemas.microsoft.com/office/drawing/2014/main" id="{70B3E912-203A-410A-A5F6-6206F51CBC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9" y="3027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33" name="Text Box 101">
              <a:extLst>
                <a:ext uri="{FF2B5EF4-FFF2-40B4-BE49-F238E27FC236}">
                  <a16:creationId xmlns:a16="http://schemas.microsoft.com/office/drawing/2014/main" id="{2A6CBDC8-3F7F-443A-B012-55C12A24D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030"/>
              <a:ext cx="102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6634" name="Text Box 102">
              <a:extLst>
                <a:ext uri="{FF2B5EF4-FFF2-40B4-BE49-F238E27FC236}">
                  <a16:creationId xmlns:a16="http://schemas.microsoft.com/office/drawing/2014/main" id="{DF7C3B2F-D91C-4D2F-AB5A-F0E5D2DF8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609"/>
              <a:ext cx="103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6635" name="Text Box 103">
              <a:extLst>
                <a:ext uri="{FF2B5EF4-FFF2-40B4-BE49-F238E27FC236}">
                  <a16:creationId xmlns:a16="http://schemas.microsoft.com/office/drawing/2014/main" id="{7C42E229-FFD5-4BBA-A1FD-4C3284AE2C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446"/>
              <a:ext cx="39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6636" name="Text Box 104">
              <a:extLst>
                <a:ext uri="{FF2B5EF4-FFF2-40B4-BE49-F238E27FC236}">
                  <a16:creationId xmlns:a16="http://schemas.microsoft.com/office/drawing/2014/main" id="{4105E09E-5001-49CB-815F-2A10DA2E8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734"/>
              <a:ext cx="46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6637" name="Text Box 105">
              <a:extLst>
                <a:ext uri="{FF2B5EF4-FFF2-40B4-BE49-F238E27FC236}">
                  <a16:creationId xmlns:a16="http://schemas.microsoft.com/office/drawing/2014/main" id="{CE6448C1-4753-48A8-B23F-110E293D0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279"/>
              <a:ext cx="794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4">
            <a:extLst>
              <a:ext uri="{FF2B5EF4-FFF2-40B4-BE49-F238E27FC236}">
                <a16:creationId xmlns:a16="http://schemas.microsoft.com/office/drawing/2014/main" id="{CD2CADC1-D391-4FC1-9831-3F5DA40C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3234DF35-A539-4C02-88B3-D775B9C83F60}" type="slidenum">
              <a:rPr lang="en-US" altLang="zh-CN" sz="1400">
                <a:ea typeface="方正舒体" panose="02010601030101010101" pitchFamily="2" charset="-122"/>
              </a:rPr>
              <a:pPr/>
              <a:t>13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F9A01E01-4F19-41E3-94FC-DFC2BF1D4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7588" name="Text Box 3">
            <a:extLst>
              <a:ext uri="{FF2B5EF4-FFF2-40B4-BE49-F238E27FC236}">
                <a16:creationId xmlns:a16="http://schemas.microsoft.com/office/drawing/2014/main" id="{6520B239-263E-4BCC-989D-E56AF3ECE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12644" name="Group 4">
            <a:extLst>
              <a:ext uri="{FF2B5EF4-FFF2-40B4-BE49-F238E27FC236}">
                <a16:creationId xmlns:a16="http://schemas.microsoft.com/office/drawing/2014/main" id="{35BB8ACC-E9C7-4E33-AB90-F6DE1018F12E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7615" name="AutoShape 30">
            <a:extLst>
              <a:ext uri="{FF2B5EF4-FFF2-40B4-BE49-F238E27FC236}">
                <a16:creationId xmlns:a16="http://schemas.microsoft.com/office/drawing/2014/main" id="{2E32D79E-DCCC-410C-A42D-5BC50357F9DD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616" name="AutoShape 31">
            <a:extLst>
              <a:ext uri="{FF2B5EF4-FFF2-40B4-BE49-F238E27FC236}">
                <a16:creationId xmlns:a16="http://schemas.microsoft.com/office/drawing/2014/main" id="{5B9DA59F-ABA7-417F-8884-AE7C2FC4AB40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062288"/>
            <a:ext cx="1587" cy="1339850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617" name="AutoShape 32">
            <a:extLst>
              <a:ext uri="{FF2B5EF4-FFF2-40B4-BE49-F238E27FC236}">
                <a16:creationId xmlns:a16="http://schemas.microsoft.com/office/drawing/2014/main" id="{68A72903-8B3A-4367-BD97-63D360E959E5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732213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7618" name="Group 33">
            <a:extLst>
              <a:ext uri="{FF2B5EF4-FFF2-40B4-BE49-F238E27FC236}">
                <a16:creationId xmlns:a16="http://schemas.microsoft.com/office/drawing/2014/main" id="{40BF6690-854F-4304-BCCD-032F99FB0987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7668" name="Rectangle 34">
              <a:extLst>
                <a:ext uri="{FF2B5EF4-FFF2-40B4-BE49-F238E27FC236}">
                  <a16:creationId xmlns:a16="http://schemas.microsoft.com/office/drawing/2014/main" id="{365B4C64-39A7-419B-9DB3-5F0AB2A31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7669" name="Rectangle 35">
              <a:extLst>
                <a:ext uri="{FF2B5EF4-FFF2-40B4-BE49-F238E27FC236}">
                  <a16:creationId xmlns:a16="http://schemas.microsoft.com/office/drawing/2014/main" id="{E20C1B76-FFBE-4AE7-BB11-7CAC58A34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7670" name="Rectangle 36">
              <a:extLst>
                <a:ext uri="{FF2B5EF4-FFF2-40B4-BE49-F238E27FC236}">
                  <a16:creationId xmlns:a16="http://schemas.microsoft.com/office/drawing/2014/main" id="{26BE16D7-7488-41B6-AF40-195003540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7671" name="Rectangle 37">
              <a:extLst>
                <a:ext uri="{FF2B5EF4-FFF2-40B4-BE49-F238E27FC236}">
                  <a16:creationId xmlns:a16="http://schemas.microsoft.com/office/drawing/2014/main" id="{B8B71A70-627E-4158-A0A5-748E21214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7672" name="Rectangle 38">
              <a:extLst>
                <a:ext uri="{FF2B5EF4-FFF2-40B4-BE49-F238E27FC236}">
                  <a16:creationId xmlns:a16="http://schemas.microsoft.com/office/drawing/2014/main" id="{B19EB28E-8F1E-4B4A-9136-BA7D11932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7673" name="Freeform 39">
              <a:extLst>
                <a:ext uri="{FF2B5EF4-FFF2-40B4-BE49-F238E27FC236}">
                  <a16:creationId xmlns:a16="http://schemas.microsoft.com/office/drawing/2014/main" id="{B5174EB8-7168-474C-B159-7AB6F0BD3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74" name="Freeform 40">
              <a:extLst>
                <a:ext uri="{FF2B5EF4-FFF2-40B4-BE49-F238E27FC236}">
                  <a16:creationId xmlns:a16="http://schemas.microsoft.com/office/drawing/2014/main" id="{1A6ED473-56DD-4B7C-A7A3-B30C5E770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75" name="Line 41">
              <a:extLst>
                <a:ext uri="{FF2B5EF4-FFF2-40B4-BE49-F238E27FC236}">
                  <a16:creationId xmlns:a16="http://schemas.microsoft.com/office/drawing/2014/main" id="{FF672F0C-B143-441A-A1FC-50B4A9FB3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76" name="Line 42">
              <a:extLst>
                <a:ext uri="{FF2B5EF4-FFF2-40B4-BE49-F238E27FC236}">
                  <a16:creationId xmlns:a16="http://schemas.microsoft.com/office/drawing/2014/main" id="{AEC664BD-2D32-4C40-8FF9-D7E68738B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77" name="Line 43">
              <a:extLst>
                <a:ext uri="{FF2B5EF4-FFF2-40B4-BE49-F238E27FC236}">
                  <a16:creationId xmlns:a16="http://schemas.microsoft.com/office/drawing/2014/main" id="{E8BCE60B-F0A0-4B11-82B7-B518CA8D4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78" name="Line 44">
              <a:extLst>
                <a:ext uri="{FF2B5EF4-FFF2-40B4-BE49-F238E27FC236}">
                  <a16:creationId xmlns:a16="http://schemas.microsoft.com/office/drawing/2014/main" id="{6257022B-DEC7-42B1-9563-6EE59E8CE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79" name="Line 45">
              <a:extLst>
                <a:ext uri="{FF2B5EF4-FFF2-40B4-BE49-F238E27FC236}">
                  <a16:creationId xmlns:a16="http://schemas.microsoft.com/office/drawing/2014/main" id="{75D1B6A5-B56F-47C3-91FE-F83F1E182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80" name="Line 46">
              <a:extLst>
                <a:ext uri="{FF2B5EF4-FFF2-40B4-BE49-F238E27FC236}">
                  <a16:creationId xmlns:a16="http://schemas.microsoft.com/office/drawing/2014/main" id="{6540A28F-E92E-4426-AFBD-898280F97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81" name="Rectangle 47">
              <a:extLst>
                <a:ext uri="{FF2B5EF4-FFF2-40B4-BE49-F238E27FC236}">
                  <a16:creationId xmlns:a16="http://schemas.microsoft.com/office/drawing/2014/main" id="{DBF407DD-3393-4BB0-BA6B-94B7FEAD0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7682" name="Line 48">
              <a:extLst>
                <a:ext uri="{FF2B5EF4-FFF2-40B4-BE49-F238E27FC236}">
                  <a16:creationId xmlns:a16="http://schemas.microsoft.com/office/drawing/2014/main" id="{CC0669ED-5FF3-4B50-875F-EA37AAF07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83" name="Line 49">
              <a:extLst>
                <a:ext uri="{FF2B5EF4-FFF2-40B4-BE49-F238E27FC236}">
                  <a16:creationId xmlns:a16="http://schemas.microsoft.com/office/drawing/2014/main" id="{669BACEE-B3C7-47CC-A87B-5570AF375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84" name="Rectangle 50">
              <a:extLst>
                <a:ext uri="{FF2B5EF4-FFF2-40B4-BE49-F238E27FC236}">
                  <a16:creationId xmlns:a16="http://schemas.microsoft.com/office/drawing/2014/main" id="{9A4A7FD1-FCF6-4BB9-8C4D-BB733A77D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sp>
        <p:nvSpPr>
          <p:cNvPr id="67619" name="Rectangle 51">
            <a:extLst>
              <a:ext uri="{FF2B5EF4-FFF2-40B4-BE49-F238E27FC236}">
                <a16:creationId xmlns:a16="http://schemas.microsoft.com/office/drawing/2014/main" id="{0B8D78F0-F694-40F2-912E-53F44CF1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7620" name="Rectangle 52">
            <a:extLst>
              <a:ext uri="{FF2B5EF4-FFF2-40B4-BE49-F238E27FC236}">
                <a16:creationId xmlns:a16="http://schemas.microsoft.com/office/drawing/2014/main" id="{BEEF0144-AF82-41AE-8FD0-4EDA0E089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7621" name="Rectangle 53">
            <a:extLst>
              <a:ext uri="{FF2B5EF4-FFF2-40B4-BE49-F238E27FC236}">
                <a16:creationId xmlns:a16="http://schemas.microsoft.com/office/drawing/2014/main" id="{73BA8B54-E694-4077-8976-5E89C842C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7622" name="Rectangle 54">
            <a:extLst>
              <a:ext uri="{FF2B5EF4-FFF2-40B4-BE49-F238E27FC236}">
                <a16:creationId xmlns:a16="http://schemas.microsoft.com/office/drawing/2014/main" id="{2EFE996E-B709-42D9-A1D1-B8ADFB5B5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7623" name="Rectangle 55">
            <a:extLst>
              <a:ext uri="{FF2B5EF4-FFF2-40B4-BE49-F238E27FC236}">
                <a16:creationId xmlns:a16="http://schemas.microsoft.com/office/drawing/2014/main" id="{6411D093-7515-4150-9FA8-719F196ED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7624" name="Rectangle 56">
            <a:extLst>
              <a:ext uri="{FF2B5EF4-FFF2-40B4-BE49-F238E27FC236}">
                <a16:creationId xmlns:a16="http://schemas.microsoft.com/office/drawing/2014/main" id="{0E16CEE9-E8E1-4945-9721-889D7ADF5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7625" name="Rectangle 57">
            <a:extLst>
              <a:ext uri="{FF2B5EF4-FFF2-40B4-BE49-F238E27FC236}">
                <a16:creationId xmlns:a16="http://schemas.microsoft.com/office/drawing/2014/main" id="{002F7CCE-7A11-4E57-A700-7349F9B9E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67626" name="Rectangle 58">
            <a:extLst>
              <a:ext uri="{FF2B5EF4-FFF2-40B4-BE49-F238E27FC236}">
                <a16:creationId xmlns:a16="http://schemas.microsoft.com/office/drawing/2014/main" id="{90C686A0-E6F6-4D29-ACEF-E1701D5B6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639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7627" name="Rectangle 59">
            <a:extLst>
              <a:ext uri="{FF2B5EF4-FFF2-40B4-BE49-F238E27FC236}">
                <a16:creationId xmlns:a16="http://schemas.microsoft.com/office/drawing/2014/main" id="{A999B4E9-CF9C-491B-892A-AF1B04848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2289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7628" name="Rectangle 60">
            <a:extLst>
              <a:ext uri="{FF2B5EF4-FFF2-40B4-BE49-F238E27FC236}">
                <a16:creationId xmlns:a16="http://schemas.microsoft.com/office/drawing/2014/main" id="{7D8E59C1-7D16-4713-804F-3B0C59EA3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8940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(&amp;)NEW</a:t>
            </a:r>
          </a:p>
        </p:txBody>
      </p:sp>
      <p:sp>
        <p:nvSpPr>
          <p:cNvPr id="67629" name="Rectangle 61">
            <a:extLst>
              <a:ext uri="{FF2B5EF4-FFF2-40B4-BE49-F238E27FC236}">
                <a16:creationId xmlns:a16="http://schemas.microsoft.com/office/drawing/2014/main" id="{859577A8-F242-4F97-ACBB-9D95AADC6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5590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3</a:t>
            </a:r>
          </a:p>
        </p:txBody>
      </p:sp>
      <p:sp>
        <p:nvSpPr>
          <p:cNvPr id="67630" name="Rectangle 62">
            <a:extLst>
              <a:ext uri="{FF2B5EF4-FFF2-40B4-BE49-F238E27FC236}">
                <a16:creationId xmlns:a16="http://schemas.microsoft.com/office/drawing/2014/main" id="{48B4EE02-3CA0-4644-9C72-FEF704308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2240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2</a:t>
            </a:r>
          </a:p>
        </p:txBody>
      </p:sp>
      <p:sp>
        <p:nvSpPr>
          <p:cNvPr id="67631" name="Rectangle 63">
            <a:extLst>
              <a:ext uri="{FF2B5EF4-FFF2-40B4-BE49-F238E27FC236}">
                <a16:creationId xmlns:a16="http://schemas.microsoft.com/office/drawing/2014/main" id="{20F64875-9783-4A1C-9735-DC3A8A969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8891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@MULT</a:t>
            </a:r>
          </a:p>
        </p:txBody>
      </p:sp>
      <p:sp>
        <p:nvSpPr>
          <p:cNvPr id="67632" name="Line 64">
            <a:extLst>
              <a:ext uri="{FF2B5EF4-FFF2-40B4-BE49-F238E27FC236}">
                <a16:creationId xmlns:a16="http://schemas.microsoft.com/office/drawing/2014/main" id="{7F9D1CA3-5B16-4C76-AA14-C0F37A88030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188912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33" name="Line 65">
            <a:extLst>
              <a:ext uri="{FF2B5EF4-FFF2-40B4-BE49-F238E27FC236}">
                <a16:creationId xmlns:a16="http://schemas.microsoft.com/office/drawing/2014/main" id="{19305E74-1598-46E2-ABF3-3433600540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2240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34" name="Line 66">
            <a:extLst>
              <a:ext uri="{FF2B5EF4-FFF2-40B4-BE49-F238E27FC236}">
                <a16:creationId xmlns:a16="http://schemas.microsoft.com/office/drawing/2014/main" id="{AAA2A77C-CE91-45D5-A6F7-7C4C8612D8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559050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35" name="Line 67">
            <a:extLst>
              <a:ext uri="{FF2B5EF4-FFF2-40B4-BE49-F238E27FC236}">
                <a16:creationId xmlns:a16="http://schemas.microsoft.com/office/drawing/2014/main" id="{CCE29D7A-296D-4F99-8CEC-AFDD489651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8940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36" name="Line 68">
            <a:extLst>
              <a:ext uri="{FF2B5EF4-FFF2-40B4-BE49-F238E27FC236}">
                <a16:creationId xmlns:a16="http://schemas.microsoft.com/office/drawing/2014/main" id="{0352F12E-C59A-44C6-BF7C-5617C1BCE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289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37" name="Line 69">
            <a:extLst>
              <a:ext uri="{FF2B5EF4-FFF2-40B4-BE49-F238E27FC236}">
                <a16:creationId xmlns:a16="http://schemas.microsoft.com/office/drawing/2014/main" id="{567C1B7E-1B00-4BF7-BB38-A16CE690A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5639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38" name="Line 70">
            <a:extLst>
              <a:ext uri="{FF2B5EF4-FFF2-40B4-BE49-F238E27FC236}">
                <a16:creationId xmlns:a16="http://schemas.microsoft.com/office/drawing/2014/main" id="{2EC0868D-74FB-4CE6-8C91-10F109A2EA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39" name="Line 71">
            <a:extLst>
              <a:ext uri="{FF2B5EF4-FFF2-40B4-BE49-F238E27FC236}">
                <a16:creationId xmlns:a16="http://schemas.microsoft.com/office/drawing/2014/main" id="{DF3F8BEE-35CE-44B9-BB5C-9A0A0FDE4A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40" name="Line 72">
            <a:extLst>
              <a:ext uri="{FF2B5EF4-FFF2-40B4-BE49-F238E27FC236}">
                <a16:creationId xmlns:a16="http://schemas.microsoft.com/office/drawing/2014/main" id="{A83E1BC2-FF30-4384-8379-81A7703EC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41" name="Line 73">
            <a:extLst>
              <a:ext uri="{FF2B5EF4-FFF2-40B4-BE49-F238E27FC236}">
                <a16:creationId xmlns:a16="http://schemas.microsoft.com/office/drawing/2014/main" id="{ABD60706-B9C1-418F-BE7A-0C7BAA262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42" name="Line 74">
            <a:extLst>
              <a:ext uri="{FF2B5EF4-FFF2-40B4-BE49-F238E27FC236}">
                <a16:creationId xmlns:a16="http://schemas.microsoft.com/office/drawing/2014/main" id="{2AB0A629-F38A-4BF7-8B0D-C325C9C663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43" name="Line 75">
            <a:extLst>
              <a:ext uri="{FF2B5EF4-FFF2-40B4-BE49-F238E27FC236}">
                <a16:creationId xmlns:a16="http://schemas.microsoft.com/office/drawing/2014/main" id="{BE681976-8B96-4404-BE6F-04672F7A9C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44" name="Line 76">
            <a:extLst>
              <a:ext uri="{FF2B5EF4-FFF2-40B4-BE49-F238E27FC236}">
                <a16:creationId xmlns:a16="http://schemas.microsoft.com/office/drawing/2014/main" id="{5497DA0F-27FF-4FA8-85EF-6DA134B8F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45" name="Line 77">
            <a:extLst>
              <a:ext uri="{FF2B5EF4-FFF2-40B4-BE49-F238E27FC236}">
                <a16:creationId xmlns:a16="http://schemas.microsoft.com/office/drawing/2014/main" id="{1E83303F-C7F9-44CC-A810-B41653AA8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46" name="Freeform 78">
            <a:extLst>
              <a:ext uri="{FF2B5EF4-FFF2-40B4-BE49-F238E27FC236}">
                <a16:creationId xmlns:a16="http://schemas.microsoft.com/office/drawing/2014/main" id="{0B12EA3E-1BA5-4C11-8AC3-C75C7D5AC340}"/>
              </a:ext>
            </a:extLst>
          </p:cNvPr>
          <p:cNvSpPr>
            <a:spLocks/>
          </p:cNvSpPr>
          <p:nvPr/>
        </p:nvSpPr>
        <p:spPr bwMode="auto">
          <a:xfrm>
            <a:off x="1765300" y="1879600"/>
            <a:ext cx="1588" cy="4364038"/>
          </a:xfrm>
          <a:custGeom>
            <a:avLst/>
            <a:gdLst>
              <a:gd name="T0" fmla="*/ 0 w 1"/>
              <a:gd name="T1" fmla="*/ 0 h 2749"/>
              <a:gd name="T2" fmla="*/ 0 w 1"/>
              <a:gd name="T3" fmla="*/ 2147483646 h 274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749">
                <a:moveTo>
                  <a:pt x="0" y="0"/>
                </a:moveTo>
                <a:lnTo>
                  <a:pt x="0" y="2749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647" name="Freeform 79">
            <a:extLst>
              <a:ext uri="{FF2B5EF4-FFF2-40B4-BE49-F238E27FC236}">
                <a16:creationId xmlns:a16="http://schemas.microsoft.com/office/drawing/2014/main" id="{E2ADDD73-F7D7-4D80-95B4-35E5339B30EF}"/>
              </a:ext>
            </a:extLst>
          </p:cNvPr>
          <p:cNvSpPr>
            <a:spLocks/>
          </p:cNvSpPr>
          <p:nvPr/>
        </p:nvSpPr>
        <p:spPr bwMode="auto">
          <a:xfrm>
            <a:off x="3276600" y="1879600"/>
            <a:ext cx="1588" cy="4364038"/>
          </a:xfrm>
          <a:custGeom>
            <a:avLst/>
            <a:gdLst>
              <a:gd name="T0" fmla="*/ 0 w 1"/>
              <a:gd name="T1" fmla="*/ 0 h 2749"/>
              <a:gd name="T2" fmla="*/ 0 w 1"/>
              <a:gd name="T3" fmla="*/ 2147483646 h 274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2749">
                <a:moveTo>
                  <a:pt x="0" y="0"/>
                </a:moveTo>
                <a:lnTo>
                  <a:pt x="0" y="2749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7648" name="Group 80">
            <a:extLst>
              <a:ext uri="{FF2B5EF4-FFF2-40B4-BE49-F238E27FC236}">
                <a16:creationId xmlns:a16="http://schemas.microsoft.com/office/drawing/2014/main" id="{69757928-5051-4E06-AC14-751E50A276C7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4005263"/>
            <a:ext cx="1727200" cy="2233612"/>
            <a:chOff x="4286" y="2160"/>
            <a:chExt cx="1406" cy="1766"/>
          </a:xfrm>
        </p:grpSpPr>
        <p:sp>
          <p:nvSpPr>
            <p:cNvPr id="67649" name="Text Box 81">
              <a:extLst>
                <a:ext uri="{FF2B5EF4-FFF2-40B4-BE49-F238E27FC236}">
                  <a16:creationId xmlns:a16="http://schemas.microsoft.com/office/drawing/2014/main" id="{865702C2-634A-42CE-8695-9FB0AFB924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2160"/>
              <a:ext cx="101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</a:rPr>
                <a:t>数据区：</a:t>
              </a:r>
            </a:p>
          </p:txBody>
        </p:sp>
        <p:grpSp>
          <p:nvGrpSpPr>
            <p:cNvPr id="67650" name="Group 82">
              <a:extLst>
                <a:ext uri="{FF2B5EF4-FFF2-40B4-BE49-F238E27FC236}">
                  <a16:creationId xmlns:a16="http://schemas.microsoft.com/office/drawing/2014/main" id="{32237786-07CE-442A-9C4A-54E6F425E3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9" y="2478"/>
              <a:ext cx="1118" cy="1447"/>
              <a:chOff x="912" y="624"/>
              <a:chExt cx="1488" cy="2151"/>
            </a:xfrm>
          </p:grpSpPr>
          <p:sp>
            <p:nvSpPr>
              <p:cNvPr id="67662" name="Rectangle 83">
                <a:extLst>
                  <a:ext uri="{FF2B5EF4-FFF2-40B4-BE49-F238E27FC236}">
                    <a16:creationId xmlns:a16="http://schemas.microsoft.com/office/drawing/2014/main" id="{5D8DD77F-C0B2-48ED-8AA2-A2449F68E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624"/>
                <a:ext cx="1488" cy="215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457200" indent="-4572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</a:pPr>
                <a:r>
                  <a:rPr lang="en-US" altLang="zh-CN" b="1"/>
                  <a:t>NEW</a:t>
                </a:r>
              </a:p>
            </p:txBody>
          </p:sp>
          <p:grpSp>
            <p:nvGrpSpPr>
              <p:cNvPr id="67663" name="Group 84">
                <a:extLst>
                  <a:ext uri="{FF2B5EF4-FFF2-40B4-BE49-F238E27FC236}">
                    <a16:creationId xmlns:a16="http://schemas.microsoft.com/office/drawing/2014/main" id="{BE6DD5BF-7921-43B3-862F-3461C7295A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998"/>
                <a:ext cx="1488" cy="1288"/>
                <a:chOff x="912" y="998"/>
                <a:chExt cx="1488" cy="1288"/>
              </a:xfrm>
            </p:grpSpPr>
            <p:sp>
              <p:nvSpPr>
                <p:cNvPr id="67664" name="Line 85">
                  <a:extLst>
                    <a:ext uri="{FF2B5EF4-FFF2-40B4-BE49-F238E27FC236}">
                      <a16:creationId xmlns:a16="http://schemas.microsoft.com/office/drawing/2014/main" id="{6CD2ABF5-5489-4479-A8A0-72D478F565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28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65" name="Line 86">
                  <a:extLst>
                    <a:ext uri="{FF2B5EF4-FFF2-40B4-BE49-F238E27FC236}">
                      <a16:creationId xmlns:a16="http://schemas.microsoft.com/office/drawing/2014/main" id="{90FC6F2E-A217-4113-8CE0-2D09AF52D7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998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66" name="Line 87">
                  <a:extLst>
                    <a:ext uri="{FF2B5EF4-FFF2-40B4-BE49-F238E27FC236}">
                      <a16:creationId xmlns:a16="http://schemas.microsoft.com/office/drawing/2014/main" id="{2BF23DC0-C95A-46FB-A250-DE031FF192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2" y="184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667" name="Line 88">
                  <a:extLst>
                    <a:ext uri="{FF2B5EF4-FFF2-40B4-BE49-F238E27FC236}">
                      <a16:creationId xmlns:a16="http://schemas.microsoft.com/office/drawing/2014/main" id="{E29DA5F0-0D2E-47AE-981E-DD83E7A7B0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440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7651" name="Text Box 89">
              <a:extLst>
                <a:ext uri="{FF2B5EF4-FFF2-40B4-BE49-F238E27FC236}">
                  <a16:creationId xmlns:a16="http://schemas.microsoft.com/office/drawing/2014/main" id="{AA0E12D5-6F8E-4257-B2CB-8F7459542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478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67652" name="Text Box 90">
              <a:extLst>
                <a:ext uri="{FF2B5EF4-FFF2-40B4-BE49-F238E27FC236}">
                  <a16:creationId xmlns:a16="http://schemas.microsoft.com/office/drawing/2014/main" id="{F640D11A-C324-48DC-884F-B04999A76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761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67653" name="Text Box 91">
              <a:extLst>
                <a:ext uri="{FF2B5EF4-FFF2-40B4-BE49-F238E27FC236}">
                  <a16:creationId xmlns:a16="http://schemas.microsoft.com/office/drawing/2014/main" id="{E1030959-B611-4356-8772-F9F0510F9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316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7654" name="Text Box 92">
              <a:extLst>
                <a:ext uri="{FF2B5EF4-FFF2-40B4-BE49-F238E27FC236}">
                  <a16:creationId xmlns:a16="http://schemas.microsoft.com/office/drawing/2014/main" id="{6D2C5CE9-8253-4CDB-AA79-349DED5BA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044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4</a:t>
              </a:r>
            </a:p>
          </p:txBody>
        </p:sp>
        <p:sp>
          <p:nvSpPr>
            <p:cNvPr id="67655" name="Text Box 93">
              <a:extLst>
                <a:ext uri="{FF2B5EF4-FFF2-40B4-BE49-F238E27FC236}">
                  <a16:creationId xmlns:a16="http://schemas.microsoft.com/office/drawing/2014/main" id="{997A3EDF-DF55-400E-90F1-02E7EF9F0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613"/>
              <a:ext cx="181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7656" name="Line 94">
              <a:extLst>
                <a:ext uri="{FF2B5EF4-FFF2-40B4-BE49-F238E27FC236}">
                  <a16:creationId xmlns:a16="http://schemas.microsoft.com/office/drawing/2014/main" id="{67370D85-E8EB-4C0B-B109-427A8FC167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9" y="3027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57" name="Text Box 95">
              <a:extLst>
                <a:ext uri="{FF2B5EF4-FFF2-40B4-BE49-F238E27FC236}">
                  <a16:creationId xmlns:a16="http://schemas.microsoft.com/office/drawing/2014/main" id="{0C84D8A4-D01B-4115-9600-638A1A12E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030"/>
              <a:ext cx="102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7658" name="Text Box 96">
              <a:extLst>
                <a:ext uri="{FF2B5EF4-FFF2-40B4-BE49-F238E27FC236}">
                  <a16:creationId xmlns:a16="http://schemas.microsoft.com/office/drawing/2014/main" id="{643658F3-F042-4051-ABF5-27787C470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609"/>
              <a:ext cx="103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7659" name="Text Box 97">
              <a:extLst>
                <a:ext uri="{FF2B5EF4-FFF2-40B4-BE49-F238E27FC236}">
                  <a16:creationId xmlns:a16="http://schemas.microsoft.com/office/drawing/2014/main" id="{A09DB63F-659B-412E-AE9C-E38B82C72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446"/>
              <a:ext cx="39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7660" name="Text Box 98">
              <a:extLst>
                <a:ext uri="{FF2B5EF4-FFF2-40B4-BE49-F238E27FC236}">
                  <a16:creationId xmlns:a16="http://schemas.microsoft.com/office/drawing/2014/main" id="{1F88FD5A-2FE7-4D73-AE76-6E28EF7EC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734"/>
              <a:ext cx="46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7661" name="Text Box 99">
              <a:extLst>
                <a:ext uri="{FF2B5EF4-FFF2-40B4-BE49-F238E27FC236}">
                  <a16:creationId xmlns:a16="http://schemas.microsoft.com/office/drawing/2014/main" id="{6F6FEF50-4F82-47F1-93EB-D446EC6A3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279"/>
              <a:ext cx="794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4">
            <a:extLst>
              <a:ext uri="{FF2B5EF4-FFF2-40B4-BE49-F238E27FC236}">
                <a16:creationId xmlns:a16="http://schemas.microsoft.com/office/drawing/2014/main" id="{670134DE-26A6-4E18-BCDE-F0885537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EAFB7752-2ED8-4CF3-A46C-FDD37D26DA84}" type="slidenum">
              <a:rPr lang="en-US" altLang="zh-CN" sz="1400">
                <a:ea typeface="方正舒体" panose="02010601030101010101" pitchFamily="2" charset="-122"/>
              </a:rPr>
              <a:pPr/>
              <a:t>14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8611" name="Text Box 3">
            <a:extLst>
              <a:ext uri="{FF2B5EF4-FFF2-40B4-BE49-F238E27FC236}">
                <a16:creationId xmlns:a16="http://schemas.microsoft.com/office/drawing/2014/main" id="{9F8FE147-3655-4B9B-97D1-B893156D2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13668" name="Group 4">
            <a:extLst>
              <a:ext uri="{FF2B5EF4-FFF2-40B4-BE49-F238E27FC236}">
                <a16:creationId xmlns:a16="http://schemas.microsoft.com/office/drawing/2014/main" id="{4F48CCEF-0C05-4422-8D85-1F70F6E94D03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8638" name="AutoShape 30">
            <a:extLst>
              <a:ext uri="{FF2B5EF4-FFF2-40B4-BE49-F238E27FC236}">
                <a16:creationId xmlns:a16="http://schemas.microsoft.com/office/drawing/2014/main" id="{4A671240-4E70-44F7-A2A4-C705CC6737C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39" name="AutoShape 32">
            <a:extLst>
              <a:ext uri="{FF2B5EF4-FFF2-40B4-BE49-F238E27FC236}">
                <a16:creationId xmlns:a16="http://schemas.microsoft.com/office/drawing/2014/main" id="{5EFD65C8-9929-498B-A332-7C365CE0A96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732213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8640" name="Group 33">
            <a:extLst>
              <a:ext uri="{FF2B5EF4-FFF2-40B4-BE49-F238E27FC236}">
                <a16:creationId xmlns:a16="http://schemas.microsoft.com/office/drawing/2014/main" id="{A442BD41-3700-49CD-AAA9-416C88190BEE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8683" name="Rectangle 34">
              <a:extLst>
                <a:ext uri="{FF2B5EF4-FFF2-40B4-BE49-F238E27FC236}">
                  <a16:creationId xmlns:a16="http://schemas.microsoft.com/office/drawing/2014/main" id="{37390395-5F02-4689-9F54-17DB70EF6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8684" name="Rectangle 35">
              <a:extLst>
                <a:ext uri="{FF2B5EF4-FFF2-40B4-BE49-F238E27FC236}">
                  <a16:creationId xmlns:a16="http://schemas.microsoft.com/office/drawing/2014/main" id="{411F192A-9C4D-4234-9C21-1D8EAB38C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8685" name="Rectangle 36">
              <a:extLst>
                <a:ext uri="{FF2B5EF4-FFF2-40B4-BE49-F238E27FC236}">
                  <a16:creationId xmlns:a16="http://schemas.microsoft.com/office/drawing/2014/main" id="{74FBFEB0-D274-46A9-8F9B-D2BC5D3A4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8686" name="Rectangle 37">
              <a:extLst>
                <a:ext uri="{FF2B5EF4-FFF2-40B4-BE49-F238E27FC236}">
                  <a16:creationId xmlns:a16="http://schemas.microsoft.com/office/drawing/2014/main" id="{C4A63173-D937-48D1-B57C-A0CD4E587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8687" name="Rectangle 38">
              <a:extLst>
                <a:ext uri="{FF2B5EF4-FFF2-40B4-BE49-F238E27FC236}">
                  <a16:creationId xmlns:a16="http://schemas.microsoft.com/office/drawing/2014/main" id="{02D7EF54-048F-49C1-B022-9127FF318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8688" name="Freeform 39">
              <a:extLst>
                <a:ext uri="{FF2B5EF4-FFF2-40B4-BE49-F238E27FC236}">
                  <a16:creationId xmlns:a16="http://schemas.microsoft.com/office/drawing/2014/main" id="{85D32CF5-3351-4DC4-AD36-427234935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9" name="Freeform 40">
              <a:extLst>
                <a:ext uri="{FF2B5EF4-FFF2-40B4-BE49-F238E27FC236}">
                  <a16:creationId xmlns:a16="http://schemas.microsoft.com/office/drawing/2014/main" id="{96640441-D228-4912-8493-647AD54C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0" name="Line 41">
              <a:extLst>
                <a:ext uri="{FF2B5EF4-FFF2-40B4-BE49-F238E27FC236}">
                  <a16:creationId xmlns:a16="http://schemas.microsoft.com/office/drawing/2014/main" id="{ECD51131-6B69-4E32-BEEA-31A5EE254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1" name="Line 42">
              <a:extLst>
                <a:ext uri="{FF2B5EF4-FFF2-40B4-BE49-F238E27FC236}">
                  <a16:creationId xmlns:a16="http://schemas.microsoft.com/office/drawing/2014/main" id="{295D1768-1760-4DA1-BFEB-7DC803B02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2" name="Line 43">
              <a:extLst>
                <a:ext uri="{FF2B5EF4-FFF2-40B4-BE49-F238E27FC236}">
                  <a16:creationId xmlns:a16="http://schemas.microsoft.com/office/drawing/2014/main" id="{6C1CC4B9-4BCE-4210-889C-997517D64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3" name="Line 44">
              <a:extLst>
                <a:ext uri="{FF2B5EF4-FFF2-40B4-BE49-F238E27FC236}">
                  <a16:creationId xmlns:a16="http://schemas.microsoft.com/office/drawing/2014/main" id="{57B32D9B-3358-4D0B-9097-D62050D6E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4" name="Line 45">
              <a:extLst>
                <a:ext uri="{FF2B5EF4-FFF2-40B4-BE49-F238E27FC236}">
                  <a16:creationId xmlns:a16="http://schemas.microsoft.com/office/drawing/2014/main" id="{AE293DDE-61D2-4BA6-B812-E400C8B47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5" name="Line 46">
              <a:extLst>
                <a:ext uri="{FF2B5EF4-FFF2-40B4-BE49-F238E27FC236}">
                  <a16:creationId xmlns:a16="http://schemas.microsoft.com/office/drawing/2014/main" id="{BA4E95E7-B394-4E71-B9F1-68F206BDE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6" name="Rectangle 47">
              <a:extLst>
                <a:ext uri="{FF2B5EF4-FFF2-40B4-BE49-F238E27FC236}">
                  <a16:creationId xmlns:a16="http://schemas.microsoft.com/office/drawing/2014/main" id="{E4800F3C-EC78-463E-AC3E-E9AF183BB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8697" name="Line 48">
              <a:extLst>
                <a:ext uri="{FF2B5EF4-FFF2-40B4-BE49-F238E27FC236}">
                  <a16:creationId xmlns:a16="http://schemas.microsoft.com/office/drawing/2014/main" id="{72F9405F-0D8B-4649-87D6-843002881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8" name="Line 49">
              <a:extLst>
                <a:ext uri="{FF2B5EF4-FFF2-40B4-BE49-F238E27FC236}">
                  <a16:creationId xmlns:a16="http://schemas.microsoft.com/office/drawing/2014/main" id="{C83B760E-6E51-4446-98C4-37EFA1A3A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9" name="Rectangle 50">
              <a:extLst>
                <a:ext uri="{FF2B5EF4-FFF2-40B4-BE49-F238E27FC236}">
                  <a16:creationId xmlns:a16="http://schemas.microsoft.com/office/drawing/2014/main" id="{B2216869-E4A6-4B94-85DB-B28129E13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sp>
        <p:nvSpPr>
          <p:cNvPr id="68641" name="Rectangle 51">
            <a:extLst>
              <a:ext uri="{FF2B5EF4-FFF2-40B4-BE49-F238E27FC236}">
                <a16:creationId xmlns:a16="http://schemas.microsoft.com/office/drawing/2014/main" id="{F9175E57-2A0C-4FF4-9A19-D0BD161EC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8642" name="Rectangle 52">
            <a:extLst>
              <a:ext uri="{FF2B5EF4-FFF2-40B4-BE49-F238E27FC236}">
                <a16:creationId xmlns:a16="http://schemas.microsoft.com/office/drawing/2014/main" id="{514E1205-0ECC-4B9A-8293-D7093718A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8643" name="Rectangle 53">
            <a:extLst>
              <a:ext uri="{FF2B5EF4-FFF2-40B4-BE49-F238E27FC236}">
                <a16:creationId xmlns:a16="http://schemas.microsoft.com/office/drawing/2014/main" id="{05E84621-FAB7-48C5-9EBD-5D7921D75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8644" name="Rectangle 54">
            <a:extLst>
              <a:ext uri="{FF2B5EF4-FFF2-40B4-BE49-F238E27FC236}">
                <a16:creationId xmlns:a16="http://schemas.microsoft.com/office/drawing/2014/main" id="{8F6E3E38-2F9C-4786-A8BE-ED0C96709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8645" name="Rectangle 55">
            <a:extLst>
              <a:ext uri="{FF2B5EF4-FFF2-40B4-BE49-F238E27FC236}">
                <a16:creationId xmlns:a16="http://schemas.microsoft.com/office/drawing/2014/main" id="{DFE586BD-3D5B-4E48-AB47-4F3828691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8646" name="Rectangle 56">
            <a:extLst>
              <a:ext uri="{FF2B5EF4-FFF2-40B4-BE49-F238E27FC236}">
                <a16:creationId xmlns:a16="http://schemas.microsoft.com/office/drawing/2014/main" id="{668AE00F-A9D5-45A7-9CA1-44F99598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4</a:t>
            </a:r>
          </a:p>
        </p:txBody>
      </p:sp>
      <p:sp>
        <p:nvSpPr>
          <p:cNvPr id="68647" name="Rectangle 57">
            <a:extLst>
              <a:ext uri="{FF2B5EF4-FFF2-40B4-BE49-F238E27FC236}">
                <a16:creationId xmlns:a16="http://schemas.microsoft.com/office/drawing/2014/main" id="{F836FAC5-993A-4CF6-852F-8620D7188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113722" name="Rectangle 58">
            <a:extLst>
              <a:ext uri="{FF2B5EF4-FFF2-40B4-BE49-F238E27FC236}">
                <a16:creationId xmlns:a16="http://schemas.microsoft.com/office/drawing/2014/main" id="{55FB3802-3946-4D89-80D8-21BDC4BD2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639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en-US" altLang="zh-CN" b="1" baseline="-25000" dirty="0">
              <a:ea typeface="方正舒体" panose="02010601030101010101" pitchFamily="2" charset="-122"/>
            </a:endParaRPr>
          </a:p>
        </p:txBody>
      </p:sp>
      <p:sp>
        <p:nvSpPr>
          <p:cNvPr id="68649" name="Rectangle 59">
            <a:extLst>
              <a:ext uri="{FF2B5EF4-FFF2-40B4-BE49-F238E27FC236}">
                <a16:creationId xmlns:a16="http://schemas.microsoft.com/office/drawing/2014/main" id="{2539E0D6-004A-4FD9-8AE5-50CE2FC92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2289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 dirty="0">
                <a:ea typeface="方正舒体" panose="02010601030101010101" pitchFamily="2" charset="-122"/>
              </a:rPr>
              <a:t>&lt;E&gt;</a:t>
            </a:r>
          </a:p>
        </p:txBody>
      </p:sp>
      <p:sp>
        <p:nvSpPr>
          <p:cNvPr id="68650" name="Line 68">
            <a:extLst>
              <a:ext uri="{FF2B5EF4-FFF2-40B4-BE49-F238E27FC236}">
                <a16:creationId xmlns:a16="http://schemas.microsoft.com/office/drawing/2014/main" id="{F646DD87-91E9-4C27-9D29-80069425A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289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1" name="Line 69">
            <a:extLst>
              <a:ext uri="{FF2B5EF4-FFF2-40B4-BE49-F238E27FC236}">
                <a16:creationId xmlns:a16="http://schemas.microsoft.com/office/drawing/2014/main" id="{7DC4AB61-4B73-478C-BF79-972568282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5639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2" name="Line 70">
            <a:extLst>
              <a:ext uri="{FF2B5EF4-FFF2-40B4-BE49-F238E27FC236}">
                <a16:creationId xmlns:a16="http://schemas.microsoft.com/office/drawing/2014/main" id="{2BD547B7-2402-4452-8538-14799137A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3" name="Line 71">
            <a:extLst>
              <a:ext uri="{FF2B5EF4-FFF2-40B4-BE49-F238E27FC236}">
                <a16:creationId xmlns:a16="http://schemas.microsoft.com/office/drawing/2014/main" id="{BB12777F-B74F-4066-A961-EE07D806F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4" name="Line 72">
            <a:extLst>
              <a:ext uri="{FF2B5EF4-FFF2-40B4-BE49-F238E27FC236}">
                <a16:creationId xmlns:a16="http://schemas.microsoft.com/office/drawing/2014/main" id="{BB64F3F2-5A28-4890-AF29-BDB19FCE6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5" name="Line 73">
            <a:extLst>
              <a:ext uri="{FF2B5EF4-FFF2-40B4-BE49-F238E27FC236}">
                <a16:creationId xmlns:a16="http://schemas.microsoft.com/office/drawing/2014/main" id="{C02751EF-95CD-4D9F-9D50-48E9C0558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6" name="Line 74">
            <a:extLst>
              <a:ext uri="{FF2B5EF4-FFF2-40B4-BE49-F238E27FC236}">
                <a16:creationId xmlns:a16="http://schemas.microsoft.com/office/drawing/2014/main" id="{8B731C79-6B9F-44C1-BA77-5922518AE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7" name="Line 75">
            <a:extLst>
              <a:ext uri="{FF2B5EF4-FFF2-40B4-BE49-F238E27FC236}">
                <a16:creationId xmlns:a16="http://schemas.microsoft.com/office/drawing/2014/main" id="{A214ECA9-0743-4024-BEA5-8A7A2E78C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8" name="Line 76">
            <a:extLst>
              <a:ext uri="{FF2B5EF4-FFF2-40B4-BE49-F238E27FC236}">
                <a16:creationId xmlns:a16="http://schemas.microsoft.com/office/drawing/2014/main" id="{F423FC60-0042-482F-857C-2C2ECEBE5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9" name="Line 77">
            <a:extLst>
              <a:ext uri="{FF2B5EF4-FFF2-40B4-BE49-F238E27FC236}">
                <a16:creationId xmlns:a16="http://schemas.microsoft.com/office/drawing/2014/main" id="{FFDD055B-63DD-4FC1-9988-4846A8266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60" name="Freeform 78">
            <a:extLst>
              <a:ext uri="{FF2B5EF4-FFF2-40B4-BE49-F238E27FC236}">
                <a16:creationId xmlns:a16="http://schemas.microsoft.com/office/drawing/2014/main" id="{A20E9FE3-E0F8-472F-A0A9-207ED79CDFD9}"/>
              </a:ext>
            </a:extLst>
          </p:cNvPr>
          <p:cNvSpPr>
            <a:spLocks/>
          </p:cNvSpPr>
          <p:nvPr/>
        </p:nvSpPr>
        <p:spPr bwMode="auto">
          <a:xfrm>
            <a:off x="1765300" y="3213100"/>
            <a:ext cx="1588" cy="3030538"/>
          </a:xfrm>
          <a:custGeom>
            <a:avLst/>
            <a:gdLst>
              <a:gd name="T0" fmla="*/ 0 w 1"/>
              <a:gd name="T1" fmla="*/ 0 h 1909"/>
              <a:gd name="T2" fmla="*/ 0 w 1"/>
              <a:gd name="T3" fmla="*/ 2147483646 h 190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909">
                <a:moveTo>
                  <a:pt x="0" y="0"/>
                </a:moveTo>
                <a:lnTo>
                  <a:pt x="0" y="1909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61" name="Freeform 79">
            <a:extLst>
              <a:ext uri="{FF2B5EF4-FFF2-40B4-BE49-F238E27FC236}">
                <a16:creationId xmlns:a16="http://schemas.microsoft.com/office/drawing/2014/main" id="{9DBE62ED-CCCA-488A-876C-D75C8137B879}"/>
              </a:ext>
            </a:extLst>
          </p:cNvPr>
          <p:cNvSpPr>
            <a:spLocks/>
          </p:cNvSpPr>
          <p:nvPr/>
        </p:nvSpPr>
        <p:spPr bwMode="auto">
          <a:xfrm>
            <a:off x="3276600" y="3200400"/>
            <a:ext cx="1588" cy="3043238"/>
          </a:xfrm>
          <a:custGeom>
            <a:avLst/>
            <a:gdLst>
              <a:gd name="T0" fmla="*/ 0 w 1"/>
              <a:gd name="T1" fmla="*/ 0 h 1917"/>
              <a:gd name="T2" fmla="*/ 0 w 1"/>
              <a:gd name="T3" fmla="*/ 2147483646 h 191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917">
                <a:moveTo>
                  <a:pt x="0" y="0"/>
                </a:moveTo>
                <a:lnTo>
                  <a:pt x="0" y="1917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8662" name="Group 80">
            <a:extLst>
              <a:ext uri="{FF2B5EF4-FFF2-40B4-BE49-F238E27FC236}">
                <a16:creationId xmlns:a16="http://schemas.microsoft.com/office/drawing/2014/main" id="{FD4A7939-507B-49E2-8454-F692CFD00F2D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4005263"/>
            <a:ext cx="1727200" cy="2233612"/>
            <a:chOff x="4286" y="2160"/>
            <a:chExt cx="1406" cy="1766"/>
          </a:xfrm>
        </p:grpSpPr>
        <p:sp>
          <p:nvSpPr>
            <p:cNvPr id="68664" name="Text Box 81">
              <a:extLst>
                <a:ext uri="{FF2B5EF4-FFF2-40B4-BE49-F238E27FC236}">
                  <a16:creationId xmlns:a16="http://schemas.microsoft.com/office/drawing/2014/main" id="{53984718-FFD2-4304-90E2-E6D5D76AF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2160"/>
              <a:ext cx="101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</a:rPr>
                <a:t>数据区：</a:t>
              </a:r>
            </a:p>
          </p:txBody>
        </p:sp>
        <p:grpSp>
          <p:nvGrpSpPr>
            <p:cNvPr id="68665" name="Group 82">
              <a:extLst>
                <a:ext uri="{FF2B5EF4-FFF2-40B4-BE49-F238E27FC236}">
                  <a16:creationId xmlns:a16="http://schemas.microsoft.com/office/drawing/2014/main" id="{D5608ABD-357B-40EA-B421-4A9A27602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9" y="2478"/>
              <a:ext cx="1118" cy="1447"/>
              <a:chOff x="912" y="624"/>
              <a:chExt cx="1488" cy="2151"/>
            </a:xfrm>
          </p:grpSpPr>
          <p:sp>
            <p:nvSpPr>
              <p:cNvPr id="68677" name="Rectangle 83">
                <a:extLst>
                  <a:ext uri="{FF2B5EF4-FFF2-40B4-BE49-F238E27FC236}">
                    <a16:creationId xmlns:a16="http://schemas.microsoft.com/office/drawing/2014/main" id="{BD5FB462-202E-45FE-A512-0BEE30F7E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624"/>
                <a:ext cx="1488" cy="215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457200" indent="-4572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</a:pPr>
                <a:endParaRPr lang="zh-CN" altLang="zh-CN" b="1"/>
              </a:p>
            </p:txBody>
          </p:sp>
          <p:grpSp>
            <p:nvGrpSpPr>
              <p:cNvPr id="68678" name="Group 84">
                <a:extLst>
                  <a:ext uri="{FF2B5EF4-FFF2-40B4-BE49-F238E27FC236}">
                    <a16:creationId xmlns:a16="http://schemas.microsoft.com/office/drawing/2014/main" id="{72C4B3C8-02F4-4EB1-B2B7-35D52BEEE3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998"/>
                <a:ext cx="1488" cy="1288"/>
                <a:chOff x="912" y="998"/>
                <a:chExt cx="1488" cy="1288"/>
              </a:xfrm>
            </p:grpSpPr>
            <p:sp>
              <p:nvSpPr>
                <p:cNvPr id="68679" name="Line 85">
                  <a:extLst>
                    <a:ext uri="{FF2B5EF4-FFF2-40B4-BE49-F238E27FC236}">
                      <a16:creationId xmlns:a16="http://schemas.microsoft.com/office/drawing/2014/main" id="{BAE0000D-A990-4743-959D-C9F2BD9970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28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80" name="Line 86">
                  <a:extLst>
                    <a:ext uri="{FF2B5EF4-FFF2-40B4-BE49-F238E27FC236}">
                      <a16:creationId xmlns:a16="http://schemas.microsoft.com/office/drawing/2014/main" id="{3D3FC3F0-BC8B-4BC4-A377-BE5545E1FA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998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81" name="Line 87">
                  <a:extLst>
                    <a:ext uri="{FF2B5EF4-FFF2-40B4-BE49-F238E27FC236}">
                      <a16:creationId xmlns:a16="http://schemas.microsoft.com/office/drawing/2014/main" id="{895B88FF-1809-4C2A-85CA-7B65E47DC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2" y="184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82" name="Line 88">
                  <a:extLst>
                    <a:ext uri="{FF2B5EF4-FFF2-40B4-BE49-F238E27FC236}">
                      <a16:creationId xmlns:a16="http://schemas.microsoft.com/office/drawing/2014/main" id="{819AB680-8EA8-44D3-93B6-184C67AA5E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440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8666" name="Text Box 89">
              <a:extLst>
                <a:ext uri="{FF2B5EF4-FFF2-40B4-BE49-F238E27FC236}">
                  <a16:creationId xmlns:a16="http://schemas.microsoft.com/office/drawing/2014/main" id="{29DDB7F8-5AB4-4FC6-A6C0-473867E75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478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68667" name="Text Box 90">
              <a:extLst>
                <a:ext uri="{FF2B5EF4-FFF2-40B4-BE49-F238E27FC236}">
                  <a16:creationId xmlns:a16="http://schemas.microsoft.com/office/drawing/2014/main" id="{2D420320-B22E-44A6-AF51-32629B061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761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68668" name="Text Box 91">
              <a:extLst>
                <a:ext uri="{FF2B5EF4-FFF2-40B4-BE49-F238E27FC236}">
                  <a16:creationId xmlns:a16="http://schemas.microsoft.com/office/drawing/2014/main" id="{141E55F7-A6B2-4AD0-8615-DB9BA6383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316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69" name="Text Box 92">
              <a:extLst>
                <a:ext uri="{FF2B5EF4-FFF2-40B4-BE49-F238E27FC236}">
                  <a16:creationId xmlns:a16="http://schemas.microsoft.com/office/drawing/2014/main" id="{7A59079B-0403-4171-88F8-5F24807A0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044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4</a:t>
              </a:r>
            </a:p>
          </p:txBody>
        </p:sp>
        <p:sp>
          <p:nvSpPr>
            <p:cNvPr id="68670" name="Text Box 93">
              <a:extLst>
                <a:ext uri="{FF2B5EF4-FFF2-40B4-BE49-F238E27FC236}">
                  <a16:creationId xmlns:a16="http://schemas.microsoft.com/office/drawing/2014/main" id="{FF9601C4-6863-4815-830C-666025DC3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613"/>
              <a:ext cx="181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1" name="Line 94">
              <a:extLst>
                <a:ext uri="{FF2B5EF4-FFF2-40B4-BE49-F238E27FC236}">
                  <a16:creationId xmlns:a16="http://schemas.microsoft.com/office/drawing/2014/main" id="{35A0314F-844F-40CF-8BF5-691833F04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9" y="3027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2" name="Text Box 95">
              <a:extLst>
                <a:ext uri="{FF2B5EF4-FFF2-40B4-BE49-F238E27FC236}">
                  <a16:creationId xmlns:a16="http://schemas.microsoft.com/office/drawing/2014/main" id="{51AC2BB5-46FF-4651-81F7-2ADD447CF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030"/>
              <a:ext cx="102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3" name="Text Box 96">
              <a:extLst>
                <a:ext uri="{FF2B5EF4-FFF2-40B4-BE49-F238E27FC236}">
                  <a16:creationId xmlns:a16="http://schemas.microsoft.com/office/drawing/2014/main" id="{77242458-1F92-44D1-AD1B-8C971184E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609"/>
              <a:ext cx="103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4" name="Text Box 97">
              <a:extLst>
                <a:ext uri="{FF2B5EF4-FFF2-40B4-BE49-F238E27FC236}">
                  <a16:creationId xmlns:a16="http://schemas.microsoft.com/office/drawing/2014/main" id="{25BAFBAA-F3D0-42E2-B491-6194BB4B0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446"/>
              <a:ext cx="39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5" name="Text Box 98">
              <a:extLst>
                <a:ext uri="{FF2B5EF4-FFF2-40B4-BE49-F238E27FC236}">
                  <a16:creationId xmlns:a16="http://schemas.microsoft.com/office/drawing/2014/main" id="{77D400F2-A580-44C3-B12A-19988751D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734"/>
              <a:ext cx="46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6" name="Text Box 99">
              <a:extLst>
                <a:ext uri="{FF2B5EF4-FFF2-40B4-BE49-F238E27FC236}">
                  <a16:creationId xmlns:a16="http://schemas.microsoft.com/office/drawing/2014/main" id="{33395FE4-F204-4C20-B01B-E09202067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279"/>
              <a:ext cx="794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</p:grpSp>
      <p:sp>
        <p:nvSpPr>
          <p:cNvPr id="113764" name="Text Box 100">
            <a:extLst>
              <a:ext uri="{FF2B5EF4-FFF2-40B4-BE49-F238E27FC236}">
                <a16:creationId xmlns:a16="http://schemas.microsoft.com/office/drawing/2014/main" id="{85CE8D07-31EC-43B5-AAF2-F818BE0CC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800" y="5467350"/>
            <a:ext cx="222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灯片编号占位符 4">
            <a:extLst>
              <a:ext uri="{FF2B5EF4-FFF2-40B4-BE49-F238E27FC236}">
                <a16:creationId xmlns:a16="http://schemas.microsoft.com/office/drawing/2014/main" id="{670134DE-26A6-4E18-BCDE-F08855375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EAFB7752-2ED8-4CF3-A46C-FDD37D26DA84}" type="slidenum">
              <a:rPr lang="en-US" altLang="zh-CN" sz="1400">
                <a:ea typeface="方正舒体" panose="02010601030101010101" pitchFamily="2" charset="-122"/>
              </a:rPr>
              <a:pPr/>
              <a:t>15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8611" name="Text Box 3">
            <a:extLst>
              <a:ext uri="{FF2B5EF4-FFF2-40B4-BE49-F238E27FC236}">
                <a16:creationId xmlns:a16="http://schemas.microsoft.com/office/drawing/2014/main" id="{9F8FE147-3655-4B9B-97D1-B893156D2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13668" name="Group 4">
            <a:extLst>
              <a:ext uri="{FF2B5EF4-FFF2-40B4-BE49-F238E27FC236}">
                <a16:creationId xmlns:a16="http://schemas.microsoft.com/office/drawing/2014/main" id="{4F48CCEF-0C05-4422-8D85-1F70F6E94D03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8638" name="AutoShape 30">
            <a:extLst>
              <a:ext uri="{FF2B5EF4-FFF2-40B4-BE49-F238E27FC236}">
                <a16:creationId xmlns:a16="http://schemas.microsoft.com/office/drawing/2014/main" id="{4A671240-4E70-44F7-A2A4-C705CC6737C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639" name="AutoShape 32">
            <a:extLst>
              <a:ext uri="{FF2B5EF4-FFF2-40B4-BE49-F238E27FC236}">
                <a16:creationId xmlns:a16="http://schemas.microsoft.com/office/drawing/2014/main" id="{5EFD65C8-9929-498B-A332-7C365CE0A96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3732213"/>
            <a:ext cx="1587" cy="1004887"/>
          </a:xfrm>
          <a:prstGeom prst="bentConnector3">
            <a:avLst>
              <a:gd name="adj1" fmla="val -392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8640" name="Group 33">
            <a:extLst>
              <a:ext uri="{FF2B5EF4-FFF2-40B4-BE49-F238E27FC236}">
                <a16:creationId xmlns:a16="http://schemas.microsoft.com/office/drawing/2014/main" id="{A442BD41-3700-49CD-AAA9-416C88190BEE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8683" name="Rectangle 34">
              <a:extLst>
                <a:ext uri="{FF2B5EF4-FFF2-40B4-BE49-F238E27FC236}">
                  <a16:creationId xmlns:a16="http://schemas.microsoft.com/office/drawing/2014/main" id="{37390395-5F02-4689-9F54-17DB70EF6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8684" name="Rectangle 35">
              <a:extLst>
                <a:ext uri="{FF2B5EF4-FFF2-40B4-BE49-F238E27FC236}">
                  <a16:creationId xmlns:a16="http://schemas.microsoft.com/office/drawing/2014/main" id="{411F192A-9C4D-4234-9C21-1D8EAB38C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8685" name="Rectangle 36">
              <a:extLst>
                <a:ext uri="{FF2B5EF4-FFF2-40B4-BE49-F238E27FC236}">
                  <a16:creationId xmlns:a16="http://schemas.microsoft.com/office/drawing/2014/main" id="{74FBFEB0-D274-46A9-8F9B-D2BC5D3A4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8686" name="Rectangle 37">
              <a:extLst>
                <a:ext uri="{FF2B5EF4-FFF2-40B4-BE49-F238E27FC236}">
                  <a16:creationId xmlns:a16="http://schemas.microsoft.com/office/drawing/2014/main" id="{C4A63173-D937-48D1-B57C-A0CD4E587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8687" name="Rectangle 38">
              <a:extLst>
                <a:ext uri="{FF2B5EF4-FFF2-40B4-BE49-F238E27FC236}">
                  <a16:creationId xmlns:a16="http://schemas.microsoft.com/office/drawing/2014/main" id="{02D7EF54-048F-49C1-B022-9127FF318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8688" name="Freeform 39">
              <a:extLst>
                <a:ext uri="{FF2B5EF4-FFF2-40B4-BE49-F238E27FC236}">
                  <a16:creationId xmlns:a16="http://schemas.microsoft.com/office/drawing/2014/main" id="{85D32CF5-3351-4DC4-AD36-427234935D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89" name="Freeform 40">
              <a:extLst>
                <a:ext uri="{FF2B5EF4-FFF2-40B4-BE49-F238E27FC236}">
                  <a16:creationId xmlns:a16="http://schemas.microsoft.com/office/drawing/2014/main" id="{96640441-D228-4912-8493-647AD54C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0" name="Line 41">
              <a:extLst>
                <a:ext uri="{FF2B5EF4-FFF2-40B4-BE49-F238E27FC236}">
                  <a16:creationId xmlns:a16="http://schemas.microsoft.com/office/drawing/2014/main" id="{ECD51131-6B69-4E32-BEEA-31A5EE2543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1" name="Line 42">
              <a:extLst>
                <a:ext uri="{FF2B5EF4-FFF2-40B4-BE49-F238E27FC236}">
                  <a16:creationId xmlns:a16="http://schemas.microsoft.com/office/drawing/2014/main" id="{295D1768-1760-4DA1-BFEB-7DC803B02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2" name="Line 43">
              <a:extLst>
                <a:ext uri="{FF2B5EF4-FFF2-40B4-BE49-F238E27FC236}">
                  <a16:creationId xmlns:a16="http://schemas.microsoft.com/office/drawing/2014/main" id="{6C1CC4B9-4BCE-4210-889C-997517D64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3" name="Line 44">
              <a:extLst>
                <a:ext uri="{FF2B5EF4-FFF2-40B4-BE49-F238E27FC236}">
                  <a16:creationId xmlns:a16="http://schemas.microsoft.com/office/drawing/2014/main" id="{57B32D9B-3358-4D0B-9097-D62050D6E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4" name="Line 45">
              <a:extLst>
                <a:ext uri="{FF2B5EF4-FFF2-40B4-BE49-F238E27FC236}">
                  <a16:creationId xmlns:a16="http://schemas.microsoft.com/office/drawing/2014/main" id="{AE293DDE-61D2-4BA6-B812-E400C8B478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5" name="Line 46">
              <a:extLst>
                <a:ext uri="{FF2B5EF4-FFF2-40B4-BE49-F238E27FC236}">
                  <a16:creationId xmlns:a16="http://schemas.microsoft.com/office/drawing/2014/main" id="{BA4E95E7-B394-4E71-B9F1-68F206BDE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6" name="Rectangle 47">
              <a:extLst>
                <a:ext uri="{FF2B5EF4-FFF2-40B4-BE49-F238E27FC236}">
                  <a16:creationId xmlns:a16="http://schemas.microsoft.com/office/drawing/2014/main" id="{E4800F3C-EC78-463E-AC3E-E9AF183BB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8697" name="Line 48">
              <a:extLst>
                <a:ext uri="{FF2B5EF4-FFF2-40B4-BE49-F238E27FC236}">
                  <a16:creationId xmlns:a16="http://schemas.microsoft.com/office/drawing/2014/main" id="{72F9405F-0D8B-4649-87D6-843002881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8" name="Line 49">
              <a:extLst>
                <a:ext uri="{FF2B5EF4-FFF2-40B4-BE49-F238E27FC236}">
                  <a16:creationId xmlns:a16="http://schemas.microsoft.com/office/drawing/2014/main" id="{C83B760E-6E51-4446-98C4-37EFA1A3A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99" name="Rectangle 50">
              <a:extLst>
                <a:ext uri="{FF2B5EF4-FFF2-40B4-BE49-F238E27FC236}">
                  <a16:creationId xmlns:a16="http://schemas.microsoft.com/office/drawing/2014/main" id="{B2216869-E4A6-4B94-85DB-B28129E13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7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sp>
        <p:nvSpPr>
          <p:cNvPr id="68641" name="Rectangle 51">
            <a:extLst>
              <a:ext uri="{FF2B5EF4-FFF2-40B4-BE49-F238E27FC236}">
                <a16:creationId xmlns:a16="http://schemas.microsoft.com/office/drawing/2014/main" id="{F9175E57-2A0C-4FF4-9A19-D0BD161EC6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8642" name="Rectangle 52">
            <a:extLst>
              <a:ext uri="{FF2B5EF4-FFF2-40B4-BE49-F238E27FC236}">
                <a16:creationId xmlns:a16="http://schemas.microsoft.com/office/drawing/2014/main" id="{514E1205-0ECC-4B9A-8293-D7093718A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8643" name="Rectangle 53">
            <a:extLst>
              <a:ext uri="{FF2B5EF4-FFF2-40B4-BE49-F238E27FC236}">
                <a16:creationId xmlns:a16="http://schemas.microsoft.com/office/drawing/2014/main" id="{05E84621-FAB7-48C5-9EBD-5D7921D75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8644" name="Rectangle 54">
            <a:extLst>
              <a:ext uri="{FF2B5EF4-FFF2-40B4-BE49-F238E27FC236}">
                <a16:creationId xmlns:a16="http://schemas.microsoft.com/office/drawing/2014/main" id="{8F6E3E38-2F9C-4786-A8BE-ED0C96709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8645" name="Rectangle 55">
            <a:extLst>
              <a:ext uri="{FF2B5EF4-FFF2-40B4-BE49-F238E27FC236}">
                <a16:creationId xmlns:a16="http://schemas.microsoft.com/office/drawing/2014/main" id="{DFE586BD-3D5B-4E48-AB47-4F3828691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8646" name="Rectangle 56">
            <a:extLst>
              <a:ext uri="{FF2B5EF4-FFF2-40B4-BE49-F238E27FC236}">
                <a16:creationId xmlns:a16="http://schemas.microsoft.com/office/drawing/2014/main" id="{668AE00F-A9D5-45A7-9CA1-44F995986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4</a:t>
            </a:r>
          </a:p>
        </p:txBody>
      </p:sp>
      <p:sp>
        <p:nvSpPr>
          <p:cNvPr id="68647" name="Rectangle 57">
            <a:extLst>
              <a:ext uri="{FF2B5EF4-FFF2-40B4-BE49-F238E27FC236}">
                <a16:creationId xmlns:a16="http://schemas.microsoft.com/office/drawing/2014/main" id="{F836FAC5-993A-4CF6-852F-8620D71883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113722" name="Rectangle 58">
            <a:extLst>
              <a:ext uri="{FF2B5EF4-FFF2-40B4-BE49-F238E27FC236}">
                <a16:creationId xmlns:a16="http://schemas.microsoft.com/office/drawing/2014/main" id="{55FB3802-3946-4D89-80D8-21BDC4BD2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56393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(&amp;)C</a:t>
            </a:r>
            <a:r>
              <a:rPr lang="en-US" altLang="zh-CN" b="1" baseline="-25000">
                <a:ea typeface="方正舒体" panose="02010601030101010101" pitchFamily="2" charset="-122"/>
              </a:rPr>
              <a:t>5</a:t>
            </a:r>
          </a:p>
        </p:txBody>
      </p:sp>
      <p:sp>
        <p:nvSpPr>
          <p:cNvPr id="68649" name="Rectangle 59">
            <a:extLst>
              <a:ext uri="{FF2B5EF4-FFF2-40B4-BE49-F238E27FC236}">
                <a16:creationId xmlns:a16="http://schemas.microsoft.com/office/drawing/2014/main" id="{2539E0D6-004A-4FD9-8AE5-50CE2FC92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2289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 dirty="0">
                <a:ea typeface="方正舒体" panose="02010601030101010101" pitchFamily="2" charset="-122"/>
              </a:rPr>
              <a:t>C</a:t>
            </a:r>
          </a:p>
        </p:txBody>
      </p:sp>
      <p:sp>
        <p:nvSpPr>
          <p:cNvPr id="68650" name="Line 68">
            <a:extLst>
              <a:ext uri="{FF2B5EF4-FFF2-40B4-BE49-F238E27FC236}">
                <a16:creationId xmlns:a16="http://schemas.microsoft.com/office/drawing/2014/main" id="{F646DD87-91E9-4C27-9D29-80069425AB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289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1" name="Line 69">
            <a:extLst>
              <a:ext uri="{FF2B5EF4-FFF2-40B4-BE49-F238E27FC236}">
                <a16:creationId xmlns:a16="http://schemas.microsoft.com/office/drawing/2014/main" id="{7DC4AB61-4B73-478C-BF79-972568282C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56393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2" name="Line 70">
            <a:extLst>
              <a:ext uri="{FF2B5EF4-FFF2-40B4-BE49-F238E27FC236}">
                <a16:creationId xmlns:a16="http://schemas.microsoft.com/office/drawing/2014/main" id="{2BD547B7-2402-4452-8538-14799137AC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3" name="Line 71">
            <a:extLst>
              <a:ext uri="{FF2B5EF4-FFF2-40B4-BE49-F238E27FC236}">
                <a16:creationId xmlns:a16="http://schemas.microsoft.com/office/drawing/2014/main" id="{BB12777F-B74F-4066-A961-EE07D806F1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4" name="Line 72">
            <a:extLst>
              <a:ext uri="{FF2B5EF4-FFF2-40B4-BE49-F238E27FC236}">
                <a16:creationId xmlns:a16="http://schemas.microsoft.com/office/drawing/2014/main" id="{BB64F3F2-5A28-4890-AF29-BDB19FCE6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5" name="Line 73">
            <a:extLst>
              <a:ext uri="{FF2B5EF4-FFF2-40B4-BE49-F238E27FC236}">
                <a16:creationId xmlns:a16="http://schemas.microsoft.com/office/drawing/2014/main" id="{C02751EF-95CD-4D9F-9D50-48E9C0558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6" name="Line 74">
            <a:extLst>
              <a:ext uri="{FF2B5EF4-FFF2-40B4-BE49-F238E27FC236}">
                <a16:creationId xmlns:a16="http://schemas.microsoft.com/office/drawing/2014/main" id="{8B731C79-6B9F-44C1-BA77-5922518AED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7" name="Line 75">
            <a:extLst>
              <a:ext uri="{FF2B5EF4-FFF2-40B4-BE49-F238E27FC236}">
                <a16:creationId xmlns:a16="http://schemas.microsoft.com/office/drawing/2014/main" id="{A214ECA9-0743-4024-BEA5-8A7A2E78CE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8" name="Line 76">
            <a:extLst>
              <a:ext uri="{FF2B5EF4-FFF2-40B4-BE49-F238E27FC236}">
                <a16:creationId xmlns:a16="http://schemas.microsoft.com/office/drawing/2014/main" id="{F423FC60-0042-482F-857C-2C2ECEBE5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59" name="Line 77">
            <a:extLst>
              <a:ext uri="{FF2B5EF4-FFF2-40B4-BE49-F238E27FC236}">
                <a16:creationId xmlns:a16="http://schemas.microsoft.com/office/drawing/2014/main" id="{FFDD055B-63DD-4FC1-9988-4846A82663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60" name="Freeform 78">
            <a:extLst>
              <a:ext uri="{FF2B5EF4-FFF2-40B4-BE49-F238E27FC236}">
                <a16:creationId xmlns:a16="http://schemas.microsoft.com/office/drawing/2014/main" id="{A20E9FE3-E0F8-472F-A0A9-207ED79CDFD9}"/>
              </a:ext>
            </a:extLst>
          </p:cNvPr>
          <p:cNvSpPr>
            <a:spLocks/>
          </p:cNvSpPr>
          <p:nvPr/>
        </p:nvSpPr>
        <p:spPr bwMode="auto">
          <a:xfrm>
            <a:off x="1765300" y="3213100"/>
            <a:ext cx="1588" cy="3030538"/>
          </a:xfrm>
          <a:custGeom>
            <a:avLst/>
            <a:gdLst>
              <a:gd name="T0" fmla="*/ 0 w 1"/>
              <a:gd name="T1" fmla="*/ 0 h 1909"/>
              <a:gd name="T2" fmla="*/ 0 w 1"/>
              <a:gd name="T3" fmla="*/ 2147483646 h 190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909">
                <a:moveTo>
                  <a:pt x="0" y="0"/>
                </a:moveTo>
                <a:lnTo>
                  <a:pt x="0" y="1909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61" name="Freeform 79">
            <a:extLst>
              <a:ext uri="{FF2B5EF4-FFF2-40B4-BE49-F238E27FC236}">
                <a16:creationId xmlns:a16="http://schemas.microsoft.com/office/drawing/2014/main" id="{9DBE62ED-CCCA-488A-876C-D75C8137B879}"/>
              </a:ext>
            </a:extLst>
          </p:cNvPr>
          <p:cNvSpPr>
            <a:spLocks/>
          </p:cNvSpPr>
          <p:nvPr/>
        </p:nvSpPr>
        <p:spPr bwMode="auto">
          <a:xfrm>
            <a:off x="3276600" y="3200400"/>
            <a:ext cx="1588" cy="3043238"/>
          </a:xfrm>
          <a:custGeom>
            <a:avLst/>
            <a:gdLst>
              <a:gd name="T0" fmla="*/ 0 w 1"/>
              <a:gd name="T1" fmla="*/ 0 h 1917"/>
              <a:gd name="T2" fmla="*/ 0 w 1"/>
              <a:gd name="T3" fmla="*/ 2147483646 h 191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917">
                <a:moveTo>
                  <a:pt x="0" y="0"/>
                </a:moveTo>
                <a:lnTo>
                  <a:pt x="0" y="1917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8662" name="Group 80">
            <a:extLst>
              <a:ext uri="{FF2B5EF4-FFF2-40B4-BE49-F238E27FC236}">
                <a16:creationId xmlns:a16="http://schemas.microsoft.com/office/drawing/2014/main" id="{FD4A7939-507B-49E2-8454-F692CFD00F2D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4005263"/>
            <a:ext cx="1727200" cy="2233612"/>
            <a:chOff x="4286" y="2160"/>
            <a:chExt cx="1406" cy="1766"/>
          </a:xfrm>
        </p:grpSpPr>
        <p:sp>
          <p:nvSpPr>
            <p:cNvPr id="68664" name="Text Box 81">
              <a:extLst>
                <a:ext uri="{FF2B5EF4-FFF2-40B4-BE49-F238E27FC236}">
                  <a16:creationId xmlns:a16="http://schemas.microsoft.com/office/drawing/2014/main" id="{53984718-FFD2-4304-90E2-E6D5D76AF8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2160"/>
              <a:ext cx="101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</a:rPr>
                <a:t>数据区：</a:t>
              </a:r>
            </a:p>
          </p:txBody>
        </p:sp>
        <p:grpSp>
          <p:nvGrpSpPr>
            <p:cNvPr id="68665" name="Group 82">
              <a:extLst>
                <a:ext uri="{FF2B5EF4-FFF2-40B4-BE49-F238E27FC236}">
                  <a16:creationId xmlns:a16="http://schemas.microsoft.com/office/drawing/2014/main" id="{D5608ABD-357B-40EA-B421-4A9A27602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9" y="2478"/>
              <a:ext cx="1118" cy="1447"/>
              <a:chOff x="912" y="624"/>
              <a:chExt cx="1488" cy="2151"/>
            </a:xfrm>
          </p:grpSpPr>
          <p:sp>
            <p:nvSpPr>
              <p:cNvPr id="68677" name="Rectangle 83">
                <a:extLst>
                  <a:ext uri="{FF2B5EF4-FFF2-40B4-BE49-F238E27FC236}">
                    <a16:creationId xmlns:a16="http://schemas.microsoft.com/office/drawing/2014/main" id="{BD5FB462-202E-45FE-A512-0BEE30F7E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624"/>
                <a:ext cx="1488" cy="215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457200" indent="-4572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</a:pPr>
                <a:endParaRPr lang="zh-CN" altLang="zh-CN" b="1"/>
              </a:p>
            </p:txBody>
          </p:sp>
          <p:grpSp>
            <p:nvGrpSpPr>
              <p:cNvPr id="68678" name="Group 84">
                <a:extLst>
                  <a:ext uri="{FF2B5EF4-FFF2-40B4-BE49-F238E27FC236}">
                    <a16:creationId xmlns:a16="http://schemas.microsoft.com/office/drawing/2014/main" id="{72C4B3C8-02F4-4EB1-B2B7-35D52BEEE3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998"/>
                <a:ext cx="1488" cy="1288"/>
                <a:chOff x="912" y="998"/>
                <a:chExt cx="1488" cy="1288"/>
              </a:xfrm>
            </p:grpSpPr>
            <p:sp>
              <p:nvSpPr>
                <p:cNvPr id="68679" name="Line 85">
                  <a:extLst>
                    <a:ext uri="{FF2B5EF4-FFF2-40B4-BE49-F238E27FC236}">
                      <a16:creationId xmlns:a16="http://schemas.microsoft.com/office/drawing/2014/main" id="{BAE0000D-A990-4743-959D-C9F2BD9970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28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80" name="Line 86">
                  <a:extLst>
                    <a:ext uri="{FF2B5EF4-FFF2-40B4-BE49-F238E27FC236}">
                      <a16:creationId xmlns:a16="http://schemas.microsoft.com/office/drawing/2014/main" id="{3D3FC3F0-BC8B-4BC4-A377-BE5545E1FA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998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81" name="Line 87">
                  <a:extLst>
                    <a:ext uri="{FF2B5EF4-FFF2-40B4-BE49-F238E27FC236}">
                      <a16:creationId xmlns:a16="http://schemas.microsoft.com/office/drawing/2014/main" id="{895B88FF-1809-4C2A-85CA-7B65E47DCD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2" y="184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682" name="Line 88">
                  <a:extLst>
                    <a:ext uri="{FF2B5EF4-FFF2-40B4-BE49-F238E27FC236}">
                      <a16:creationId xmlns:a16="http://schemas.microsoft.com/office/drawing/2014/main" id="{819AB680-8EA8-44D3-93B6-184C67AA5E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440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8666" name="Text Box 89">
              <a:extLst>
                <a:ext uri="{FF2B5EF4-FFF2-40B4-BE49-F238E27FC236}">
                  <a16:creationId xmlns:a16="http://schemas.microsoft.com/office/drawing/2014/main" id="{29DDB7F8-5AB4-4FC6-A6C0-473867E75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478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68667" name="Text Box 90">
              <a:extLst>
                <a:ext uri="{FF2B5EF4-FFF2-40B4-BE49-F238E27FC236}">
                  <a16:creationId xmlns:a16="http://schemas.microsoft.com/office/drawing/2014/main" id="{2D420320-B22E-44A6-AF51-32629B061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761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68668" name="Text Box 91">
              <a:extLst>
                <a:ext uri="{FF2B5EF4-FFF2-40B4-BE49-F238E27FC236}">
                  <a16:creationId xmlns:a16="http://schemas.microsoft.com/office/drawing/2014/main" id="{141E55F7-A6B2-4AD0-8615-DB9BA6383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316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69" name="Text Box 92">
              <a:extLst>
                <a:ext uri="{FF2B5EF4-FFF2-40B4-BE49-F238E27FC236}">
                  <a16:creationId xmlns:a16="http://schemas.microsoft.com/office/drawing/2014/main" id="{7A59079B-0403-4171-88F8-5F24807A0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044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4</a:t>
              </a:r>
            </a:p>
          </p:txBody>
        </p:sp>
        <p:sp>
          <p:nvSpPr>
            <p:cNvPr id="68670" name="Text Box 93">
              <a:extLst>
                <a:ext uri="{FF2B5EF4-FFF2-40B4-BE49-F238E27FC236}">
                  <a16:creationId xmlns:a16="http://schemas.microsoft.com/office/drawing/2014/main" id="{FF9601C4-6863-4815-830C-666025DC3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613"/>
              <a:ext cx="181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1" name="Line 94">
              <a:extLst>
                <a:ext uri="{FF2B5EF4-FFF2-40B4-BE49-F238E27FC236}">
                  <a16:creationId xmlns:a16="http://schemas.microsoft.com/office/drawing/2014/main" id="{35A0314F-844F-40CF-8BF5-691833F04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9" y="3027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72" name="Text Box 95">
              <a:extLst>
                <a:ext uri="{FF2B5EF4-FFF2-40B4-BE49-F238E27FC236}">
                  <a16:creationId xmlns:a16="http://schemas.microsoft.com/office/drawing/2014/main" id="{51AC2BB5-46FF-4651-81F7-2ADD447CF6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030"/>
              <a:ext cx="102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3" name="Text Box 96">
              <a:extLst>
                <a:ext uri="{FF2B5EF4-FFF2-40B4-BE49-F238E27FC236}">
                  <a16:creationId xmlns:a16="http://schemas.microsoft.com/office/drawing/2014/main" id="{77242458-1F92-44D1-AD1B-8C971184E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609"/>
              <a:ext cx="103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4" name="Text Box 97">
              <a:extLst>
                <a:ext uri="{FF2B5EF4-FFF2-40B4-BE49-F238E27FC236}">
                  <a16:creationId xmlns:a16="http://schemas.microsoft.com/office/drawing/2014/main" id="{25BAFBAA-F3D0-42E2-B491-6194BB4B0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446"/>
              <a:ext cx="39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5" name="Text Box 98">
              <a:extLst>
                <a:ext uri="{FF2B5EF4-FFF2-40B4-BE49-F238E27FC236}">
                  <a16:creationId xmlns:a16="http://schemas.microsoft.com/office/drawing/2014/main" id="{77D400F2-A580-44C3-B12A-19988751D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734"/>
              <a:ext cx="46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8676" name="Text Box 99">
              <a:extLst>
                <a:ext uri="{FF2B5EF4-FFF2-40B4-BE49-F238E27FC236}">
                  <a16:creationId xmlns:a16="http://schemas.microsoft.com/office/drawing/2014/main" id="{33395FE4-F204-4C20-B01B-E09202067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279"/>
              <a:ext cx="794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</p:grpSp>
      <p:sp>
        <p:nvSpPr>
          <p:cNvPr id="113764" name="Text Box 100">
            <a:extLst>
              <a:ext uri="{FF2B5EF4-FFF2-40B4-BE49-F238E27FC236}">
                <a16:creationId xmlns:a16="http://schemas.microsoft.com/office/drawing/2014/main" id="{85CE8D07-31EC-43B5-AAF2-F818BE0CC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800" y="5467350"/>
            <a:ext cx="2222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734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3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3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22" grpId="0" animBg="1"/>
      <p:bldP spid="11376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4">
            <a:extLst>
              <a:ext uri="{FF2B5EF4-FFF2-40B4-BE49-F238E27FC236}">
                <a16:creationId xmlns:a16="http://schemas.microsoft.com/office/drawing/2014/main" id="{CC73533D-49CD-4BC8-AAE9-467281897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44BB9382-D1BD-446B-B02E-1592F1799F3F}" type="slidenum">
              <a:rPr lang="en-US" altLang="zh-CN" sz="1400">
                <a:ea typeface="方正舒体" panose="02010601030101010101" pitchFamily="2" charset="-122"/>
              </a:rPr>
              <a:pPr/>
              <a:t>16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69635" name="Text Box 2">
            <a:extLst>
              <a:ext uri="{FF2B5EF4-FFF2-40B4-BE49-F238E27FC236}">
                <a16:creationId xmlns:a16="http://schemas.microsoft.com/office/drawing/2014/main" id="{FA7FEF78-6715-4A38-AFB8-0F9CDEE0F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14691" name="Group 3">
            <a:extLst>
              <a:ext uri="{FF2B5EF4-FFF2-40B4-BE49-F238E27FC236}">
                <a16:creationId xmlns:a16="http://schemas.microsoft.com/office/drawing/2014/main" id="{74301971-2A91-473F-815A-0AEF17B87723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69662" name="AutoShape 29">
            <a:extLst>
              <a:ext uri="{FF2B5EF4-FFF2-40B4-BE49-F238E27FC236}">
                <a16:creationId xmlns:a16="http://schemas.microsoft.com/office/drawing/2014/main" id="{5F4C3475-92F9-48A8-8D2B-B4968548FE71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1763713" y="5072063"/>
            <a:ext cx="1587" cy="669925"/>
          </a:xfrm>
          <a:prstGeom prst="bentConnector3">
            <a:avLst>
              <a:gd name="adj1" fmla="val -20800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9663" name="Group 70">
            <a:extLst>
              <a:ext uri="{FF2B5EF4-FFF2-40B4-BE49-F238E27FC236}">
                <a16:creationId xmlns:a16="http://schemas.microsoft.com/office/drawing/2014/main" id="{B852761E-AB1D-4FA4-81E5-E0FE146ADEC6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69701" name="Rectangle 32">
              <a:extLst>
                <a:ext uri="{FF2B5EF4-FFF2-40B4-BE49-F238E27FC236}">
                  <a16:creationId xmlns:a16="http://schemas.microsoft.com/office/drawing/2014/main" id="{8B32D1EC-673C-47CE-AA81-171D93547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69702" name="Rectangle 33">
              <a:extLst>
                <a:ext uri="{FF2B5EF4-FFF2-40B4-BE49-F238E27FC236}">
                  <a16:creationId xmlns:a16="http://schemas.microsoft.com/office/drawing/2014/main" id="{AF294C37-ED72-4542-B226-EA32AC92C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69703" name="Rectangle 34">
              <a:extLst>
                <a:ext uri="{FF2B5EF4-FFF2-40B4-BE49-F238E27FC236}">
                  <a16:creationId xmlns:a16="http://schemas.microsoft.com/office/drawing/2014/main" id="{E6F7A90B-7D8A-4320-ACBE-5567CACF1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69704" name="Rectangle 35">
              <a:extLst>
                <a:ext uri="{FF2B5EF4-FFF2-40B4-BE49-F238E27FC236}">
                  <a16:creationId xmlns:a16="http://schemas.microsoft.com/office/drawing/2014/main" id="{BDE15FFA-3607-4067-8D8D-BD25D17CC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69705" name="Rectangle 36">
              <a:extLst>
                <a:ext uri="{FF2B5EF4-FFF2-40B4-BE49-F238E27FC236}">
                  <a16:creationId xmlns:a16="http://schemas.microsoft.com/office/drawing/2014/main" id="{225A3ABA-D1C3-4DF0-8253-3C5B340DF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69706" name="Freeform 37">
              <a:extLst>
                <a:ext uri="{FF2B5EF4-FFF2-40B4-BE49-F238E27FC236}">
                  <a16:creationId xmlns:a16="http://schemas.microsoft.com/office/drawing/2014/main" id="{71355BC7-5F71-41E4-863E-9ED1114E3B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7" name="Freeform 38">
              <a:extLst>
                <a:ext uri="{FF2B5EF4-FFF2-40B4-BE49-F238E27FC236}">
                  <a16:creationId xmlns:a16="http://schemas.microsoft.com/office/drawing/2014/main" id="{5B80E8F5-C138-4175-87E2-A4291B30D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8" name="Line 39">
              <a:extLst>
                <a:ext uri="{FF2B5EF4-FFF2-40B4-BE49-F238E27FC236}">
                  <a16:creationId xmlns:a16="http://schemas.microsoft.com/office/drawing/2014/main" id="{814DE3DC-4CA1-4D8B-82ED-58845E97A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09" name="Line 40">
              <a:extLst>
                <a:ext uri="{FF2B5EF4-FFF2-40B4-BE49-F238E27FC236}">
                  <a16:creationId xmlns:a16="http://schemas.microsoft.com/office/drawing/2014/main" id="{3AAACCB8-B82F-40F5-97E8-3BA22C302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0" name="Line 41">
              <a:extLst>
                <a:ext uri="{FF2B5EF4-FFF2-40B4-BE49-F238E27FC236}">
                  <a16:creationId xmlns:a16="http://schemas.microsoft.com/office/drawing/2014/main" id="{372934DE-E3F4-46D9-B009-E4264CA8E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1" name="Line 42">
              <a:extLst>
                <a:ext uri="{FF2B5EF4-FFF2-40B4-BE49-F238E27FC236}">
                  <a16:creationId xmlns:a16="http://schemas.microsoft.com/office/drawing/2014/main" id="{1CA59353-8DCC-400C-89D6-587E68CB9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2" name="Line 43">
              <a:extLst>
                <a:ext uri="{FF2B5EF4-FFF2-40B4-BE49-F238E27FC236}">
                  <a16:creationId xmlns:a16="http://schemas.microsoft.com/office/drawing/2014/main" id="{76AC4EDC-27FC-4880-A4B3-ED73E4E7FD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3" name="Line 44">
              <a:extLst>
                <a:ext uri="{FF2B5EF4-FFF2-40B4-BE49-F238E27FC236}">
                  <a16:creationId xmlns:a16="http://schemas.microsoft.com/office/drawing/2014/main" id="{65C26382-EC92-4C37-A6A2-DC2B02E3B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4" name="Rectangle 45">
              <a:extLst>
                <a:ext uri="{FF2B5EF4-FFF2-40B4-BE49-F238E27FC236}">
                  <a16:creationId xmlns:a16="http://schemas.microsoft.com/office/drawing/2014/main" id="{6CABB593-257A-4AAB-9DC0-0BBB5C966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69715" name="Line 46">
              <a:extLst>
                <a:ext uri="{FF2B5EF4-FFF2-40B4-BE49-F238E27FC236}">
                  <a16:creationId xmlns:a16="http://schemas.microsoft.com/office/drawing/2014/main" id="{F1F4BA97-D5AB-4C48-A445-EC75C5FDC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6" name="Line 47">
              <a:extLst>
                <a:ext uri="{FF2B5EF4-FFF2-40B4-BE49-F238E27FC236}">
                  <a16:creationId xmlns:a16="http://schemas.microsoft.com/office/drawing/2014/main" id="{95DB0D62-0D8F-4E9F-8703-B2E22B93D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717" name="Rectangle 48">
              <a:extLst>
                <a:ext uri="{FF2B5EF4-FFF2-40B4-BE49-F238E27FC236}">
                  <a16:creationId xmlns:a16="http://schemas.microsoft.com/office/drawing/2014/main" id="{DE3BAC4C-2E39-48F9-9689-D50BA2248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sp>
        <p:nvSpPr>
          <p:cNvPr id="69664" name="Rectangle 49">
            <a:extLst>
              <a:ext uri="{FF2B5EF4-FFF2-40B4-BE49-F238E27FC236}">
                <a16:creationId xmlns:a16="http://schemas.microsoft.com/office/drawing/2014/main" id="{0E1A72EB-3AD5-4013-AB45-C723F31B5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69665" name="Rectangle 50">
            <a:extLst>
              <a:ext uri="{FF2B5EF4-FFF2-40B4-BE49-F238E27FC236}">
                <a16:creationId xmlns:a16="http://schemas.microsoft.com/office/drawing/2014/main" id="{042746EE-A373-4A17-866B-1BC01E729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zh-CN" altLang="zh-CN" b="1">
              <a:ea typeface="方正舒体" panose="02010601030101010101" pitchFamily="2" charset="-122"/>
            </a:endParaRPr>
          </a:p>
        </p:txBody>
      </p:sp>
      <p:sp>
        <p:nvSpPr>
          <p:cNvPr id="69666" name="Rectangle 51">
            <a:extLst>
              <a:ext uri="{FF2B5EF4-FFF2-40B4-BE49-F238E27FC236}">
                <a16:creationId xmlns:a16="http://schemas.microsoft.com/office/drawing/2014/main" id="{752FCE70-A60F-4B42-8DF1-E4D365C12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69667" name="Rectangle 52">
            <a:extLst>
              <a:ext uri="{FF2B5EF4-FFF2-40B4-BE49-F238E27FC236}">
                <a16:creationId xmlns:a16="http://schemas.microsoft.com/office/drawing/2014/main" id="{8198607D-6AD4-4205-97EC-BF941CC30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903788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(&amp;)NEW</a:t>
            </a:r>
          </a:p>
        </p:txBody>
      </p:sp>
      <p:sp>
        <p:nvSpPr>
          <p:cNvPr id="69668" name="Rectangle 53">
            <a:extLst>
              <a:ext uri="{FF2B5EF4-FFF2-40B4-BE49-F238E27FC236}">
                <a16:creationId xmlns:a16="http://schemas.microsoft.com/office/drawing/2014/main" id="{AE14F4BD-F95E-4998-9FCE-BF1D0C13F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56882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5</a:t>
            </a:r>
          </a:p>
        </p:txBody>
      </p:sp>
      <p:sp>
        <p:nvSpPr>
          <p:cNvPr id="69669" name="Rectangle 54">
            <a:extLst>
              <a:ext uri="{FF2B5EF4-FFF2-40B4-BE49-F238E27FC236}">
                <a16:creationId xmlns:a16="http://schemas.microsoft.com/office/drawing/2014/main" id="{E5DA9789-E49F-4696-8D34-800C7328D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23386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4</a:t>
            </a:r>
          </a:p>
        </p:txBody>
      </p:sp>
      <p:sp>
        <p:nvSpPr>
          <p:cNvPr id="69670" name="Rectangle 55">
            <a:extLst>
              <a:ext uri="{FF2B5EF4-FFF2-40B4-BE49-F238E27FC236}">
                <a16:creationId xmlns:a16="http://schemas.microsoft.com/office/drawing/2014/main" id="{750DFC82-AA00-4198-BE9D-05CB16F54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9890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@ADD</a:t>
            </a:r>
          </a:p>
        </p:txBody>
      </p:sp>
      <p:sp>
        <p:nvSpPr>
          <p:cNvPr id="69671" name="Line 60">
            <a:extLst>
              <a:ext uri="{FF2B5EF4-FFF2-40B4-BE49-F238E27FC236}">
                <a16:creationId xmlns:a16="http://schemas.microsoft.com/office/drawing/2014/main" id="{EBC58D51-4D54-47FD-84F2-CC8653A9E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89890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2" name="Line 61">
            <a:extLst>
              <a:ext uri="{FF2B5EF4-FFF2-40B4-BE49-F238E27FC236}">
                <a16:creationId xmlns:a16="http://schemas.microsoft.com/office/drawing/2014/main" id="{62E23704-02F2-4774-9594-1FE6DD60D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23386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3" name="Line 62">
            <a:extLst>
              <a:ext uri="{FF2B5EF4-FFF2-40B4-BE49-F238E27FC236}">
                <a16:creationId xmlns:a16="http://schemas.microsoft.com/office/drawing/2014/main" id="{A93CCBDA-C91E-4645-B6FB-A2D0199D20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568825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4" name="Line 63">
            <a:extLst>
              <a:ext uri="{FF2B5EF4-FFF2-40B4-BE49-F238E27FC236}">
                <a16:creationId xmlns:a16="http://schemas.microsoft.com/office/drawing/2014/main" id="{8A3D3C04-1FF9-4463-A16D-FB1BCDF4ED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4903788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5" name="Line 64">
            <a:extLst>
              <a:ext uri="{FF2B5EF4-FFF2-40B4-BE49-F238E27FC236}">
                <a16:creationId xmlns:a16="http://schemas.microsoft.com/office/drawing/2014/main" id="{75B1D54A-78F5-4738-AB12-61676E7C29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6" name="Line 65">
            <a:extLst>
              <a:ext uri="{FF2B5EF4-FFF2-40B4-BE49-F238E27FC236}">
                <a16:creationId xmlns:a16="http://schemas.microsoft.com/office/drawing/2014/main" id="{256A1C7B-67C3-4855-ADCB-234607DC8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7" name="Line 66">
            <a:extLst>
              <a:ext uri="{FF2B5EF4-FFF2-40B4-BE49-F238E27FC236}">
                <a16:creationId xmlns:a16="http://schemas.microsoft.com/office/drawing/2014/main" id="{38CCD0EE-227E-4EC8-9099-2F6DCDFB2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8" name="Line 67">
            <a:extLst>
              <a:ext uri="{FF2B5EF4-FFF2-40B4-BE49-F238E27FC236}">
                <a16:creationId xmlns:a16="http://schemas.microsoft.com/office/drawing/2014/main" id="{74FA3803-BD62-46E4-8936-AE6AF61A1A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9" name="Freeform 68">
            <a:extLst>
              <a:ext uri="{FF2B5EF4-FFF2-40B4-BE49-F238E27FC236}">
                <a16:creationId xmlns:a16="http://schemas.microsoft.com/office/drawing/2014/main" id="{E52BC2BE-3A1A-47F6-B1B9-68866E7720C3}"/>
              </a:ext>
            </a:extLst>
          </p:cNvPr>
          <p:cNvSpPr>
            <a:spLocks/>
          </p:cNvSpPr>
          <p:nvPr/>
        </p:nvSpPr>
        <p:spPr bwMode="auto">
          <a:xfrm>
            <a:off x="1765300" y="3911600"/>
            <a:ext cx="1588" cy="2332038"/>
          </a:xfrm>
          <a:custGeom>
            <a:avLst/>
            <a:gdLst>
              <a:gd name="T0" fmla="*/ 0 w 1"/>
              <a:gd name="T1" fmla="*/ 0 h 1469"/>
              <a:gd name="T2" fmla="*/ 0 w 1"/>
              <a:gd name="T3" fmla="*/ 2147483646 h 146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469">
                <a:moveTo>
                  <a:pt x="0" y="0"/>
                </a:moveTo>
                <a:lnTo>
                  <a:pt x="0" y="1469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80" name="Freeform 69">
            <a:extLst>
              <a:ext uri="{FF2B5EF4-FFF2-40B4-BE49-F238E27FC236}">
                <a16:creationId xmlns:a16="http://schemas.microsoft.com/office/drawing/2014/main" id="{6B8EA736-6015-4799-9FC9-0BB08815CFD6}"/>
              </a:ext>
            </a:extLst>
          </p:cNvPr>
          <p:cNvSpPr>
            <a:spLocks/>
          </p:cNvSpPr>
          <p:nvPr/>
        </p:nvSpPr>
        <p:spPr bwMode="auto">
          <a:xfrm>
            <a:off x="3276600" y="3898900"/>
            <a:ext cx="1588" cy="2344738"/>
          </a:xfrm>
          <a:custGeom>
            <a:avLst/>
            <a:gdLst>
              <a:gd name="T0" fmla="*/ 0 w 1"/>
              <a:gd name="T1" fmla="*/ 0 h 1477"/>
              <a:gd name="T2" fmla="*/ 0 w 1"/>
              <a:gd name="T3" fmla="*/ 2147483646 h 147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477">
                <a:moveTo>
                  <a:pt x="0" y="0"/>
                </a:moveTo>
                <a:lnTo>
                  <a:pt x="0" y="1477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9681" name="Group 71">
            <a:extLst>
              <a:ext uri="{FF2B5EF4-FFF2-40B4-BE49-F238E27FC236}">
                <a16:creationId xmlns:a16="http://schemas.microsoft.com/office/drawing/2014/main" id="{04C5230A-8BD8-4914-9639-FAE23B75FE66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4005263"/>
            <a:ext cx="1727200" cy="2233612"/>
            <a:chOff x="4286" y="2160"/>
            <a:chExt cx="1406" cy="1766"/>
          </a:xfrm>
        </p:grpSpPr>
        <p:sp>
          <p:nvSpPr>
            <p:cNvPr id="69682" name="Text Box 72">
              <a:extLst>
                <a:ext uri="{FF2B5EF4-FFF2-40B4-BE49-F238E27FC236}">
                  <a16:creationId xmlns:a16="http://schemas.microsoft.com/office/drawing/2014/main" id="{FEE83677-A06C-4561-B5F1-9810CFCDEB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2160"/>
              <a:ext cx="101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</a:rPr>
                <a:t>数据区：</a:t>
              </a:r>
            </a:p>
          </p:txBody>
        </p:sp>
        <p:grpSp>
          <p:nvGrpSpPr>
            <p:cNvPr id="69683" name="Group 73">
              <a:extLst>
                <a:ext uri="{FF2B5EF4-FFF2-40B4-BE49-F238E27FC236}">
                  <a16:creationId xmlns:a16="http://schemas.microsoft.com/office/drawing/2014/main" id="{E80912F7-A0B8-4228-84A7-75E49A63C6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9" y="2478"/>
              <a:ext cx="1118" cy="1447"/>
              <a:chOff x="912" y="624"/>
              <a:chExt cx="1488" cy="2151"/>
            </a:xfrm>
          </p:grpSpPr>
          <p:sp>
            <p:nvSpPr>
              <p:cNvPr id="69695" name="Rectangle 74">
                <a:extLst>
                  <a:ext uri="{FF2B5EF4-FFF2-40B4-BE49-F238E27FC236}">
                    <a16:creationId xmlns:a16="http://schemas.microsoft.com/office/drawing/2014/main" id="{854FCE68-68A3-48AE-BC58-D58E702C9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624"/>
                <a:ext cx="1488" cy="215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457200" indent="-4572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</a:pPr>
                <a:endParaRPr lang="zh-CN" altLang="zh-CN" b="1"/>
              </a:p>
            </p:txBody>
          </p:sp>
          <p:grpSp>
            <p:nvGrpSpPr>
              <p:cNvPr id="69696" name="Group 75">
                <a:extLst>
                  <a:ext uri="{FF2B5EF4-FFF2-40B4-BE49-F238E27FC236}">
                    <a16:creationId xmlns:a16="http://schemas.microsoft.com/office/drawing/2014/main" id="{063FE739-1385-4A02-AF8C-AE30F1D393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998"/>
                <a:ext cx="1488" cy="1288"/>
                <a:chOff x="912" y="998"/>
                <a:chExt cx="1488" cy="1288"/>
              </a:xfrm>
            </p:grpSpPr>
            <p:sp>
              <p:nvSpPr>
                <p:cNvPr id="69697" name="Line 76">
                  <a:extLst>
                    <a:ext uri="{FF2B5EF4-FFF2-40B4-BE49-F238E27FC236}">
                      <a16:creationId xmlns:a16="http://schemas.microsoft.com/office/drawing/2014/main" id="{37503ACE-EAC7-4B15-B018-2674B9F9FC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28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98" name="Line 77">
                  <a:extLst>
                    <a:ext uri="{FF2B5EF4-FFF2-40B4-BE49-F238E27FC236}">
                      <a16:creationId xmlns:a16="http://schemas.microsoft.com/office/drawing/2014/main" id="{C10A7BB5-4D7D-4E94-B03B-13A8471F02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998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699" name="Line 78">
                  <a:extLst>
                    <a:ext uri="{FF2B5EF4-FFF2-40B4-BE49-F238E27FC236}">
                      <a16:creationId xmlns:a16="http://schemas.microsoft.com/office/drawing/2014/main" id="{9A8433EE-873A-4599-98AD-F0EBEA2498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2" y="184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700" name="Line 79">
                  <a:extLst>
                    <a:ext uri="{FF2B5EF4-FFF2-40B4-BE49-F238E27FC236}">
                      <a16:creationId xmlns:a16="http://schemas.microsoft.com/office/drawing/2014/main" id="{02A24D19-DA56-4A75-9F35-6FD9CD63BA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440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69684" name="Text Box 80">
              <a:extLst>
                <a:ext uri="{FF2B5EF4-FFF2-40B4-BE49-F238E27FC236}">
                  <a16:creationId xmlns:a16="http://schemas.microsoft.com/office/drawing/2014/main" id="{39587497-13A1-4983-A263-5D08F7FB7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478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69685" name="Text Box 81">
              <a:extLst>
                <a:ext uri="{FF2B5EF4-FFF2-40B4-BE49-F238E27FC236}">
                  <a16:creationId xmlns:a16="http://schemas.microsoft.com/office/drawing/2014/main" id="{0B3EB667-1D0E-4230-BFEC-C2FE2A3E1E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761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69686" name="Text Box 82">
              <a:extLst>
                <a:ext uri="{FF2B5EF4-FFF2-40B4-BE49-F238E27FC236}">
                  <a16:creationId xmlns:a16="http://schemas.microsoft.com/office/drawing/2014/main" id="{BFD61A73-3DCC-49F9-89FD-867442A08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316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5</a:t>
              </a:r>
            </a:p>
          </p:txBody>
        </p:sp>
        <p:sp>
          <p:nvSpPr>
            <p:cNvPr id="69687" name="Text Box 83">
              <a:extLst>
                <a:ext uri="{FF2B5EF4-FFF2-40B4-BE49-F238E27FC236}">
                  <a16:creationId xmlns:a16="http://schemas.microsoft.com/office/drawing/2014/main" id="{85ECAE0C-60A7-4A71-85CC-2E0DEF031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044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4</a:t>
              </a:r>
            </a:p>
          </p:txBody>
        </p:sp>
        <p:sp>
          <p:nvSpPr>
            <p:cNvPr id="69688" name="Text Box 84">
              <a:extLst>
                <a:ext uri="{FF2B5EF4-FFF2-40B4-BE49-F238E27FC236}">
                  <a16:creationId xmlns:a16="http://schemas.microsoft.com/office/drawing/2014/main" id="{D0182E6D-B271-4B13-B939-8DD35CEB01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613"/>
              <a:ext cx="181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6</a:t>
              </a:r>
            </a:p>
          </p:txBody>
        </p:sp>
        <p:sp>
          <p:nvSpPr>
            <p:cNvPr id="69689" name="Line 85">
              <a:extLst>
                <a:ext uri="{FF2B5EF4-FFF2-40B4-BE49-F238E27FC236}">
                  <a16:creationId xmlns:a16="http://schemas.microsoft.com/office/drawing/2014/main" id="{64D9F860-37E6-4EA0-AB9A-85F03D55CB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9" y="3027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90" name="Text Box 86">
              <a:extLst>
                <a:ext uri="{FF2B5EF4-FFF2-40B4-BE49-F238E27FC236}">
                  <a16:creationId xmlns:a16="http://schemas.microsoft.com/office/drawing/2014/main" id="{F67996F1-1A91-4FA9-87BB-FCEF92163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030"/>
              <a:ext cx="102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9691" name="Text Box 87">
              <a:extLst>
                <a:ext uri="{FF2B5EF4-FFF2-40B4-BE49-F238E27FC236}">
                  <a16:creationId xmlns:a16="http://schemas.microsoft.com/office/drawing/2014/main" id="{C0D75780-8EA5-4838-99DE-9F7E55146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609"/>
              <a:ext cx="103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b="1"/>
                <a:t>NEW</a:t>
              </a:r>
            </a:p>
          </p:txBody>
        </p:sp>
        <p:sp>
          <p:nvSpPr>
            <p:cNvPr id="69692" name="Text Box 88">
              <a:extLst>
                <a:ext uri="{FF2B5EF4-FFF2-40B4-BE49-F238E27FC236}">
                  <a16:creationId xmlns:a16="http://schemas.microsoft.com/office/drawing/2014/main" id="{FBC40DAD-B07B-4232-B620-2776B5BDA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446"/>
              <a:ext cx="39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9693" name="Text Box 89">
              <a:extLst>
                <a:ext uri="{FF2B5EF4-FFF2-40B4-BE49-F238E27FC236}">
                  <a16:creationId xmlns:a16="http://schemas.microsoft.com/office/drawing/2014/main" id="{FADEB1E3-A955-473A-A0F2-6C780A4EC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734"/>
              <a:ext cx="46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69694" name="Text Box 90">
              <a:extLst>
                <a:ext uri="{FF2B5EF4-FFF2-40B4-BE49-F238E27FC236}">
                  <a16:creationId xmlns:a16="http://schemas.microsoft.com/office/drawing/2014/main" id="{23C14E5A-49CA-46F9-B356-D8B5DC597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279"/>
              <a:ext cx="794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灯片编号占位符 4">
            <a:extLst>
              <a:ext uri="{FF2B5EF4-FFF2-40B4-BE49-F238E27FC236}">
                <a16:creationId xmlns:a16="http://schemas.microsoft.com/office/drawing/2014/main" id="{E5D70788-57F5-4D39-9409-A2C3DFCC7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fld id="{D49068C0-1145-4CC2-8252-7579738B0EA2}" type="slidenum">
              <a:rPr lang="en-US" altLang="zh-CN" sz="1400">
                <a:ea typeface="方正舒体" panose="02010601030101010101" pitchFamily="2" charset="-122"/>
              </a:rPr>
              <a:pPr/>
              <a:t>17</a:t>
            </a:fld>
            <a:endParaRPr lang="en-US" altLang="zh-CN" sz="1400">
              <a:ea typeface="方正舒体" panose="02010601030101010101" pitchFamily="2" charset="-122"/>
            </a:endParaRPr>
          </a:p>
        </p:txBody>
      </p:sp>
      <p:sp>
        <p:nvSpPr>
          <p:cNvPr id="70659" name="Text Box 2">
            <a:extLst>
              <a:ext uri="{FF2B5EF4-FFF2-40B4-BE49-F238E27FC236}">
                <a16:creationId xmlns:a16="http://schemas.microsoft.com/office/drawing/2014/main" id="{B74C8F46-949C-4E02-856F-EE984D90D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0200" y="36513"/>
            <a:ext cx="4956175" cy="2239962"/>
          </a:xfrm>
          <a:prstGeom prst="rect">
            <a:avLst/>
          </a:prstGeom>
          <a:solidFill>
            <a:srgbClr val="EBEBFF"/>
          </a:solidFill>
          <a:ln w="9525">
            <a:solidFill>
              <a:schemeClr val="tx1"/>
            </a:solidFill>
            <a:miter lim="800000"/>
            <a:headEnd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bIns="180000">
            <a:spAutoFit/>
          </a:bodyPr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1. &lt;S&gt; →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  </a:t>
            </a:r>
            <a:r>
              <a:rPr lang="en-US" altLang="zh-CN" sz="1800" b="1"/>
              <a:t>@ANSWER</a:t>
            </a:r>
            <a:r>
              <a:rPr lang="en-US" altLang="zh-CN" sz="1800" b="1" baseline="-25000"/>
              <a:t>↓r</a:t>
            </a:r>
            <a:r>
              <a:rPr lang="en-US" altLang="zh-CN" sz="1800" b="1"/>
              <a:t>          r := p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2.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+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@ADD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r>
              <a:rPr lang="en-US" altLang="zh-CN" sz="1800" b="1"/>
              <a:t>   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r, 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+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3.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P</a:t>
            </a:r>
            <a:r>
              <a:rPr lang="en-US" altLang="zh-CN" sz="1800" b="1"/>
              <a:t>→ *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 </a:t>
            </a:r>
            <a:r>
              <a:rPr lang="en-US" altLang="zh-CN" sz="1800" b="1"/>
              <a:t> &lt;E&gt;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r  </a:t>
            </a:r>
            <a:r>
              <a:rPr lang="en-US" altLang="zh-CN" sz="1800" b="1"/>
              <a:t>@MULT</a:t>
            </a:r>
            <a:r>
              <a:rPr lang="en-US" altLang="zh-CN" sz="1800" b="1" baseline="-25000"/>
              <a:t>↓A1, A2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R</a:t>
            </a:r>
            <a:endParaRPr lang="en-US" altLang="zh-CN" sz="1800" b="1"/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        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:= q , 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 := r , R := A</a:t>
            </a:r>
            <a:r>
              <a:rPr lang="en-US" altLang="zh-CN" sz="1800" b="1" baseline="-25000"/>
              <a:t>1</a:t>
            </a:r>
            <a:r>
              <a:rPr lang="en-US" altLang="zh-CN" sz="1800" b="1"/>
              <a:t> * A</a:t>
            </a:r>
            <a:r>
              <a:rPr lang="en-US" altLang="zh-CN" sz="1800" b="1" baseline="-25000"/>
              <a:t>2</a:t>
            </a:r>
            <a:r>
              <a:rPr lang="en-US" altLang="zh-CN" sz="1800" b="1"/>
              <a:t>,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R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sz="1800" b="1"/>
              <a:t>4. &lt;E&gt;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 P</a:t>
            </a:r>
            <a:r>
              <a:rPr lang="en-US" altLang="zh-CN" sz="1800" b="1"/>
              <a:t> → C </a:t>
            </a:r>
            <a:r>
              <a:rPr lang="en-US" altLang="zh-CN" sz="1800" b="1" baseline="-25000">
                <a:sym typeface="Symbol" panose="05050102010706020507" pitchFamily="18" charset="2"/>
              </a:rPr>
              <a:t></a:t>
            </a:r>
            <a:r>
              <a:rPr lang="en-US" altLang="zh-CN" sz="1800" b="1" baseline="-25000"/>
              <a:t>q</a:t>
            </a:r>
            <a:r>
              <a:rPr lang="en-US" altLang="zh-CN" sz="1800" b="1"/>
              <a:t>                                   P</a:t>
            </a:r>
            <a:r>
              <a:rPr lang="en-US" altLang="zh-CN" sz="1800" b="1" baseline="-25000"/>
              <a:t> </a:t>
            </a:r>
            <a:r>
              <a:rPr lang="en-US" altLang="zh-CN" sz="1800" b="1"/>
              <a:t>:= q;</a:t>
            </a:r>
          </a:p>
        </p:txBody>
      </p:sp>
      <p:graphicFrame>
        <p:nvGraphicFramePr>
          <p:cNvPr id="115715" name="Group 3">
            <a:extLst>
              <a:ext uri="{FF2B5EF4-FFF2-40B4-BE49-F238E27FC236}">
                <a16:creationId xmlns:a16="http://schemas.microsoft.com/office/drawing/2014/main" id="{0235D4BA-04A6-4F88-A254-8C650120E8E7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5003800" y="2492375"/>
          <a:ext cx="3467100" cy="1257300"/>
        </p:xfrm>
        <a:graphic>
          <a:graphicData uri="http://schemas.openxmlformats.org/drawingml/2006/table">
            <a:tbl>
              <a:tblPr/>
              <a:tblGrid>
                <a:gridCol w="693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3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&lt;S&gt;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acc</a:t>
                      </a: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&lt;E&gt;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方正舒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方正舒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686" name="Rectangle 48">
            <a:extLst>
              <a:ext uri="{FF2B5EF4-FFF2-40B4-BE49-F238E27FC236}">
                <a16:creationId xmlns:a16="http://schemas.microsoft.com/office/drawing/2014/main" id="{6A2634D5-8997-48C2-AACE-E7774021D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908675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#</a:t>
            </a:r>
          </a:p>
        </p:txBody>
      </p:sp>
      <p:sp>
        <p:nvSpPr>
          <p:cNvPr id="70687" name="Rectangle 49">
            <a:extLst>
              <a:ext uri="{FF2B5EF4-FFF2-40B4-BE49-F238E27FC236}">
                <a16:creationId xmlns:a16="http://schemas.microsoft.com/office/drawing/2014/main" id="{2E904BC4-67EC-42B3-BCCB-302F49D14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573713"/>
            <a:ext cx="1511300" cy="3349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b="1">
                <a:ea typeface="方正舒体" panose="02010601030101010101" pitchFamily="2" charset="-122"/>
              </a:rPr>
              <a:t>6</a:t>
            </a:r>
          </a:p>
        </p:txBody>
      </p:sp>
      <p:sp>
        <p:nvSpPr>
          <p:cNvPr id="70688" name="Rectangle 50">
            <a:extLst>
              <a:ext uri="{FF2B5EF4-FFF2-40B4-BE49-F238E27FC236}">
                <a16:creationId xmlns:a16="http://schemas.microsoft.com/office/drawing/2014/main" id="{E27918FC-CE70-4921-85B7-9D26433D6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238750"/>
            <a:ext cx="1511300" cy="3349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/>
          <a:lstStyle>
            <a:lvl1pPr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1pPr>
            <a:lvl2pPr marL="742950" indent="-28575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2pPr>
            <a:lvl3pPr marL="11430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3pPr>
            <a:lvl4pPr marL="16002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zh-CN" sz="1800" b="1">
                <a:ea typeface="方正舒体" panose="02010601030101010101" pitchFamily="2" charset="-122"/>
              </a:rPr>
              <a:t>@ANSWER</a:t>
            </a:r>
          </a:p>
        </p:txBody>
      </p:sp>
      <p:sp>
        <p:nvSpPr>
          <p:cNvPr id="70689" name="Line 59">
            <a:extLst>
              <a:ext uri="{FF2B5EF4-FFF2-40B4-BE49-F238E27FC236}">
                <a16:creationId xmlns:a16="http://schemas.microsoft.com/office/drawing/2014/main" id="{9C90CA7C-D978-4980-98A5-BD1BFE08EF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238750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90" name="Line 60">
            <a:extLst>
              <a:ext uri="{FF2B5EF4-FFF2-40B4-BE49-F238E27FC236}">
                <a16:creationId xmlns:a16="http://schemas.microsoft.com/office/drawing/2014/main" id="{099A5EBD-6771-4A95-B207-4305E7A11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573713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91" name="Line 61">
            <a:extLst>
              <a:ext uri="{FF2B5EF4-FFF2-40B4-BE49-F238E27FC236}">
                <a16:creationId xmlns:a16="http://schemas.microsoft.com/office/drawing/2014/main" id="{0B2D0F08-137F-4D49-9F45-0E29CF3F90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5908675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92" name="Line 62">
            <a:extLst>
              <a:ext uri="{FF2B5EF4-FFF2-40B4-BE49-F238E27FC236}">
                <a16:creationId xmlns:a16="http://schemas.microsoft.com/office/drawing/2014/main" id="{8CAED761-53EA-43A3-9B2F-8B5A34D45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6243638"/>
            <a:ext cx="15113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93" name="Freeform 63">
            <a:extLst>
              <a:ext uri="{FF2B5EF4-FFF2-40B4-BE49-F238E27FC236}">
                <a16:creationId xmlns:a16="http://schemas.microsoft.com/office/drawing/2014/main" id="{49B49E54-DB06-4BF2-8D69-B0BD39045DC7}"/>
              </a:ext>
            </a:extLst>
          </p:cNvPr>
          <p:cNvSpPr>
            <a:spLocks/>
          </p:cNvSpPr>
          <p:nvPr/>
        </p:nvSpPr>
        <p:spPr bwMode="auto">
          <a:xfrm>
            <a:off x="1765300" y="5232400"/>
            <a:ext cx="1588" cy="1011238"/>
          </a:xfrm>
          <a:custGeom>
            <a:avLst/>
            <a:gdLst>
              <a:gd name="T0" fmla="*/ 0 w 1"/>
              <a:gd name="T1" fmla="*/ 0 h 637"/>
              <a:gd name="T2" fmla="*/ 0 w 1"/>
              <a:gd name="T3" fmla="*/ 2147483646 h 63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637">
                <a:moveTo>
                  <a:pt x="0" y="0"/>
                </a:moveTo>
                <a:lnTo>
                  <a:pt x="0" y="637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694" name="Freeform 64">
            <a:extLst>
              <a:ext uri="{FF2B5EF4-FFF2-40B4-BE49-F238E27FC236}">
                <a16:creationId xmlns:a16="http://schemas.microsoft.com/office/drawing/2014/main" id="{8FB70365-FA11-4776-93CD-E506C12B5BD7}"/>
              </a:ext>
            </a:extLst>
          </p:cNvPr>
          <p:cNvSpPr>
            <a:spLocks/>
          </p:cNvSpPr>
          <p:nvPr/>
        </p:nvSpPr>
        <p:spPr bwMode="auto">
          <a:xfrm>
            <a:off x="3276600" y="5232400"/>
            <a:ext cx="1588" cy="1011238"/>
          </a:xfrm>
          <a:custGeom>
            <a:avLst/>
            <a:gdLst>
              <a:gd name="T0" fmla="*/ 0 w 1"/>
              <a:gd name="T1" fmla="*/ 0 h 637"/>
              <a:gd name="T2" fmla="*/ 0 w 1"/>
              <a:gd name="T3" fmla="*/ 2147483646 h 63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637">
                <a:moveTo>
                  <a:pt x="0" y="0"/>
                </a:moveTo>
                <a:lnTo>
                  <a:pt x="0" y="637"/>
                </a:lnTo>
              </a:path>
            </a:pathLst>
          </a:custGeom>
          <a:noFill/>
          <a:ln w="28575" cap="sq">
            <a:solidFill>
              <a:schemeClr val="tx1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0695" name="Group 65">
            <a:extLst>
              <a:ext uri="{FF2B5EF4-FFF2-40B4-BE49-F238E27FC236}">
                <a16:creationId xmlns:a16="http://schemas.microsoft.com/office/drawing/2014/main" id="{E2AEC658-81FB-4218-82B2-74EDC90B30C0}"/>
              </a:ext>
            </a:extLst>
          </p:cNvPr>
          <p:cNvGrpSpPr>
            <a:grpSpLocks/>
          </p:cNvGrpSpPr>
          <p:nvPr/>
        </p:nvGrpSpPr>
        <p:grpSpPr bwMode="auto">
          <a:xfrm>
            <a:off x="4408488" y="5084763"/>
            <a:ext cx="2770187" cy="728662"/>
            <a:chOff x="2777" y="3203"/>
            <a:chExt cx="1745" cy="459"/>
          </a:xfrm>
        </p:grpSpPr>
        <p:sp>
          <p:nvSpPr>
            <p:cNvPr id="70716" name="Rectangle 66">
              <a:extLst>
                <a:ext uri="{FF2B5EF4-FFF2-40B4-BE49-F238E27FC236}">
                  <a16:creationId xmlns:a16="http://schemas.microsoft.com/office/drawing/2014/main" id="{5B64B526-473D-41C8-954C-45562CD23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9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5</a:t>
              </a:r>
            </a:p>
          </p:txBody>
        </p:sp>
        <p:sp>
          <p:nvSpPr>
            <p:cNvPr id="70717" name="Rectangle 67">
              <a:extLst>
                <a:ext uri="{FF2B5EF4-FFF2-40B4-BE49-F238E27FC236}">
                  <a16:creationId xmlns:a16="http://schemas.microsoft.com/office/drawing/2014/main" id="{E3873E25-7BEA-43A8-A880-13BEAAF72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3</a:t>
              </a:r>
            </a:p>
          </p:txBody>
        </p:sp>
        <p:sp>
          <p:nvSpPr>
            <p:cNvPr id="70718" name="Rectangle 68">
              <a:extLst>
                <a:ext uri="{FF2B5EF4-FFF2-40B4-BE49-F238E27FC236}">
                  <a16:creationId xmlns:a16="http://schemas.microsoft.com/office/drawing/2014/main" id="{5DBF2712-3C6A-4149-91FA-31F22777C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C</a:t>
              </a:r>
              <a:r>
                <a:rPr lang="en-US" altLang="zh-CN" b="1" baseline="-25000">
                  <a:ea typeface="方正舒体" panose="02010601030101010101" pitchFamily="2" charset="-122"/>
                </a:rPr>
                <a:t>2</a:t>
              </a:r>
            </a:p>
          </p:txBody>
        </p:sp>
        <p:sp>
          <p:nvSpPr>
            <p:cNvPr id="70719" name="Rectangle 69">
              <a:extLst>
                <a:ext uri="{FF2B5EF4-FFF2-40B4-BE49-F238E27FC236}">
                  <a16:creationId xmlns:a16="http://schemas.microsoft.com/office/drawing/2014/main" id="{CB89CC24-897D-4662-B529-E8DC671BF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7" y="3209"/>
              <a:ext cx="291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*</a:t>
              </a:r>
            </a:p>
          </p:txBody>
        </p:sp>
        <p:sp>
          <p:nvSpPr>
            <p:cNvPr id="70720" name="Rectangle 70">
              <a:extLst>
                <a:ext uri="{FF2B5EF4-FFF2-40B4-BE49-F238E27FC236}">
                  <a16:creationId xmlns:a16="http://schemas.microsoft.com/office/drawing/2014/main" id="{21ACA85F-B57B-49DD-8C56-8E0E72610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7" y="3209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+</a:t>
              </a:r>
            </a:p>
          </p:txBody>
        </p:sp>
        <p:sp>
          <p:nvSpPr>
            <p:cNvPr id="70721" name="Freeform 71">
              <a:extLst>
                <a:ext uri="{FF2B5EF4-FFF2-40B4-BE49-F238E27FC236}">
                  <a16:creationId xmlns:a16="http://schemas.microsoft.com/office/drawing/2014/main" id="{5D781EA9-DBD3-4258-95A2-BBBA862D6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209"/>
              <a:ext cx="1745" cy="1"/>
            </a:xfrm>
            <a:custGeom>
              <a:avLst/>
              <a:gdLst>
                <a:gd name="T0" fmla="*/ 0 w 1745"/>
                <a:gd name="T1" fmla="*/ 0 h 1"/>
                <a:gd name="T2" fmla="*/ 1745 w 174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45" h="1">
                  <a:moveTo>
                    <a:pt x="0" y="0"/>
                  </a:moveTo>
                  <a:lnTo>
                    <a:pt x="1745" y="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2" name="Freeform 72">
              <a:extLst>
                <a:ext uri="{FF2B5EF4-FFF2-40B4-BE49-F238E27FC236}">
                  <a16:creationId xmlns:a16="http://schemas.microsoft.com/office/drawing/2014/main" id="{35B25E82-7774-4BEA-9A43-3630E02E6E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458"/>
              <a:ext cx="1739" cy="4"/>
            </a:xfrm>
            <a:custGeom>
              <a:avLst/>
              <a:gdLst>
                <a:gd name="T0" fmla="*/ 0 w 1739"/>
                <a:gd name="T1" fmla="*/ 0 h 4"/>
                <a:gd name="T2" fmla="*/ 1739 w 173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39" h="4">
                  <a:moveTo>
                    <a:pt x="0" y="0"/>
                  </a:moveTo>
                  <a:lnTo>
                    <a:pt x="1739" y="4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3" name="Line 73">
              <a:extLst>
                <a:ext uri="{FF2B5EF4-FFF2-40B4-BE49-F238E27FC236}">
                  <a16:creationId xmlns:a16="http://schemas.microsoft.com/office/drawing/2014/main" id="{1411B124-1650-4C0C-95BE-BD55886AF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7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4" name="Line 74">
              <a:extLst>
                <a:ext uri="{FF2B5EF4-FFF2-40B4-BE49-F238E27FC236}">
                  <a16:creationId xmlns:a16="http://schemas.microsoft.com/office/drawing/2014/main" id="{127B36A1-1938-4D2A-A780-D07906DF31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7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5" name="Line 75">
              <a:extLst>
                <a:ext uri="{FF2B5EF4-FFF2-40B4-BE49-F238E27FC236}">
                  <a16:creationId xmlns:a16="http://schemas.microsoft.com/office/drawing/2014/main" id="{67B13A4C-369A-4CF5-AA8A-49AECEA92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6" name="Line 76">
              <a:extLst>
                <a:ext uri="{FF2B5EF4-FFF2-40B4-BE49-F238E27FC236}">
                  <a16:creationId xmlns:a16="http://schemas.microsoft.com/office/drawing/2014/main" id="{4FA9F68F-60EB-4031-BD8E-C78E373FB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7" name="Line 77">
              <a:extLst>
                <a:ext uri="{FF2B5EF4-FFF2-40B4-BE49-F238E27FC236}">
                  <a16:creationId xmlns:a16="http://schemas.microsoft.com/office/drawing/2014/main" id="{740FA59B-66D2-42A0-B399-3DA52281F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3209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8" name="Line 78">
              <a:extLst>
                <a:ext uri="{FF2B5EF4-FFF2-40B4-BE49-F238E27FC236}">
                  <a16:creationId xmlns:a16="http://schemas.microsoft.com/office/drawing/2014/main" id="{11443EBA-04ED-45C4-83FA-BC6FB241F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09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29" name="Rectangle 79">
              <a:extLst>
                <a:ext uri="{FF2B5EF4-FFF2-40B4-BE49-F238E27FC236}">
                  <a16:creationId xmlns:a16="http://schemas.microsoft.com/office/drawing/2014/main" id="{A1185A29-434C-49B9-9F6A-AFE6D2564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3203"/>
              <a:ext cx="29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zh-CN" b="1">
                  <a:ea typeface="方正舒体" panose="02010601030101010101" pitchFamily="2" charset="-122"/>
                </a:rPr>
                <a:t>#</a:t>
              </a:r>
              <a:endParaRPr lang="en-US" altLang="zh-CN" b="1" baseline="-25000">
                <a:ea typeface="方正舒体" panose="02010601030101010101" pitchFamily="2" charset="-122"/>
              </a:endParaRPr>
            </a:p>
          </p:txBody>
        </p:sp>
        <p:sp>
          <p:nvSpPr>
            <p:cNvPr id="70730" name="Line 80">
              <a:extLst>
                <a:ext uri="{FF2B5EF4-FFF2-40B4-BE49-F238E27FC236}">
                  <a16:creationId xmlns:a16="http://schemas.microsoft.com/office/drawing/2014/main" id="{E34CA54B-86CB-4D49-9A31-7FF50FC5D9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" y="3212"/>
              <a:ext cx="0" cy="2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1" name="Line 81">
              <a:extLst>
                <a:ext uri="{FF2B5EF4-FFF2-40B4-BE49-F238E27FC236}">
                  <a16:creationId xmlns:a16="http://schemas.microsoft.com/office/drawing/2014/main" id="{2F037A0C-E280-4E44-843D-4A40973748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9" y="3212"/>
              <a:ext cx="0" cy="24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32" name="Rectangle 82">
              <a:extLst>
                <a:ext uri="{FF2B5EF4-FFF2-40B4-BE49-F238E27FC236}">
                  <a16:creationId xmlns:a16="http://schemas.microsoft.com/office/drawing/2014/main" id="{7058B661-7517-4428-8885-20071201B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3413"/>
              <a:ext cx="318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 bIns="0"/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 b="1">
                  <a:ea typeface="方正舒体" panose="02010601030101010101" pitchFamily="2" charset="-122"/>
                </a:rPr>
                <a:t>↑</a:t>
              </a:r>
              <a:endParaRPr lang="en-US" altLang="zh-CN" sz="2800" b="1">
                <a:ea typeface="方正舒体" panose="02010601030101010101" pitchFamily="2" charset="-122"/>
              </a:endParaRPr>
            </a:p>
          </p:txBody>
        </p:sp>
      </p:grpSp>
      <p:grpSp>
        <p:nvGrpSpPr>
          <p:cNvPr id="70696" name="Group 83">
            <a:extLst>
              <a:ext uri="{FF2B5EF4-FFF2-40B4-BE49-F238E27FC236}">
                <a16:creationId xmlns:a16="http://schemas.microsoft.com/office/drawing/2014/main" id="{94B2472B-B6CA-4FCD-B94A-0CC5688F7268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4005263"/>
            <a:ext cx="1727200" cy="2233612"/>
            <a:chOff x="4286" y="2160"/>
            <a:chExt cx="1406" cy="1766"/>
          </a:xfrm>
        </p:grpSpPr>
        <p:sp>
          <p:nvSpPr>
            <p:cNvPr id="70697" name="Text Box 84">
              <a:extLst>
                <a:ext uri="{FF2B5EF4-FFF2-40B4-BE49-F238E27FC236}">
                  <a16:creationId xmlns:a16="http://schemas.microsoft.com/office/drawing/2014/main" id="{AC5C2E45-1B98-4767-9255-4E2ED5CDF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4" y="2160"/>
              <a:ext cx="1018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</a:rPr>
                <a:t>数据区：</a:t>
              </a:r>
            </a:p>
          </p:txBody>
        </p:sp>
        <p:grpSp>
          <p:nvGrpSpPr>
            <p:cNvPr id="70698" name="Group 85">
              <a:extLst>
                <a:ext uri="{FF2B5EF4-FFF2-40B4-BE49-F238E27FC236}">
                  <a16:creationId xmlns:a16="http://schemas.microsoft.com/office/drawing/2014/main" id="{DEB3A4D5-79AA-4C60-A5FB-AF120117C7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9" y="2478"/>
              <a:ext cx="1118" cy="1447"/>
              <a:chOff x="912" y="624"/>
              <a:chExt cx="1488" cy="2151"/>
            </a:xfrm>
          </p:grpSpPr>
          <p:sp>
            <p:nvSpPr>
              <p:cNvPr id="70710" name="Rectangle 86">
                <a:extLst>
                  <a:ext uri="{FF2B5EF4-FFF2-40B4-BE49-F238E27FC236}">
                    <a16:creationId xmlns:a16="http://schemas.microsoft.com/office/drawing/2014/main" id="{E0D6E95E-09F3-4D61-8072-DFDA1B1C0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624"/>
                <a:ext cx="1488" cy="2151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 type="none" w="lg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marL="457200" indent="-4572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1pPr>
                <a:lvl2pPr marL="742950" indent="-28575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2pPr>
                <a:lvl3pPr marL="11430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3pPr>
                <a:lvl4pPr marL="16002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4pPr>
                <a:lvl5pPr marL="2057400" indent="-228600"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anose="02010609030101010101" pitchFamily="49" charset="-122"/>
                  </a:defRPr>
                </a:lvl9pPr>
              </a:lstStyle>
              <a:p>
                <a:pPr algn="ctr" eaLnBrk="1" hangingPunct="1">
                  <a:lnSpc>
                    <a:spcPct val="70000"/>
                  </a:lnSpc>
                </a:pPr>
                <a:endParaRPr lang="zh-CN" altLang="zh-CN" b="1"/>
              </a:p>
            </p:txBody>
          </p:sp>
          <p:grpSp>
            <p:nvGrpSpPr>
              <p:cNvPr id="70711" name="Group 87">
                <a:extLst>
                  <a:ext uri="{FF2B5EF4-FFF2-40B4-BE49-F238E27FC236}">
                    <a16:creationId xmlns:a16="http://schemas.microsoft.com/office/drawing/2014/main" id="{CCAF6B35-0859-4644-B6DC-DFD073C095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998"/>
                <a:ext cx="1488" cy="1288"/>
                <a:chOff x="912" y="998"/>
                <a:chExt cx="1488" cy="1288"/>
              </a:xfrm>
            </p:grpSpPr>
            <p:sp>
              <p:nvSpPr>
                <p:cNvPr id="70712" name="Line 88">
                  <a:extLst>
                    <a:ext uri="{FF2B5EF4-FFF2-40B4-BE49-F238E27FC236}">
                      <a16:creationId xmlns:a16="http://schemas.microsoft.com/office/drawing/2014/main" id="{4651F93F-A4BE-4365-8DE1-BE42A22C1A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286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713" name="Line 89">
                  <a:extLst>
                    <a:ext uri="{FF2B5EF4-FFF2-40B4-BE49-F238E27FC236}">
                      <a16:creationId xmlns:a16="http://schemas.microsoft.com/office/drawing/2014/main" id="{36CFC165-D676-422A-80B9-6160729782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998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714" name="Line 90">
                  <a:extLst>
                    <a:ext uri="{FF2B5EF4-FFF2-40B4-BE49-F238E27FC236}">
                      <a16:creationId xmlns:a16="http://schemas.microsoft.com/office/drawing/2014/main" id="{36B5A94B-21A8-47F6-94BB-7CFB6B6966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912" y="1844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715" name="Line 91">
                  <a:extLst>
                    <a:ext uri="{FF2B5EF4-FFF2-40B4-BE49-F238E27FC236}">
                      <a16:creationId xmlns:a16="http://schemas.microsoft.com/office/drawing/2014/main" id="{66041668-F513-4E02-A79F-7D02C3570B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1440"/>
                  <a:ext cx="148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0699" name="Text Box 92">
              <a:extLst>
                <a:ext uri="{FF2B5EF4-FFF2-40B4-BE49-F238E27FC236}">
                  <a16:creationId xmlns:a16="http://schemas.microsoft.com/office/drawing/2014/main" id="{A373A926-BA6C-428F-9A38-D8274C8C3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478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2</a:t>
              </a:r>
            </a:p>
          </p:txBody>
        </p:sp>
        <p:sp>
          <p:nvSpPr>
            <p:cNvPr id="70700" name="Text Box 93">
              <a:extLst>
                <a:ext uri="{FF2B5EF4-FFF2-40B4-BE49-F238E27FC236}">
                  <a16:creationId xmlns:a16="http://schemas.microsoft.com/office/drawing/2014/main" id="{5DB3303B-B5C2-4653-BBA7-AED87B8ECE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2761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3</a:t>
              </a:r>
            </a:p>
          </p:txBody>
        </p:sp>
        <p:sp>
          <p:nvSpPr>
            <p:cNvPr id="70701" name="Text Box 94">
              <a:extLst>
                <a:ext uri="{FF2B5EF4-FFF2-40B4-BE49-F238E27FC236}">
                  <a16:creationId xmlns:a16="http://schemas.microsoft.com/office/drawing/2014/main" id="{2A77BA84-0DB0-4752-9453-9482FEDD5F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316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5</a:t>
              </a:r>
            </a:p>
          </p:txBody>
        </p:sp>
        <p:sp>
          <p:nvSpPr>
            <p:cNvPr id="70702" name="Text Box 95">
              <a:extLst>
                <a:ext uri="{FF2B5EF4-FFF2-40B4-BE49-F238E27FC236}">
                  <a16:creationId xmlns:a16="http://schemas.microsoft.com/office/drawing/2014/main" id="{2DD72A3D-8028-47B7-ADD7-AF78EB676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044"/>
              <a:ext cx="181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4</a:t>
              </a:r>
            </a:p>
          </p:txBody>
        </p:sp>
        <p:sp>
          <p:nvSpPr>
            <p:cNvPr id="70703" name="Text Box 96">
              <a:extLst>
                <a:ext uri="{FF2B5EF4-FFF2-40B4-BE49-F238E27FC236}">
                  <a16:creationId xmlns:a16="http://schemas.microsoft.com/office/drawing/2014/main" id="{6EF213D0-E873-4709-A3FA-B9D98A0A2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6" y="3613"/>
              <a:ext cx="181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/>
                <a:t>6</a:t>
              </a:r>
            </a:p>
          </p:txBody>
        </p:sp>
        <p:sp>
          <p:nvSpPr>
            <p:cNvPr id="70704" name="Line 97">
              <a:extLst>
                <a:ext uri="{FF2B5EF4-FFF2-40B4-BE49-F238E27FC236}">
                  <a16:creationId xmlns:a16="http://schemas.microsoft.com/office/drawing/2014/main" id="{9EFAA957-E708-4BA2-A542-6CA177A32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9" y="3027"/>
              <a:ext cx="11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705" name="Text Box 98">
              <a:extLst>
                <a:ext uri="{FF2B5EF4-FFF2-40B4-BE49-F238E27FC236}">
                  <a16:creationId xmlns:a16="http://schemas.microsoft.com/office/drawing/2014/main" id="{B6F5BCAF-D3BC-4C5E-8A9F-1E040AC578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1" y="3030"/>
              <a:ext cx="1026" cy="2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0"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70706" name="Text Box 99">
              <a:extLst>
                <a:ext uri="{FF2B5EF4-FFF2-40B4-BE49-F238E27FC236}">
                  <a16:creationId xmlns:a16="http://schemas.microsoft.com/office/drawing/2014/main" id="{F82C2247-0751-428D-8583-13A2078FC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4" y="3609"/>
              <a:ext cx="103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70707" name="Text Box 100">
              <a:extLst>
                <a:ext uri="{FF2B5EF4-FFF2-40B4-BE49-F238E27FC236}">
                  <a16:creationId xmlns:a16="http://schemas.microsoft.com/office/drawing/2014/main" id="{9191D7E9-4EBE-4011-B7D6-7BE93AB63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" y="2446"/>
              <a:ext cx="397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70708" name="Text Box 101">
              <a:extLst>
                <a:ext uri="{FF2B5EF4-FFF2-40B4-BE49-F238E27FC236}">
                  <a16:creationId xmlns:a16="http://schemas.microsoft.com/office/drawing/2014/main" id="{CBA27B26-E56E-44DC-B22F-F1D0F34874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2734"/>
              <a:ext cx="469" cy="3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  <p:sp>
          <p:nvSpPr>
            <p:cNvPr id="70709" name="Text Box 102">
              <a:extLst>
                <a:ext uri="{FF2B5EF4-FFF2-40B4-BE49-F238E27FC236}">
                  <a16:creationId xmlns:a16="http://schemas.microsoft.com/office/drawing/2014/main" id="{6E84BACC-AE56-494E-9E8F-C32B6204F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1" y="3279"/>
              <a:ext cx="794" cy="3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endParaRPr lang="zh-CN" altLang="zh-CN" b="1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66FF"/>
      </a:hlink>
      <a:folHlink>
        <a:srgbClr val="B2B2B2"/>
      </a:folHlink>
    </a:clrScheme>
    <a:fontScheme name="默认设计模板">
      <a:majorFont>
        <a:latin typeface="Times New Roman"/>
        <a:ea typeface="方正舒体"/>
        <a:cs typeface=""/>
      </a:majorFont>
      <a:minorFont>
        <a:latin typeface="Times New Roman"/>
        <a:ea typeface="方正舒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7645</TotalTime>
  <Words>2618</Words>
  <Application>Microsoft Office PowerPoint</Application>
  <PresentationFormat>全屏显示(4:3)</PresentationFormat>
  <Paragraphs>558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楷体_GB2312</vt:lpstr>
      <vt:lpstr>Times New Roman</vt:lpstr>
      <vt:lpstr>默认设计模板</vt:lpstr>
      <vt:lpstr>第十三章 语法制导翻译技术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语法制导翻译技术</dc:title>
  <dc:creator>邵兵</dc:creator>
  <cp:lastModifiedBy>shaobing</cp:lastModifiedBy>
  <cp:revision>255</cp:revision>
  <dcterms:created xsi:type="dcterms:W3CDTF">2000-07-22T11:42:33Z</dcterms:created>
  <dcterms:modified xsi:type="dcterms:W3CDTF">2022-11-09T15:29:51Z</dcterms:modified>
</cp:coreProperties>
</file>